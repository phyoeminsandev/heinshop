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5" r:id="rId3"/>
    <p:sldId id="286" r:id="rId4"/>
    <p:sldId id="287" r:id="rId5"/>
    <p:sldId id="288" r:id="rId6"/>
    <p:sldId id="289" r:id="rId7"/>
    <p:sldId id="290" r:id="rId8"/>
    <p:sldId id="291" r:id="rId9"/>
    <p:sldId id="264" r:id="rId10"/>
    <p:sldId id="265" r:id="rId11"/>
    <p:sldId id="266" r:id="rId12"/>
    <p:sldId id="292" r:id="rId13"/>
    <p:sldId id="293" r:id="rId14"/>
    <p:sldId id="294" r:id="rId15"/>
    <p:sldId id="295" r:id="rId16"/>
    <p:sldId id="296" r:id="rId17"/>
    <p:sldId id="297" r:id="rId18"/>
    <p:sldId id="298" r:id="rId19"/>
    <p:sldId id="299" r:id="rId20"/>
    <p:sldId id="300" r:id="rId21"/>
    <p:sldId id="301" r:id="rId22"/>
    <p:sldId id="278" r:id="rId23"/>
    <p:sldId id="302" r:id="rId24"/>
    <p:sldId id="303" r:id="rId25"/>
    <p:sldId id="304" r:id="rId26"/>
    <p:sldId id="305" r:id="rId27"/>
    <p:sldId id="306" r:id="rId28"/>
    <p:sldId id="307" r:id="rId29"/>
    <p:sldId id="308"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049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750" autoAdjust="0"/>
    <p:restoredTop sz="95196" autoAdjust="0"/>
  </p:normalViewPr>
  <p:slideViewPr>
    <p:cSldViewPr snapToGrid="0">
      <p:cViewPr varScale="1">
        <p:scale>
          <a:sx n="51" d="100"/>
          <a:sy n="51" d="100"/>
        </p:scale>
        <p:origin x="12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7B38A-6135-91C7-52E0-913FCF40E0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54D25D6-AAC4-2945-8C74-18D4F5B27B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AEBC10-3E2D-03B2-5B50-091F57704320}"/>
              </a:ext>
            </a:extLst>
          </p:cNvPr>
          <p:cNvSpPr>
            <a:spLocks noGrp="1"/>
          </p:cNvSpPr>
          <p:nvPr>
            <p:ph type="dt" sz="half" idx="10"/>
          </p:nvPr>
        </p:nvSpPr>
        <p:spPr/>
        <p:txBody>
          <a:bodyPr/>
          <a:lstStyle/>
          <a:p>
            <a:fld id="{99C6D71B-F5A0-470C-ABE3-C6D440B5BADE}" type="datetimeFigureOut">
              <a:rPr lang="en-US" smtClean="0"/>
              <a:t>2/19/2026</a:t>
            </a:fld>
            <a:endParaRPr lang="en-US"/>
          </a:p>
        </p:txBody>
      </p:sp>
      <p:sp>
        <p:nvSpPr>
          <p:cNvPr id="5" name="Footer Placeholder 4">
            <a:extLst>
              <a:ext uri="{FF2B5EF4-FFF2-40B4-BE49-F238E27FC236}">
                <a16:creationId xmlns:a16="http://schemas.microsoft.com/office/drawing/2014/main" id="{3337BBA5-3872-6F2C-EB2D-9505AAC05C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5317BE-2C9D-6103-8982-B8F785899E4E}"/>
              </a:ext>
            </a:extLst>
          </p:cNvPr>
          <p:cNvSpPr>
            <a:spLocks noGrp="1"/>
          </p:cNvSpPr>
          <p:nvPr>
            <p:ph type="sldNum" sz="quarter" idx="12"/>
          </p:nvPr>
        </p:nvSpPr>
        <p:spPr/>
        <p:txBody>
          <a:bodyPr/>
          <a:lstStyle/>
          <a:p>
            <a:fld id="{3CCF22DD-10C5-40B4-BCDC-8A34F3E66A15}" type="slidenum">
              <a:rPr lang="en-US" smtClean="0"/>
              <a:t>‹#›</a:t>
            </a:fld>
            <a:endParaRPr lang="en-US"/>
          </a:p>
        </p:txBody>
      </p:sp>
    </p:spTree>
    <p:extLst>
      <p:ext uri="{BB962C8B-B14F-4D97-AF65-F5344CB8AC3E}">
        <p14:creationId xmlns:p14="http://schemas.microsoft.com/office/powerpoint/2010/main" val="2115790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D1F21-8EF1-4496-8E48-1D35BA61FD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83EE8F-9D94-181F-DEF4-E2EF0EB646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4FD404-BC62-BE51-480C-0A293BC0D8E1}"/>
              </a:ext>
            </a:extLst>
          </p:cNvPr>
          <p:cNvSpPr>
            <a:spLocks noGrp="1"/>
          </p:cNvSpPr>
          <p:nvPr>
            <p:ph type="dt" sz="half" idx="10"/>
          </p:nvPr>
        </p:nvSpPr>
        <p:spPr/>
        <p:txBody>
          <a:bodyPr/>
          <a:lstStyle/>
          <a:p>
            <a:fld id="{99C6D71B-F5A0-470C-ABE3-C6D440B5BADE}" type="datetimeFigureOut">
              <a:rPr lang="en-US" smtClean="0"/>
              <a:t>2/19/2026</a:t>
            </a:fld>
            <a:endParaRPr lang="en-US"/>
          </a:p>
        </p:txBody>
      </p:sp>
      <p:sp>
        <p:nvSpPr>
          <p:cNvPr id="5" name="Footer Placeholder 4">
            <a:extLst>
              <a:ext uri="{FF2B5EF4-FFF2-40B4-BE49-F238E27FC236}">
                <a16:creationId xmlns:a16="http://schemas.microsoft.com/office/drawing/2014/main" id="{8E0AC843-3E81-3461-1021-9F70FB0068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A6CB42-91A4-0AC1-3236-BB4A8D0BB4C4}"/>
              </a:ext>
            </a:extLst>
          </p:cNvPr>
          <p:cNvSpPr>
            <a:spLocks noGrp="1"/>
          </p:cNvSpPr>
          <p:nvPr>
            <p:ph type="sldNum" sz="quarter" idx="12"/>
          </p:nvPr>
        </p:nvSpPr>
        <p:spPr/>
        <p:txBody>
          <a:bodyPr/>
          <a:lstStyle/>
          <a:p>
            <a:fld id="{3CCF22DD-10C5-40B4-BCDC-8A34F3E66A15}" type="slidenum">
              <a:rPr lang="en-US" smtClean="0"/>
              <a:t>‹#›</a:t>
            </a:fld>
            <a:endParaRPr lang="en-US"/>
          </a:p>
        </p:txBody>
      </p:sp>
    </p:spTree>
    <p:extLst>
      <p:ext uri="{BB962C8B-B14F-4D97-AF65-F5344CB8AC3E}">
        <p14:creationId xmlns:p14="http://schemas.microsoft.com/office/powerpoint/2010/main" val="1891948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2127C-5285-0EC2-45C8-A8733682F4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42BD5C8-7508-04EF-6762-E96A9C6852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77A55F-A12F-E15E-6DC5-A65FF4D701EF}"/>
              </a:ext>
            </a:extLst>
          </p:cNvPr>
          <p:cNvSpPr>
            <a:spLocks noGrp="1"/>
          </p:cNvSpPr>
          <p:nvPr>
            <p:ph type="dt" sz="half" idx="10"/>
          </p:nvPr>
        </p:nvSpPr>
        <p:spPr/>
        <p:txBody>
          <a:bodyPr/>
          <a:lstStyle/>
          <a:p>
            <a:fld id="{99C6D71B-F5A0-470C-ABE3-C6D440B5BADE}" type="datetimeFigureOut">
              <a:rPr lang="en-US" smtClean="0"/>
              <a:t>2/19/2026</a:t>
            </a:fld>
            <a:endParaRPr lang="en-US"/>
          </a:p>
        </p:txBody>
      </p:sp>
      <p:sp>
        <p:nvSpPr>
          <p:cNvPr id="5" name="Footer Placeholder 4">
            <a:extLst>
              <a:ext uri="{FF2B5EF4-FFF2-40B4-BE49-F238E27FC236}">
                <a16:creationId xmlns:a16="http://schemas.microsoft.com/office/drawing/2014/main" id="{EBEE8E9F-16C8-F5C8-8E7D-81F17C7D06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641A65-EFF4-5AAF-13DE-C4C040B75812}"/>
              </a:ext>
            </a:extLst>
          </p:cNvPr>
          <p:cNvSpPr>
            <a:spLocks noGrp="1"/>
          </p:cNvSpPr>
          <p:nvPr>
            <p:ph type="sldNum" sz="quarter" idx="12"/>
          </p:nvPr>
        </p:nvSpPr>
        <p:spPr/>
        <p:txBody>
          <a:bodyPr/>
          <a:lstStyle/>
          <a:p>
            <a:fld id="{3CCF22DD-10C5-40B4-BCDC-8A34F3E66A15}" type="slidenum">
              <a:rPr lang="en-US" smtClean="0"/>
              <a:t>‹#›</a:t>
            </a:fld>
            <a:endParaRPr lang="en-US"/>
          </a:p>
        </p:txBody>
      </p:sp>
    </p:spTree>
    <p:extLst>
      <p:ext uri="{BB962C8B-B14F-4D97-AF65-F5344CB8AC3E}">
        <p14:creationId xmlns:p14="http://schemas.microsoft.com/office/powerpoint/2010/main" val="272854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8A476-A9E8-5862-9FBF-36FC63EB8E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218226-F81D-C156-CCC4-21A2FFDD21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AB60C1-7A3A-5F17-883A-DAF7B60B37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4C5CFDE-654C-EAAB-2EB8-E940429081C0}"/>
              </a:ext>
            </a:extLst>
          </p:cNvPr>
          <p:cNvSpPr>
            <a:spLocks noGrp="1"/>
          </p:cNvSpPr>
          <p:nvPr>
            <p:ph type="dt" sz="half" idx="10"/>
          </p:nvPr>
        </p:nvSpPr>
        <p:spPr/>
        <p:txBody>
          <a:bodyPr/>
          <a:lstStyle/>
          <a:p>
            <a:fld id="{99C6D71B-F5A0-470C-ABE3-C6D440B5BADE}" type="datetimeFigureOut">
              <a:rPr lang="en-US" smtClean="0"/>
              <a:t>2/19/2026</a:t>
            </a:fld>
            <a:endParaRPr lang="en-US"/>
          </a:p>
        </p:txBody>
      </p:sp>
      <p:sp>
        <p:nvSpPr>
          <p:cNvPr id="6" name="Footer Placeholder 5">
            <a:extLst>
              <a:ext uri="{FF2B5EF4-FFF2-40B4-BE49-F238E27FC236}">
                <a16:creationId xmlns:a16="http://schemas.microsoft.com/office/drawing/2014/main" id="{EC796F1C-E847-2B11-4F8D-364D4A000A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9EF9C5-B3CB-CEC9-D153-AAFD36CD1829}"/>
              </a:ext>
            </a:extLst>
          </p:cNvPr>
          <p:cNvSpPr>
            <a:spLocks noGrp="1"/>
          </p:cNvSpPr>
          <p:nvPr>
            <p:ph type="sldNum" sz="quarter" idx="12"/>
          </p:nvPr>
        </p:nvSpPr>
        <p:spPr/>
        <p:txBody>
          <a:bodyPr/>
          <a:lstStyle/>
          <a:p>
            <a:fld id="{3CCF22DD-10C5-40B4-BCDC-8A34F3E66A15}" type="slidenum">
              <a:rPr lang="en-US" smtClean="0"/>
              <a:t>‹#›</a:t>
            </a:fld>
            <a:endParaRPr lang="en-US"/>
          </a:p>
        </p:txBody>
      </p:sp>
    </p:spTree>
    <p:extLst>
      <p:ext uri="{BB962C8B-B14F-4D97-AF65-F5344CB8AC3E}">
        <p14:creationId xmlns:p14="http://schemas.microsoft.com/office/powerpoint/2010/main" val="2079239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AF18C-54DE-B7F7-7D9A-3182E19DB9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1F58EC-444E-CF61-BC95-A41A323F24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8C0150-E110-225C-3902-36ECE0F408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9DB83E-92BE-603B-79F3-57F17B7026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C49D98-4524-3BBF-E9F7-9F749C381B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5A21E4C-724D-52A9-DA8B-BBE74AD0D322}"/>
              </a:ext>
            </a:extLst>
          </p:cNvPr>
          <p:cNvSpPr>
            <a:spLocks noGrp="1"/>
          </p:cNvSpPr>
          <p:nvPr>
            <p:ph type="dt" sz="half" idx="10"/>
          </p:nvPr>
        </p:nvSpPr>
        <p:spPr/>
        <p:txBody>
          <a:bodyPr/>
          <a:lstStyle/>
          <a:p>
            <a:fld id="{99C6D71B-F5A0-470C-ABE3-C6D440B5BADE}" type="datetimeFigureOut">
              <a:rPr lang="en-US" smtClean="0"/>
              <a:t>2/19/2026</a:t>
            </a:fld>
            <a:endParaRPr lang="en-US"/>
          </a:p>
        </p:txBody>
      </p:sp>
      <p:sp>
        <p:nvSpPr>
          <p:cNvPr id="8" name="Footer Placeholder 7">
            <a:extLst>
              <a:ext uri="{FF2B5EF4-FFF2-40B4-BE49-F238E27FC236}">
                <a16:creationId xmlns:a16="http://schemas.microsoft.com/office/drawing/2014/main" id="{6ACD9D81-530A-EA76-E6A0-71B5F868DAA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0894CB-038E-9A94-F7D8-469E684EE432}"/>
              </a:ext>
            </a:extLst>
          </p:cNvPr>
          <p:cNvSpPr>
            <a:spLocks noGrp="1"/>
          </p:cNvSpPr>
          <p:nvPr>
            <p:ph type="sldNum" sz="quarter" idx="12"/>
          </p:nvPr>
        </p:nvSpPr>
        <p:spPr/>
        <p:txBody>
          <a:bodyPr/>
          <a:lstStyle/>
          <a:p>
            <a:fld id="{3CCF22DD-10C5-40B4-BCDC-8A34F3E66A15}" type="slidenum">
              <a:rPr lang="en-US" smtClean="0"/>
              <a:t>‹#›</a:t>
            </a:fld>
            <a:endParaRPr lang="en-US"/>
          </a:p>
        </p:txBody>
      </p:sp>
    </p:spTree>
    <p:extLst>
      <p:ext uri="{BB962C8B-B14F-4D97-AF65-F5344CB8AC3E}">
        <p14:creationId xmlns:p14="http://schemas.microsoft.com/office/powerpoint/2010/main" val="1372734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15884-F1FF-7B40-FEE8-F0BE70FD9E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A9DD64-B8E4-B9E9-5439-311FCE0FD558}"/>
              </a:ext>
            </a:extLst>
          </p:cNvPr>
          <p:cNvSpPr>
            <a:spLocks noGrp="1"/>
          </p:cNvSpPr>
          <p:nvPr>
            <p:ph type="dt" sz="half" idx="10"/>
          </p:nvPr>
        </p:nvSpPr>
        <p:spPr/>
        <p:txBody>
          <a:bodyPr/>
          <a:lstStyle/>
          <a:p>
            <a:fld id="{99C6D71B-F5A0-470C-ABE3-C6D440B5BADE}" type="datetimeFigureOut">
              <a:rPr lang="en-US" smtClean="0"/>
              <a:t>2/19/2026</a:t>
            </a:fld>
            <a:endParaRPr lang="en-US"/>
          </a:p>
        </p:txBody>
      </p:sp>
      <p:sp>
        <p:nvSpPr>
          <p:cNvPr id="4" name="Footer Placeholder 3">
            <a:extLst>
              <a:ext uri="{FF2B5EF4-FFF2-40B4-BE49-F238E27FC236}">
                <a16:creationId xmlns:a16="http://schemas.microsoft.com/office/drawing/2014/main" id="{3D6B861F-F0D6-8633-9954-A4C771F7AD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BCD028-DD88-0F3C-1593-1C5579504FB9}"/>
              </a:ext>
            </a:extLst>
          </p:cNvPr>
          <p:cNvSpPr>
            <a:spLocks noGrp="1"/>
          </p:cNvSpPr>
          <p:nvPr>
            <p:ph type="sldNum" sz="quarter" idx="12"/>
          </p:nvPr>
        </p:nvSpPr>
        <p:spPr/>
        <p:txBody>
          <a:bodyPr/>
          <a:lstStyle/>
          <a:p>
            <a:fld id="{3CCF22DD-10C5-40B4-BCDC-8A34F3E66A15}" type="slidenum">
              <a:rPr lang="en-US" smtClean="0"/>
              <a:t>‹#›</a:t>
            </a:fld>
            <a:endParaRPr lang="en-US"/>
          </a:p>
        </p:txBody>
      </p:sp>
    </p:spTree>
    <p:extLst>
      <p:ext uri="{BB962C8B-B14F-4D97-AF65-F5344CB8AC3E}">
        <p14:creationId xmlns:p14="http://schemas.microsoft.com/office/powerpoint/2010/main" val="2183504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72AC00-EF0B-4B2A-7ABF-68C4DEB9EF77}"/>
              </a:ext>
            </a:extLst>
          </p:cNvPr>
          <p:cNvSpPr>
            <a:spLocks noGrp="1"/>
          </p:cNvSpPr>
          <p:nvPr>
            <p:ph type="dt" sz="half" idx="10"/>
          </p:nvPr>
        </p:nvSpPr>
        <p:spPr/>
        <p:txBody>
          <a:bodyPr/>
          <a:lstStyle/>
          <a:p>
            <a:fld id="{99C6D71B-F5A0-470C-ABE3-C6D440B5BADE}" type="datetimeFigureOut">
              <a:rPr lang="en-US" smtClean="0"/>
              <a:t>2/19/2026</a:t>
            </a:fld>
            <a:endParaRPr lang="en-US"/>
          </a:p>
        </p:txBody>
      </p:sp>
      <p:sp>
        <p:nvSpPr>
          <p:cNvPr id="3" name="Footer Placeholder 2">
            <a:extLst>
              <a:ext uri="{FF2B5EF4-FFF2-40B4-BE49-F238E27FC236}">
                <a16:creationId xmlns:a16="http://schemas.microsoft.com/office/drawing/2014/main" id="{DB194B71-0F4F-CA14-A65F-6AF35E2C90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B557EC-4135-E23D-2BFC-75A55E28AC8F}"/>
              </a:ext>
            </a:extLst>
          </p:cNvPr>
          <p:cNvSpPr>
            <a:spLocks noGrp="1"/>
          </p:cNvSpPr>
          <p:nvPr>
            <p:ph type="sldNum" sz="quarter" idx="12"/>
          </p:nvPr>
        </p:nvSpPr>
        <p:spPr/>
        <p:txBody>
          <a:bodyPr/>
          <a:lstStyle/>
          <a:p>
            <a:fld id="{3CCF22DD-10C5-40B4-BCDC-8A34F3E66A15}" type="slidenum">
              <a:rPr lang="en-US" smtClean="0"/>
              <a:t>‹#›</a:t>
            </a:fld>
            <a:endParaRPr lang="en-US"/>
          </a:p>
        </p:txBody>
      </p:sp>
    </p:spTree>
    <p:extLst>
      <p:ext uri="{BB962C8B-B14F-4D97-AF65-F5344CB8AC3E}">
        <p14:creationId xmlns:p14="http://schemas.microsoft.com/office/powerpoint/2010/main" val="807990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1DEDC-CFB2-BD0A-7F91-1FB099D034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E170A12-D8C4-4293-8F0C-D116EF7DC7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C21D328-9F1E-CC0B-7891-09349EFE8F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34B2FE-440F-050D-E574-5B02B47E43EC}"/>
              </a:ext>
            </a:extLst>
          </p:cNvPr>
          <p:cNvSpPr>
            <a:spLocks noGrp="1"/>
          </p:cNvSpPr>
          <p:nvPr>
            <p:ph type="dt" sz="half" idx="10"/>
          </p:nvPr>
        </p:nvSpPr>
        <p:spPr/>
        <p:txBody>
          <a:bodyPr/>
          <a:lstStyle/>
          <a:p>
            <a:fld id="{99C6D71B-F5A0-470C-ABE3-C6D440B5BADE}" type="datetimeFigureOut">
              <a:rPr lang="en-US" smtClean="0"/>
              <a:t>2/19/2026</a:t>
            </a:fld>
            <a:endParaRPr lang="en-US"/>
          </a:p>
        </p:txBody>
      </p:sp>
      <p:sp>
        <p:nvSpPr>
          <p:cNvPr id="6" name="Footer Placeholder 5">
            <a:extLst>
              <a:ext uri="{FF2B5EF4-FFF2-40B4-BE49-F238E27FC236}">
                <a16:creationId xmlns:a16="http://schemas.microsoft.com/office/drawing/2014/main" id="{C4C4700B-721B-A55F-9700-DEFEC0E3D6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19B1AC-DA26-D618-4261-6C84C6C2EE90}"/>
              </a:ext>
            </a:extLst>
          </p:cNvPr>
          <p:cNvSpPr>
            <a:spLocks noGrp="1"/>
          </p:cNvSpPr>
          <p:nvPr>
            <p:ph type="sldNum" sz="quarter" idx="12"/>
          </p:nvPr>
        </p:nvSpPr>
        <p:spPr/>
        <p:txBody>
          <a:bodyPr/>
          <a:lstStyle/>
          <a:p>
            <a:fld id="{3CCF22DD-10C5-40B4-BCDC-8A34F3E66A15}" type="slidenum">
              <a:rPr lang="en-US" smtClean="0"/>
              <a:t>‹#›</a:t>
            </a:fld>
            <a:endParaRPr lang="en-US"/>
          </a:p>
        </p:txBody>
      </p:sp>
    </p:spTree>
    <p:extLst>
      <p:ext uri="{BB962C8B-B14F-4D97-AF65-F5344CB8AC3E}">
        <p14:creationId xmlns:p14="http://schemas.microsoft.com/office/powerpoint/2010/main" val="1280614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B01D4-7512-3E35-8A4D-A48FB8BDD9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4DA430-9FEB-7F17-DBDF-8E6E64B9F1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01BEE8-7AC9-3FD7-2B84-9393638407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C4A8B4-431F-756D-00D3-677E9781DB78}"/>
              </a:ext>
            </a:extLst>
          </p:cNvPr>
          <p:cNvSpPr>
            <a:spLocks noGrp="1"/>
          </p:cNvSpPr>
          <p:nvPr>
            <p:ph type="dt" sz="half" idx="10"/>
          </p:nvPr>
        </p:nvSpPr>
        <p:spPr/>
        <p:txBody>
          <a:bodyPr/>
          <a:lstStyle/>
          <a:p>
            <a:fld id="{99C6D71B-F5A0-470C-ABE3-C6D440B5BADE}" type="datetimeFigureOut">
              <a:rPr lang="en-US" smtClean="0"/>
              <a:t>2/19/2026</a:t>
            </a:fld>
            <a:endParaRPr lang="en-US"/>
          </a:p>
        </p:txBody>
      </p:sp>
      <p:sp>
        <p:nvSpPr>
          <p:cNvPr id="6" name="Footer Placeholder 5">
            <a:extLst>
              <a:ext uri="{FF2B5EF4-FFF2-40B4-BE49-F238E27FC236}">
                <a16:creationId xmlns:a16="http://schemas.microsoft.com/office/drawing/2014/main" id="{D6658C75-D319-4EA5-6B78-BD91D6A306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4C7A70-922A-15C5-E7B4-87B3EF2F78C2}"/>
              </a:ext>
            </a:extLst>
          </p:cNvPr>
          <p:cNvSpPr>
            <a:spLocks noGrp="1"/>
          </p:cNvSpPr>
          <p:nvPr>
            <p:ph type="sldNum" sz="quarter" idx="12"/>
          </p:nvPr>
        </p:nvSpPr>
        <p:spPr/>
        <p:txBody>
          <a:bodyPr/>
          <a:lstStyle/>
          <a:p>
            <a:fld id="{3CCF22DD-10C5-40B4-BCDC-8A34F3E66A15}" type="slidenum">
              <a:rPr lang="en-US" smtClean="0"/>
              <a:t>‹#›</a:t>
            </a:fld>
            <a:endParaRPr lang="en-US"/>
          </a:p>
        </p:txBody>
      </p:sp>
    </p:spTree>
    <p:extLst>
      <p:ext uri="{BB962C8B-B14F-4D97-AF65-F5344CB8AC3E}">
        <p14:creationId xmlns:p14="http://schemas.microsoft.com/office/powerpoint/2010/main" val="2149669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AE0D0-61AE-CEAF-16D6-44898F2968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CB036B9-1797-BA24-9629-96172C8553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D25EC6-F1F7-15DE-9F2E-69388E12A1D1}"/>
              </a:ext>
            </a:extLst>
          </p:cNvPr>
          <p:cNvSpPr>
            <a:spLocks noGrp="1"/>
          </p:cNvSpPr>
          <p:nvPr>
            <p:ph type="dt" sz="half" idx="10"/>
          </p:nvPr>
        </p:nvSpPr>
        <p:spPr/>
        <p:txBody>
          <a:bodyPr/>
          <a:lstStyle/>
          <a:p>
            <a:fld id="{99C6D71B-F5A0-470C-ABE3-C6D440B5BADE}" type="datetimeFigureOut">
              <a:rPr lang="en-US" smtClean="0"/>
              <a:t>2/19/2026</a:t>
            </a:fld>
            <a:endParaRPr lang="en-US"/>
          </a:p>
        </p:txBody>
      </p:sp>
      <p:sp>
        <p:nvSpPr>
          <p:cNvPr id="5" name="Footer Placeholder 4">
            <a:extLst>
              <a:ext uri="{FF2B5EF4-FFF2-40B4-BE49-F238E27FC236}">
                <a16:creationId xmlns:a16="http://schemas.microsoft.com/office/drawing/2014/main" id="{C98D47D1-A5FD-7812-5573-043362675A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CFE814-4192-AF77-96D7-068FF431C6C6}"/>
              </a:ext>
            </a:extLst>
          </p:cNvPr>
          <p:cNvSpPr>
            <a:spLocks noGrp="1"/>
          </p:cNvSpPr>
          <p:nvPr>
            <p:ph type="sldNum" sz="quarter" idx="12"/>
          </p:nvPr>
        </p:nvSpPr>
        <p:spPr/>
        <p:txBody>
          <a:bodyPr/>
          <a:lstStyle/>
          <a:p>
            <a:fld id="{3CCF22DD-10C5-40B4-BCDC-8A34F3E66A15}" type="slidenum">
              <a:rPr lang="en-US" smtClean="0"/>
              <a:t>‹#›</a:t>
            </a:fld>
            <a:endParaRPr lang="en-US"/>
          </a:p>
        </p:txBody>
      </p:sp>
    </p:spTree>
    <p:extLst>
      <p:ext uri="{BB962C8B-B14F-4D97-AF65-F5344CB8AC3E}">
        <p14:creationId xmlns:p14="http://schemas.microsoft.com/office/powerpoint/2010/main" val="587273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FB9290-C213-8F40-A475-C3565CD85F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A9ADA86-D806-569D-5C5F-66F8AEB929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EEDD7E-3C2B-4B97-5466-27A9107E73B6}"/>
              </a:ext>
            </a:extLst>
          </p:cNvPr>
          <p:cNvSpPr>
            <a:spLocks noGrp="1"/>
          </p:cNvSpPr>
          <p:nvPr>
            <p:ph type="dt" sz="half" idx="10"/>
          </p:nvPr>
        </p:nvSpPr>
        <p:spPr/>
        <p:txBody>
          <a:bodyPr/>
          <a:lstStyle/>
          <a:p>
            <a:fld id="{99C6D71B-F5A0-470C-ABE3-C6D440B5BADE}" type="datetimeFigureOut">
              <a:rPr lang="en-US" smtClean="0"/>
              <a:t>2/19/2026</a:t>
            </a:fld>
            <a:endParaRPr lang="en-US"/>
          </a:p>
        </p:txBody>
      </p:sp>
      <p:sp>
        <p:nvSpPr>
          <p:cNvPr id="5" name="Footer Placeholder 4">
            <a:extLst>
              <a:ext uri="{FF2B5EF4-FFF2-40B4-BE49-F238E27FC236}">
                <a16:creationId xmlns:a16="http://schemas.microsoft.com/office/drawing/2014/main" id="{0E7D530E-33D8-6475-74D7-BDF419C14A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399385-6163-281D-CF4E-03006519DBFB}"/>
              </a:ext>
            </a:extLst>
          </p:cNvPr>
          <p:cNvSpPr>
            <a:spLocks noGrp="1"/>
          </p:cNvSpPr>
          <p:nvPr>
            <p:ph type="sldNum" sz="quarter" idx="12"/>
          </p:nvPr>
        </p:nvSpPr>
        <p:spPr/>
        <p:txBody>
          <a:bodyPr/>
          <a:lstStyle/>
          <a:p>
            <a:fld id="{3CCF22DD-10C5-40B4-BCDC-8A34F3E66A15}" type="slidenum">
              <a:rPr lang="en-US" smtClean="0"/>
              <a:t>‹#›</a:t>
            </a:fld>
            <a:endParaRPr lang="en-US"/>
          </a:p>
        </p:txBody>
      </p:sp>
    </p:spTree>
    <p:extLst>
      <p:ext uri="{BB962C8B-B14F-4D97-AF65-F5344CB8AC3E}">
        <p14:creationId xmlns:p14="http://schemas.microsoft.com/office/powerpoint/2010/main" val="3940946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9FCC74-FDBC-4151-ABA3-06E67F9081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377553-D797-8DD7-3A7D-73788A4CB5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21089B-3E2F-E0BF-A77E-4CD1826AC3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C6D71B-F5A0-470C-ABE3-C6D440B5BADE}" type="datetimeFigureOut">
              <a:rPr lang="en-US" smtClean="0"/>
              <a:t>2/19/2026</a:t>
            </a:fld>
            <a:endParaRPr lang="en-US"/>
          </a:p>
        </p:txBody>
      </p:sp>
      <p:sp>
        <p:nvSpPr>
          <p:cNvPr id="5" name="Footer Placeholder 4">
            <a:extLst>
              <a:ext uri="{FF2B5EF4-FFF2-40B4-BE49-F238E27FC236}">
                <a16:creationId xmlns:a16="http://schemas.microsoft.com/office/drawing/2014/main" id="{F3206D04-8C4A-5129-58C5-63C83BC3D0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BC64C6D-8493-60D0-D691-FBB7ED6EE6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F22DD-10C5-40B4-BCDC-8A34F3E66A15}" type="slidenum">
              <a:rPr lang="en-US" smtClean="0"/>
              <a:t>‹#›</a:t>
            </a:fld>
            <a:endParaRPr lang="en-US"/>
          </a:p>
        </p:txBody>
      </p:sp>
    </p:spTree>
    <p:extLst>
      <p:ext uri="{BB962C8B-B14F-4D97-AF65-F5344CB8AC3E}">
        <p14:creationId xmlns:p14="http://schemas.microsoft.com/office/powerpoint/2010/main" val="25351458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2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CF8FF9C-7E4E-85EF-757B-94D8E7EB6B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8776" y="2746933"/>
            <a:ext cx="1751777" cy="1751777"/>
          </a:xfrm>
          <a:prstGeom prst="rect">
            <a:avLst/>
          </a:prstGeom>
        </p:spPr>
      </p:pic>
      <p:sp>
        <p:nvSpPr>
          <p:cNvPr id="116" name="Rectangle: Rounded Corners 115">
            <a:extLst>
              <a:ext uri="{FF2B5EF4-FFF2-40B4-BE49-F238E27FC236}">
                <a16:creationId xmlns:a16="http://schemas.microsoft.com/office/drawing/2014/main" id="{51A8DE8C-38CC-CF5E-1573-E86BDDD3F480}"/>
              </a:ext>
            </a:extLst>
          </p:cNvPr>
          <p:cNvSpPr/>
          <p:nvPr/>
        </p:nvSpPr>
        <p:spPr>
          <a:xfrm rot="1238965">
            <a:off x="10894942" y="5981405"/>
            <a:ext cx="1519116" cy="1519116"/>
          </a:xfrm>
          <a:prstGeom prst="roundRect">
            <a:avLst>
              <a:gd name="adj" fmla="val 15727"/>
            </a:avLst>
          </a:prstGeom>
          <a:solidFill>
            <a:srgbClr val="FFC000"/>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241A68D-F49A-2852-50A6-5D97F8F3A61D}"/>
              </a:ext>
            </a:extLst>
          </p:cNvPr>
          <p:cNvSpPr txBox="1"/>
          <p:nvPr/>
        </p:nvSpPr>
        <p:spPr>
          <a:xfrm>
            <a:off x="5568358" y="3021537"/>
            <a:ext cx="5558501" cy="1107996"/>
          </a:xfrm>
          <a:prstGeom prst="rect">
            <a:avLst/>
          </a:prstGeom>
          <a:noFill/>
          <a:effectLst>
            <a:outerShdw blurRad="50800" dist="50800" dir="5400000" algn="ctr" rotWithShape="0">
              <a:srgbClr val="000000">
                <a:alpha val="80000"/>
              </a:srgbClr>
            </a:outerShdw>
          </a:effectLst>
        </p:spPr>
        <p:txBody>
          <a:bodyPr wrap="square" rtlCol="0">
            <a:spAutoFit/>
          </a:bodyPr>
          <a:lstStyle/>
          <a:p>
            <a:r>
              <a:rPr lang="en-US" sz="6600" b="1" dirty="0">
                <a:solidFill>
                  <a:srgbClr val="FFC000"/>
                </a:solidFill>
              </a:rPr>
              <a:t>TIKTOK MEDIA</a:t>
            </a:r>
          </a:p>
        </p:txBody>
      </p:sp>
      <p:sp>
        <p:nvSpPr>
          <p:cNvPr id="2" name="TextBox 1">
            <a:extLst>
              <a:ext uri="{FF2B5EF4-FFF2-40B4-BE49-F238E27FC236}">
                <a16:creationId xmlns:a16="http://schemas.microsoft.com/office/drawing/2014/main" id="{A9119E9F-044C-A2FF-E57A-BCA78F73A10A}"/>
              </a:ext>
            </a:extLst>
          </p:cNvPr>
          <p:cNvSpPr txBox="1"/>
          <p:nvPr/>
        </p:nvSpPr>
        <p:spPr>
          <a:xfrm>
            <a:off x="5655416" y="2572224"/>
            <a:ext cx="3101050" cy="523220"/>
          </a:xfrm>
          <a:prstGeom prst="rect">
            <a:avLst/>
          </a:prstGeom>
          <a:noFill/>
        </p:spPr>
        <p:txBody>
          <a:bodyPr wrap="square" rtlCol="0">
            <a:spAutoFit/>
          </a:bodyPr>
          <a:lstStyle/>
          <a:p>
            <a:r>
              <a:rPr lang="en-US" sz="2800" b="1" dirty="0"/>
              <a:t>THE POWER OF </a:t>
            </a:r>
          </a:p>
        </p:txBody>
      </p:sp>
      <p:sp>
        <p:nvSpPr>
          <p:cNvPr id="3" name="Rectangle 2">
            <a:extLst>
              <a:ext uri="{FF2B5EF4-FFF2-40B4-BE49-F238E27FC236}">
                <a16:creationId xmlns:a16="http://schemas.microsoft.com/office/drawing/2014/main" id="{72850D44-9776-3954-EE38-563319E776FD}"/>
              </a:ext>
            </a:extLst>
          </p:cNvPr>
          <p:cNvSpPr/>
          <p:nvPr/>
        </p:nvSpPr>
        <p:spPr>
          <a:xfrm>
            <a:off x="1" y="0"/>
            <a:ext cx="1685556"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 name="Picture 101">
            <a:extLst>
              <a:ext uri="{FF2B5EF4-FFF2-40B4-BE49-F238E27FC236}">
                <a16:creationId xmlns:a16="http://schemas.microsoft.com/office/drawing/2014/main" id="{E518C611-FDAD-3CF8-C572-CD39461ED5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43735" y="291578"/>
            <a:ext cx="1310766" cy="1215322"/>
          </a:xfrm>
          <a:prstGeom prst="rect">
            <a:avLst/>
          </a:prstGeom>
        </p:spPr>
      </p:pic>
      <p:sp>
        <p:nvSpPr>
          <p:cNvPr id="103" name="TextBox 102">
            <a:extLst>
              <a:ext uri="{FF2B5EF4-FFF2-40B4-BE49-F238E27FC236}">
                <a16:creationId xmlns:a16="http://schemas.microsoft.com/office/drawing/2014/main" id="{D9B3DF7E-AE7F-FFD0-BA8F-DBBE6F0C774C}"/>
              </a:ext>
            </a:extLst>
          </p:cNvPr>
          <p:cNvSpPr txBox="1"/>
          <p:nvPr/>
        </p:nvSpPr>
        <p:spPr>
          <a:xfrm>
            <a:off x="5568357" y="4088163"/>
            <a:ext cx="5092691" cy="369332"/>
          </a:xfrm>
          <a:prstGeom prst="rect">
            <a:avLst/>
          </a:prstGeom>
          <a:noFill/>
        </p:spPr>
        <p:txBody>
          <a:bodyPr wrap="square" rtlCol="0">
            <a:spAutoFit/>
          </a:bodyPr>
          <a:lstStyle/>
          <a:p>
            <a:r>
              <a:rPr lang="en-US" dirty="0"/>
              <a:t>Presentation of Professional English (Eng-4101)</a:t>
            </a:r>
          </a:p>
        </p:txBody>
      </p:sp>
      <p:sp>
        <p:nvSpPr>
          <p:cNvPr id="105" name="TextBox 104">
            <a:extLst>
              <a:ext uri="{FF2B5EF4-FFF2-40B4-BE49-F238E27FC236}">
                <a16:creationId xmlns:a16="http://schemas.microsoft.com/office/drawing/2014/main" id="{C7BDF497-AD34-4E43-5911-96AD89FBB01B}"/>
              </a:ext>
            </a:extLst>
          </p:cNvPr>
          <p:cNvSpPr txBox="1"/>
          <p:nvPr/>
        </p:nvSpPr>
        <p:spPr>
          <a:xfrm>
            <a:off x="9282819" y="5569857"/>
            <a:ext cx="1844040" cy="369332"/>
          </a:xfrm>
          <a:prstGeom prst="rect">
            <a:avLst/>
          </a:prstGeom>
          <a:noFill/>
        </p:spPr>
        <p:txBody>
          <a:bodyPr wrap="square" rtlCol="0">
            <a:spAutoFit/>
          </a:bodyPr>
          <a:lstStyle/>
          <a:p>
            <a:r>
              <a:rPr lang="en-US" i="1" dirty="0">
                <a:solidFill>
                  <a:schemeClr val="bg1">
                    <a:lumMod val="65000"/>
                  </a:schemeClr>
                </a:solidFill>
              </a:rPr>
              <a:t>Presented by</a:t>
            </a:r>
          </a:p>
        </p:txBody>
      </p:sp>
      <p:sp>
        <p:nvSpPr>
          <p:cNvPr id="106" name="TextBox 105">
            <a:extLst>
              <a:ext uri="{FF2B5EF4-FFF2-40B4-BE49-F238E27FC236}">
                <a16:creationId xmlns:a16="http://schemas.microsoft.com/office/drawing/2014/main" id="{EE7BBC54-DC71-5053-EB33-EE759D52F449}"/>
              </a:ext>
            </a:extLst>
          </p:cNvPr>
          <p:cNvSpPr txBox="1"/>
          <p:nvPr/>
        </p:nvSpPr>
        <p:spPr>
          <a:xfrm>
            <a:off x="9421715" y="5857706"/>
            <a:ext cx="1916242" cy="461665"/>
          </a:xfrm>
          <a:prstGeom prst="rect">
            <a:avLst/>
          </a:prstGeom>
          <a:noFill/>
        </p:spPr>
        <p:txBody>
          <a:bodyPr wrap="square" rtlCol="0">
            <a:spAutoFit/>
          </a:bodyPr>
          <a:lstStyle/>
          <a:p>
            <a:r>
              <a:rPr lang="en-US" sz="2400" b="1" dirty="0"/>
              <a:t>Group-2</a:t>
            </a:r>
          </a:p>
        </p:txBody>
      </p:sp>
      <p:grpSp>
        <p:nvGrpSpPr>
          <p:cNvPr id="113" name="Group 112">
            <a:extLst>
              <a:ext uri="{FF2B5EF4-FFF2-40B4-BE49-F238E27FC236}">
                <a16:creationId xmlns:a16="http://schemas.microsoft.com/office/drawing/2014/main" id="{5372F937-1A9E-9C10-0E39-462EEA65EECE}"/>
              </a:ext>
            </a:extLst>
          </p:cNvPr>
          <p:cNvGrpSpPr/>
          <p:nvPr/>
        </p:nvGrpSpPr>
        <p:grpSpPr>
          <a:xfrm>
            <a:off x="503251" y="827475"/>
            <a:ext cx="3111918" cy="12190023"/>
            <a:chOff x="503251" y="686803"/>
            <a:chExt cx="3111918" cy="12190023"/>
          </a:xfrm>
        </p:grpSpPr>
        <p:grpSp>
          <p:nvGrpSpPr>
            <p:cNvPr id="96" name="Group 95">
              <a:extLst>
                <a:ext uri="{FF2B5EF4-FFF2-40B4-BE49-F238E27FC236}">
                  <a16:creationId xmlns:a16="http://schemas.microsoft.com/office/drawing/2014/main" id="{CC07C0F7-F8C0-7A01-6D8F-5C1CF7E8A464}"/>
                </a:ext>
              </a:extLst>
            </p:cNvPr>
            <p:cNvGrpSpPr/>
            <p:nvPr/>
          </p:nvGrpSpPr>
          <p:grpSpPr>
            <a:xfrm>
              <a:off x="503251" y="686803"/>
              <a:ext cx="2252938" cy="12190023"/>
              <a:chOff x="1129831" y="-2607606"/>
              <a:chExt cx="2252938" cy="12190023"/>
            </a:xfrm>
            <a:effectLst>
              <a:outerShdw blurRad="228600" dist="76200" dir="7620000" algn="ctr" rotWithShape="0">
                <a:srgbClr val="000000">
                  <a:alpha val="81000"/>
                </a:srgbClr>
              </a:outerShdw>
            </a:effectLst>
            <a:scene3d>
              <a:camera prst="orthographicFront">
                <a:rot lat="0" lon="0" rev="0"/>
              </a:camera>
              <a:lightRig rig="threePt" dir="t"/>
            </a:scene3d>
          </p:grpSpPr>
          <p:sp>
            <p:nvSpPr>
              <p:cNvPr id="28" name="Freeform: Shape 27">
                <a:extLst>
                  <a:ext uri="{FF2B5EF4-FFF2-40B4-BE49-F238E27FC236}">
                    <a16:creationId xmlns:a16="http://schemas.microsoft.com/office/drawing/2014/main" id="{5AFDB4E9-A074-D544-D342-6EDF89FF9414}"/>
                  </a:ext>
                </a:extLst>
              </p:cNvPr>
              <p:cNvSpPr/>
              <p:nvPr/>
            </p:nvSpPr>
            <p:spPr>
              <a:xfrm rot="18900000">
                <a:off x="2054245" y="3149353"/>
                <a:ext cx="449222" cy="753409"/>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28155AAC-985D-4234-A5B9-EEF9CF4A3CC6}"/>
                  </a:ext>
                </a:extLst>
              </p:cNvPr>
              <p:cNvSpPr/>
              <p:nvPr/>
            </p:nvSpPr>
            <p:spPr>
              <a:xfrm rot="18900000">
                <a:off x="2004188" y="-1066606"/>
                <a:ext cx="449222" cy="830275"/>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FA62DCA2-F569-CD1A-E728-7E42CBC97C05}"/>
                  </a:ext>
                </a:extLst>
              </p:cNvPr>
              <p:cNvSpPr/>
              <p:nvPr/>
            </p:nvSpPr>
            <p:spPr>
              <a:xfrm rot="18900000">
                <a:off x="1299576" y="-2607606"/>
                <a:ext cx="1908313" cy="1908314"/>
              </a:xfrm>
              <a:custGeom>
                <a:avLst/>
                <a:gdLst>
                  <a:gd name="connsiteX0" fmla="*/ 1850089 w 1908313"/>
                  <a:gd name="connsiteY0" fmla="*/ 58225 h 1908314"/>
                  <a:gd name="connsiteX1" fmla="*/ 1908313 w 1908313"/>
                  <a:gd name="connsiteY1" fmla="*/ 198790 h 1908314"/>
                  <a:gd name="connsiteX2" fmla="*/ 1908313 w 1908313"/>
                  <a:gd name="connsiteY2" fmla="*/ 1709525 h 1908314"/>
                  <a:gd name="connsiteX3" fmla="*/ 1709524 w 1908313"/>
                  <a:gd name="connsiteY3" fmla="*/ 1908314 h 1908314"/>
                  <a:gd name="connsiteX4" fmla="*/ 575069 w 1908313"/>
                  <a:gd name="connsiteY4" fmla="*/ 1908314 h 1908314"/>
                  <a:gd name="connsiteX5" fmla="*/ 561771 w 1908313"/>
                  <a:gd name="connsiteY5" fmla="*/ 1480433 h 1908314"/>
                  <a:gd name="connsiteX6" fmla="*/ 1365107 w 1908313"/>
                  <a:gd name="connsiteY6" fmla="*/ 1480433 h 1908314"/>
                  <a:gd name="connsiteX7" fmla="*/ 1474802 w 1908313"/>
                  <a:gd name="connsiteY7" fmla="*/ 1370738 h 1908314"/>
                  <a:gd name="connsiteX8" fmla="*/ 1474802 w 1908313"/>
                  <a:gd name="connsiteY8" fmla="*/ 537090 h 1908314"/>
                  <a:gd name="connsiteX9" fmla="*/ 1365107 w 1908313"/>
                  <a:gd name="connsiteY9" fmla="*/ 427395 h 1908314"/>
                  <a:gd name="connsiteX10" fmla="*/ 531459 w 1908313"/>
                  <a:gd name="connsiteY10" fmla="*/ 427395 h 1908314"/>
                  <a:gd name="connsiteX11" fmla="*/ 421764 w 1908313"/>
                  <a:gd name="connsiteY11" fmla="*/ 537090 h 1908314"/>
                  <a:gd name="connsiteX12" fmla="*/ 421764 w 1908313"/>
                  <a:gd name="connsiteY12" fmla="*/ 1370739 h 1908314"/>
                  <a:gd name="connsiteX13" fmla="*/ 430385 w 1908313"/>
                  <a:gd name="connsiteY13" fmla="*/ 1413436 h 1908314"/>
                  <a:gd name="connsiteX14" fmla="*/ 437581 w 1908313"/>
                  <a:gd name="connsiteY14" fmla="*/ 1424110 h 1908314"/>
                  <a:gd name="connsiteX15" fmla="*/ 442252 w 1908313"/>
                  <a:gd name="connsiteY15" fmla="*/ 1574404 h 1908314"/>
                  <a:gd name="connsiteX16" fmla="*/ 441823 w 1908313"/>
                  <a:gd name="connsiteY16" fmla="*/ 1572278 h 1908314"/>
                  <a:gd name="connsiteX17" fmla="*/ 258656 w 1908313"/>
                  <a:gd name="connsiteY17" fmla="*/ 1450867 h 1908314"/>
                  <a:gd name="connsiteX18" fmla="*/ 3408 w 1908313"/>
                  <a:gd name="connsiteY18" fmla="*/ 1450867 h 1908314"/>
                  <a:gd name="connsiteX19" fmla="*/ 0 w 1908313"/>
                  <a:gd name="connsiteY19" fmla="*/ 1341225 h 1908314"/>
                  <a:gd name="connsiteX20" fmla="*/ 0 w 1908313"/>
                  <a:gd name="connsiteY20" fmla="*/ 198790 h 1908314"/>
                  <a:gd name="connsiteX21" fmla="*/ 198789 w 1908313"/>
                  <a:gd name="connsiteY21" fmla="*/ 1 h 1908314"/>
                  <a:gd name="connsiteX22" fmla="*/ 1709524 w 1908313"/>
                  <a:gd name="connsiteY22" fmla="*/ 1 h 1908314"/>
                  <a:gd name="connsiteX23" fmla="*/ 1850089 w 1908313"/>
                  <a:gd name="connsiteY23" fmla="*/ 58225 h 190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4">
                    <a:moveTo>
                      <a:pt x="1850089" y="58225"/>
                    </a:moveTo>
                    <a:cubicBezTo>
                      <a:pt x="1886063" y="94198"/>
                      <a:pt x="1908313" y="143896"/>
                      <a:pt x="1908313" y="198790"/>
                    </a:cubicBezTo>
                    <a:lnTo>
                      <a:pt x="1908313" y="1709525"/>
                    </a:lnTo>
                    <a:cubicBezTo>
                      <a:pt x="1908313" y="1819312"/>
                      <a:pt x="1819312" y="1908313"/>
                      <a:pt x="1709524" y="1908314"/>
                    </a:cubicBezTo>
                    <a:lnTo>
                      <a:pt x="575069" y="1908314"/>
                    </a:lnTo>
                    <a:lnTo>
                      <a:pt x="561771" y="1480433"/>
                    </a:lnTo>
                    <a:lnTo>
                      <a:pt x="1365107" y="1480433"/>
                    </a:lnTo>
                    <a:cubicBezTo>
                      <a:pt x="1425690" y="1480433"/>
                      <a:pt x="1474802" y="1431321"/>
                      <a:pt x="1474802" y="1370738"/>
                    </a:cubicBezTo>
                    <a:lnTo>
                      <a:pt x="1474802" y="537090"/>
                    </a:lnTo>
                    <a:cubicBezTo>
                      <a:pt x="1474802" y="476507"/>
                      <a:pt x="1425691" y="427395"/>
                      <a:pt x="1365107" y="427395"/>
                    </a:cubicBezTo>
                    <a:lnTo>
                      <a:pt x="531459" y="427395"/>
                    </a:lnTo>
                    <a:cubicBezTo>
                      <a:pt x="470876" y="427395"/>
                      <a:pt x="421764" y="476507"/>
                      <a:pt x="421764" y="537090"/>
                    </a:cubicBezTo>
                    <a:lnTo>
                      <a:pt x="421764" y="1370739"/>
                    </a:lnTo>
                    <a:cubicBezTo>
                      <a:pt x="421764" y="1385884"/>
                      <a:pt x="424834" y="1400313"/>
                      <a:pt x="430385" y="1413436"/>
                    </a:cubicBezTo>
                    <a:lnTo>
                      <a:pt x="437581" y="1424110"/>
                    </a:lnTo>
                    <a:lnTo>
                      <a:pt x="442252" y="1574404"/>
                    </a:lnTo>
                    <a:lnTo>
                      <a:pt x="441823" y="1572278"/>
                    </a:lnTo>
                    <a:cubicBezTo>
                      <a:pt x="411645" y="1500930"/>
                      <a:pt x="340997" y="1450867"/>
                      <a:pt x="258656" y="1450867"/>
                    </a:cubicBezTo>
                    <a:lnTo>
                      <a:pt x="3408" y="1450867"/>
                    </a:lnTo>
                    <a:lnTo>
                      <a:pt x="0" y="1341225"/>
                    </a:lnTo>
                    <a:lnTo>
                      <a:pt x="0" y="198790"/>
                    </a:lnTo>
                    <a:cubicBezTo>
                      <a:pt x="0" y="89001"/>
                      <a:pt x="89001" y="0"/>
                      <a:pt x="198789" y="1"/>
                    </a:cubicBezTo>
                    <a:lnTo>
                      <a:pt x="1709524" y="1"/>
                    </a:lnTo>
                    <a:cubicBezTo>
                      <a:pt x="1764418" y="0"/>
                      <a:pt x="1814115" y="22251"/>
                      <a:pt x="1850089" y="58225"/>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60DC6AD4-E994-D3D1-857F-624CCF364DCF}"/>
                  </a:ext>
                </a:extLst>
              </p:cNvPr>
              <p:cNvSpPr/>
              <p:nvPr/>
            </p:nvSpPr>
            <p:spPr>
              <a:xfrm rot="18900000">
                <a:off x="2007074" y="7298477"/>
                <a:ext cx="449222" cy="604820"/>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6" name="Freeform: Shape 85">
                <a:extLst>
                  <a:ext uri="{FF2B5EF4-FFF2-40B4-BE49-F238E27FC236}">
                    <a16:creationId xmlns:a16="http://schemas.microsoft.com/office/drawing/2014/main" id="{2AE20B8B-0527-770D-7D43-92BFEDFFECDC}"/>
                  </a:ext>
                </a:extLst>
              </p:cNvPr>
              <p:cNvSpPr/>
              <p:nvPr/>
            </p:nvSpPr>
            <p:spPr>
              <a:xfrm rot="18900000">
                <a:off x="2041265" y="5193291"/>
                <a:ext cx="438308" cy="752915"/>
              </a:xfrm>
              <a:custGeom>
                <a:avLst/>
                <a:gdLst>
                  <a:gd name="connsiteX0" fmla="*/ 384675 w 438308"/>
                  <a:gd name="connsiteY0" fmla="*/ 58224 h 475665"/>
                  <a:gd name="connsiteX1" fmla="*/ 427276 w 438308"/>
                  <a:gd name="connsiteY1" fmla="*/ 121412 h 475665"/>
                  <a:gd name="connsiteX2" fmla="*/ 428729 w 438308"/>
                  <a:gd name="connsiteY2" fmla="*/ 128605 h 475665"/>
                  <a:gd name="connsiteX3" fmla="*/ 438308 w 438308"/>
                  <a:gd name="connsiteY3" fmla="*/ 475665 h 475665"/>
                  <a:gd name="connsiteX4" fmla="*/ 197201 w 438308"/>
                  <a:gd name="connsiteY4" fmla="*/ 475665 h 475665"/>
                  <a:gd name="connsiteX5" fmla="*/ 14033 w 438308"/>
                  <a:gd name="connsiteY5" fmla="*/ 354253 h 475665"/>
                  <a:gd name="connsiteX6" fmla="*/ 3805 w 438308"/>
                  <a:gd name="connsiteY6" fmla="*/ 303589 h 475665"/>
                  <a:gd name="connsiteX7" fmla="*/ 0 w 438308"/>
                  <a:gd name="connsiteY7" fmla="*/ 1 h 475665"/>
                  <a:gd name="connsiteX8" fmla="*/ 244110 w 438308"/>
                  <a:gd name="connsiteY8" fmla="*/ 1 h 475665"/>
                  <a:gd name="connsiteX9" fmla="*/ 384675 w 438308"/>
                  <a:gd name="connsiteY9" fmla="*/ 58224 h 4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8308" h="475665">
                    <a:moveTo>
                      <a:pt x="384675" y="58224"/>
                    </a:moveTo>
                    <a:cubicBezTo>
                      <a:pt x="402662" y="76211"/>
                      <a:pt x="417218" y="97629"/>
                      <a:pt x="427276" y="121412"/>
                    </a:cubicBezTo>
                    <a:lnTo>
                      <a:pt x="428729" y="128605"/>
                    </a:lnTo>
                    <a:lnTo>
                      <a:pt x="438308" y="475665"/>
                    </a:lnTo>
                    <a:lnTo>
                      <a:pt x="197201" y="475665"/>
                    </a:lnTo>
                    <a:cubicBezTo>
                      <a:pt x="114860" y="475665"/>
                      <a:pt x="44211" y="425602"/>
                      <a:pt x="14033" y="354253"/>
                    </a:cubicBezTo>
                    <a:lnTo>
                      <a:pt x="3805" y="303589"/>
                    </a:lnTo>
                    <a:lnTo>
                      <a:pt x="0" y="1"/>
                    </a:lnTo>
                    <a:lnTo>
                      <a:pt x="244110" y="1"/>
                    </a:lnTo>
                    <a:cubicBezTo>
                      <a:pt x="299004" y="-1"/>
                      <a:pt x="348701" y="22250"/>
                      <a:pt x="384675"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5" name="Freeform: Shape 84">
                <a:extLst>
                  <a:ext uri="{FF2B5EF4-FFF2-40B4-BE49-F238E27FC236}">
                    <a16:creationId xmlns:a16="http://schemas.microsoft.com/office/drawing/2014/main" id="{E63351B5-5FA3-83A8-F2FA-3639339C49EF}"/>
                  </a:ext>
                </a:extLst>
              </p:cNvPr>
              <p:cNvSpPr/>
              <p:nvPr/>
            </p:nvSpPr>
            <p:spPr>
              <a:xfrm rot="18900000">
                <a:off x="1886938" y="5461917"/>
                <a:ext cx="1588" cy="92397"/>
              </a:xfrm>
              <a:custGeom>
                <a:avLst/>
                <a:gdLst>
                  <a:gd name="connsiteX0" fmla="*/ 431 w 1588"/>
                  <a:gd name="connsiteY0" fmla="*/ 0 h 92397"/>
                  <a:gd name="connsiteX1" fmla="*/ 1588 w 1588"/>
                  <a:gd name="connsiteY1" fmla="*/ 92397 h 92397"/>
                  <a:gd name="connsiteX2" fmla="*/ 0 w 1588"/>
                  <a:gd name="connsiteY2" fmla="*/ 92397 h 92397"/>
                  <a:gd name="connsiteX3" fmla="*/ 0 w 1588"/>
                  <a:gd name="connsiteY3" fmla="*/ 6 h 92397"/>
                  <a:gd name="connsiteX4" fmla="*/ 431 w 1588"/>
                  <a:gd name="connsiteY4" fmla="*/ 0 h 92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 h="92397">
                    <a:moveTo>
                      <a:pt x="431" y="0"/>
                    </a:moveTo>
                    <a:lnTo>
                      <a:pt x="1588" y="92397"/>
                    </a:lnTo>
                    <a:lnTo>
                      <a:pt x="0" y="92397"/>
                    </a:lnTo>
                    <a:lnTo>
                      <a:pt x="0" y="6"/>
                    </a:lnTo>
                    <a:lnTo>
                      <a:pt x="43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3" name="Freeform: Shape 82">
                <a:extLst>
                  <a:ext uri="{FF2B5EF4-FFF2-40B4-BE49-F238E27FC236}">
                    <a16:creationId xmlns:a16="http://schemas.microsoft.com/office/drawing/2014/main" id="{0D36E47D-3667-C49E-96C7-28C2D79E8CEF}"/>
                  </a:ext>
                </a:extLst>
              </p:cNvPr>
              <p:cNvSpPr/>
              <p:nvPr/>
            </p:nvSpPr>
            <p:spPr>
              <a:xfrm rot="18900000">
                <a:off x="2601109" y="5550703"/>
                <a:ext cx="4591" cy="97710"/>
              </a:xfrm>
              <a:custGeom>
                <a:avLst/>
                <a:gdLst>
                  <a:gd name="connsiteX0" fmla="*/ 4591 w 4591"/>
                  <a:gd name="connsiteY0" fmla="*/ 0 h 97710"/>
                  <a:gd name="connsiteX1" fmla="*/ 4591 w 4591"/>
                  <a:gd name="connsiteY1" fmla="*/ 97658 h 97710"/>
                  <a:gd name="connsiteX2" fmla="*/ 2697 w 4591"/>
                  <a:gd name="connsiteY2" fmla="*/ 97710 h 97710"/>
                  <a:gd name="connsiteX3" fmla="*/ 0 w 4591"/>
                  <a:gd name="connsiteY3" fmla="*/ 0 h 97710"/>
                  <a:gd name="connsiteX4" fmla="*/ 4591 w 4591"/>
                  <a:gd name="connsiteY4" fmla="*/ 0 h 97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1" h="97710">
                    <a:moveTo>
                      <a:pt x="4591" y="0"/>
                    </a:moveTo>
                    <a:lnTo>
                      <a:pt x="4591" y="97658"/>
                    </a:lnTo>
                    <a:lnTo>
                      <a:pt x="2697" y="97710"/>
                    </a:lnTo>
                    <a:lnTo>
                      <a:pt x="0" y="0"/>
                    </a:lnTo>
                    <a:lnTo>
                      <a:pt x="459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Shape 81">
                <a:extLst>
                  <a:ext uri="{FF2B5EF4-FFF2-40B4-BE49-F238E27FC236}">
                    <a16:creationId xmlns:a16="http://schemas.microsoft.com/office/drawing/2014/main" id="{DE87CE0A-2C7F-03DE-4446-F2D1589F3DF0}"/>
                  </a:ext>
                </a:extLst>
              </p:cNvPr>
              <p:cNvSpPr/>
              <p:nvPr/>
            </p:nvSpPr>
            <p:spPr>
              <a:xfrm rot="18900000">
                <a:off x="1922453" y="3642829"/>
                <a:ext cx="1316334" cy="1582646"/>
              </a:xfrm>
              <a:custGeom>
                <a:avLst/>
                <a:gdLst>
                  <a:gd name="connsiteX0" fmla="*/ 1311519 w 1316334"/>
                  <a:gd name="connsiteY0" fmla="*/ 131780 h 1582646"/>
                  <a:gd name="connsiteX1" fmla="*/ 1314529 w 1316334"/>
                  <a:gd name="connsiteY1" fmla="*/ 228660 h 1582646"/>
                  <a:gd name="connsiteX2" fmla="*/ 1316334 w 1316334"/>
                  <a:gd name="connsiteY2" fmla="*/ 228603 h 1582646"/>
                  <a:gd name="connsiteX3" fmla="*/ 1316334 w 1316334"/>
                  <a:gd name="connsiteY3" fmla="*/ 1383857 h 1582646"/>
                  <a:gd name="connsiteX4" fmla="*/ 1117545 w 1316334"/>
                  <a:gd name="connsiteY4" fmla="*/ 1582646 h 1582646"/>
                  <a:gd name="connsiteX5" fmla="*/ 11809 w 1316334"/>
                  <a:gd name="connsiteY5" fmla="*/ 1582646 h 1582646"/>
                  <a:gd name="connsiteX6" fmla="*/ 0 w 1316334"/>
                  <a:gd name="connsiteY6" fmla="*/ 1154766 h 1582646"/>
                  <a:gd name="connsiteX7" fmla="*/ 773127 w 1316334"/>
                  <a:gd name="connsiteY7" fmla="*/ 1154766 h 1582646"/>
                  <a:gd name="connsiteX8" fmla="*/ 882822 w 1316334"/>
                  <a:gd name="connsiteY8" fmla="*/ 1045069 h 1582646"/>
                  <a:gd name="connsiteX9" fmla="*/ 882823 w 1316334"/>
                  <a:gd name="connsiteY9" fmla="*/ 211422 h 1582646"/>
                  <a:gd name="connsiteX10" fmla="*/ 877169 w 1316334"/>
                  <a:gd name="connsiteY10" fmla="*/ 183417 h 1582646"/>
                  <a:gd name="connsiteX11" fmla="*/ 878117 w 1316334"/>
                  <a:gd name="connsiteY11" fmla="*/ 183388 h 1582646"/>
                  <a:gd name="connsiteX12" fmla="*/ 872418 w 1316334"/>
                  <a:gd name="connsiteY12" fmla="*/ 0 h 1582646"/>
                  <a:gd name="connsiteX13" fmla="*/ 874511 w 1316334"/>
                  <a:gd name="connsiteY13" fmla="*/ 10367 h 1582646"/>
                  <a:gd name="connsiteX14" fmla="*/ 1057678 w 1316334"/>
                  <a:gd name="connsiteY14" fmla="*/ 131780 h 1582646"/>
                  <a:gd name="connsiteX15" fmla="*/ 1311519 w 1316334"/>
                  <a:gd name="connsiteY15" fmla="*/ 131780 h 1582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6334" h="1582646">
                    <a:moveTo>
                      <a:pt x="1311519" y="131780"/>
                    </a:moveTo>
                    <a:lnTo>
                      <a:pt x="1314529" y="228660"/>
                    </a:lnTo>
                    <a:lnTo>
                      <a:pt x="1316334" y="228603"/>
                    </a:lnTo>
                    <a:lnTo>
                      <a:pt x="1316334" y="1383857"/>
                    </a:lnTo>
                    <a:cubicBezTo>
                      <a:pt x="1316333" y="1493645"/>
                      <a:pt x="1227333" y="1582645"/>
                      <a:pt x="1117545" y="1582646"/>
                    </a:cubicBezTo>
                    <a:lnTo>
                      <a:pt x="11809" y="1582646"/>
                    </a:lnTo>
                    <a:lnTo>
                      <a:pt x="0" y="1154766"/>
                    </a:lnTo>
                    <a:lnTo>
                      <a:pt x="773127" y="1154766"/>
                    </a:lnTo>
                    <a:cubicBezTo>
                      <a:pt x="833711" y="1154766"/>
                      <a:pt x="882823" y="1105654"/>
                      <a:pt x="882822" y="1045069"/>
                    </a:cubicBezTo>
                    <a:lnTo>
                      <a:pt x="882823" y="211422"/>
                    </a:lnTo>
                    <a:lnTo>
                      <a:pt x="877169" y="183417"/>
                    </a:lnTo>
                    <a:lnTo>
                      <a:pt x="878117" y="183388"/>
                    </a:lnTo>
                    <a:lnTo>
                      <a:pt x="872418" y="0"/>
                    </a:lnTo>
                    <a:lnTo>
                      <a:pt x="874511" y="10367"/>
                    </a:lnTo>
                    <a:cubicBezTo>
                      <a:pt x="904689" y="81716"/>
                      <a:pt x="975337" y="131779"/>
                      <a:pt x="1057678" y="131780"/>
                    </a:cubicBezTo>
                    <a:lnTo>
                      <a:pt x="1311519" y="13178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Shape 80">
                <a:extLst>
                  <a:ext uri="{FF2B5EF4-FFF2-40B4-BE49-F238E27FC236}">
                    <a16:creationId xmlns:a16="http://schemas.microsoft.com/office/drawing/2014/main" id="{A5D94C2E-F724-BB26-AAD6-4E5B5FE458B7}"/>
                  </a:ext>
                </a:extLst>
              </p:cNvPr>
              <p:cNvSpPr/>
              <p:nvPr/>
            </p:nvSpPr>
            <p:spPr>
              <a:xfrm rot="18900000">
                <a:off x="1261799" y="3824095"/>
                <a:ext cx="1345120" cy="1561254"/>
              </a:xfrm>
              <a:custGeom>
                <a:avLst/>
                <a:gdLst>
                  <a:gd name="connsiteX0" fmla="*/ 1331836 w 1345120"/>
                  <a:gd name="connsiteY0" fmla="*/ 0 h 1561254"/>
                  <a:gd name="connsiteX1" fmla="*/ 1345120 w 1345120"/>
                  <a:gd name="connsiteY1" fmla="*/ 427395 h 1561254"/>
                  <a:gd name="connsiteX2" fmla="*/ 531459 w 1345120"/>
                  <a:gd name="connsiteY2" fmla="*/ 427395 h 1561254"/>
                  <a:gd name="connsiteX3" fmla="*/ 421764 w 1345120"/>
                  <a:gd name="connsiteY3" fmla="*/ 537091 h 1561254"/>
                  <a:gd name="connsiteX4" fmla="*/ 421764 w 1345120"/>
                  <a:gd name="connsiteY4" fmla="*/ 1370739 h 1561254"/>
                  <a:gd name="connsiteX5" fmla="*/ 425580 w 1345120"/>
                  <a:gd name="connsiteY5" fmla="*/ 1389640 h 1561254"/>
                  <a:gd name="connsiteX6" fmla="*/ 430317 w 1345120"/>
                  <a:gd name="connsiteY6" fmla="*/ 1561254 h 1561254"/>
                  <a:gd name="connsiteX7" fmla="*/ 428864 w 1345120"/>
                  <a:gd name="connsiteY7" fmla="*/ 1554061 h 1561254"/>
                  <a:gd name="connsiteX8" fmla="*/ 386263 w 1345120"/>
                  <a:gd name="connsiteY8" fmla="*/ 1490873 h 1561254"/>
                  <a:gd name="connsiteX9" fmla="*/ 245698 w 1345120"/>
                  <a:gd name="connsiteY9" fmla="*/ 1432650 h 1561254"/>
                  <a:gd name="connsiteX10" fmla="*/ 1588 w 1345120"/>
                  <a:gd name="connsiteY10" fmla="*/ 1432650 h 1561254"/>
                  <a:gd name="connsiteX11" fmla="*/ 431 w 1345120"/>
                  <a:gd name="connsiteY11" fmla="*/ 1340253 h 1561254"/>
                  <a:gd name="connsiteX12" fmla="*/ 0 w 1345120"/>
                  <a:gd name="connsiteY12" fmla="*/ 1340259 h 1561254"/>
                  <a:gd name="connsiteX13" fmla="*/ 0 w 1345120"/>
                  <a:gd name="connsiteY13" fmla="*/ 198790 h 1561254"/>
                  <a:gd name="connsiteX14" fmla="*/ 198789 w 1345120"/>
                  <a:gd name="connsiteY14" fmla="*/ 1 h 1561254"/>
                  <a:gd name="connsiteX15" fmla="*/ 1331836 w 1345120"/>
                  <a:gd name="connsiteY15" fmla="*/ 0 h 1561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5120" h="1561254">
                    <a:moveTo>
                      <a:pt x="1331836" y="0"/>
                    </a:moveTo>
                    <a:lnTo>
                      <a:pt x="1345120" y="427395"/>
                    </a:lnTo>
                    <a:lnTo>
                      <a:pt x="531459" y="427395"/>
                    </a:lnTo>
                    <a:cubicBezTo>
                      <a:pt x="470876" y="427395"/>
                      <a:pt x="421764" y="476508"/>
                      <a:pt x="421764" y="537091"/>
                    </a:cubicBezTo>
                    <a:lnTo>
                      <a:pt x="421764" y="1370739"/>
                    </a:lnTo>
                    <a:lnTo>
                      <a:pt x="425580" y="1389640"/>
                    </a:lnTo>
                    <a:lnTo>
                      <a:pt x="430317" y="1561254"/>
                    </a:lnTo>
                    <a:lnTo>
                      <a:pt x="428864" y="1554061"/>
                    </a:lnTo>
                    <a:cubicBezTo>
                      <a:pt x="418806" y="1530278"/>
                      <a:pt x="404250" y="1508860"/>
                      <a:pt x="386263" y="1490873"/>
                    </a:cubicBezTo>
                    <a:cubicBezTo>
                      <a:pt x="350289" y="1454899"/>
                      <a:pt x="300592" y="1432648"/>
                      <a:pt x="245698" y="1432650"/>
                    </a:cubicBezTo>
                    <a:lnTo>
                      <a:pt x="1588" y="1432650"/>
                    </a:lnTo>
                    <a:lnTo>
                      <a:pt x="431" y="1340253"/>
                    </a:lnTo>
                    <a:lnTo>
                      <a:pt x="0" y="1340259"/>
                    </a:lnTo>
                    <a:lnTo>
                      <a:pt x="0" y="198790"/>
                    </a:lnTo>
                    <a:cubicBezTo>
                      <a:pt x="0" y="89002"/>
                      <a:pt x="89001" y="1"/>
                      <a:pt x="198789" y="1"/>
                    </a:cubicBezTo>
                    <a:lnTo>
                      <a:pt x="1331836"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Shape 78">
                <a:extLst>
                  <a:ext uri="{FF2B5EF4-FFF2-40B4-BE49-F238E27FC236}">
                    <a16:creationId xmlns:a16="http://schemas.microsoft.com/office/drawing/2014/main" id="{AD40CF3F-8DF7-CEDA-18A3-A7B76440ED66}"/>
                  </a:ext>
                </a:extLst>
              </p:cNvPr>
              <p:cNvSpPr/>
              <p:nvPr/>
            </p:nvSpPr>
            <p:spPr>
              <a:xfrm rot="18900000">
                <a:off x="2435684" y="5272165"/>
                <a:ext cx="14170" cy="347060"/>
              </a:xfrm>
              <a:custGeom>
                <a:avLst/>
                <a:gdLst>
                  <a:gd name="connsiteX0" fmla="*/ 0 w 14170"/>
                  <a:gd name="connsiteY0" fmla="*/ 0 h 347060"/>
                  <a:gd name="connsiteX1" fmla="*/ 14170 w 14170"/>
                  <a:gd name="connsiteY1" fmla="*/ 70185 h 347060"/>
                  <a:gd name="connsiteX2" fmla="*/ 14170 w 14170"/>
                  <a:gd name="connsiteY2" fmla="*/ 347060 h 347060"/>
                  <a:gd name="connsiteX3" fmla="*/ 9579 w 14170"/>
                  <a:gd name="connsiteY3" fmla="*/ 347060 h 347060"/>
                  <a:gd name="connsiteX4" fmla="*/ 0 w 14170"/>
                  <a:gd name="connsiteY4" fmla="*/ 0 h 34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70" h="347060">
                    <a:moveTo>
                      <a:pt x="0" y="0"/>
                    </a:moveTo>
                    <a:lnTo>
                      <a:pt x="14170" y="70185"/>
                    </a:lnTo>
                    <a:lnTo>
                      <a:pt x="14170" y="347060"/>
                    </a:lnTo>
                    <a:lnTo>
                      <a:pt x="9579" y="347060"/>
                    </a:lnTo>
                    <a:lnTo>
                      <a:pt x="0"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6" name="Freeform: Shape 75">
                <a:extLst>
                  <a:ext uri="{FF2B5EF4-FFF2-40B4-BE49-F238E27FC236}">
                    <a16:creationId xmlns:a16="http://schemas.microsoft.com/office/drawing/2014/main" id="{63259CA8-59A6-F667-B3D9-E9C1C2511664}"/>
                  </a:ext>
                </a:extLst>
              </p:cNvPr>
              <p:cNvSpPr/>
              <p:nvPr/>
            </p:nvSpPr>
            <p:spPr>
              <a:xfrm rot="18900000">
                <a:off x="2026383" y="5494977"/>
                <a:ext cx="5393" cy="303588"/>
              </a:xfrm>
              <a:custGeom>
                <a:avLst/>
                <a:gdLst>
                  <a:gd name="connsiteX0" fmla="*/ 1588 w 5393"/>
                  <a:gd name="connsiteY0" fmla="*/ 0 h 303588"/>
                  <a:gd name="connsiteX1" fmla="*/ 5393 w 5393"/>
                  <a:gd name="connsiteY1" fmla="*/ 303588 h 303588"/>
                  <a:gd name="connsiteX2" fmla="*/ 0 w 5393"/>
                  <a:gd name="connsiteY2" fmla="*/ 276875 h 303588"/>
                  <a:gd name="connsiteX3" fmla="*/ 0 w 5393"/>
                  <a:gd name="connsiteY3" fmla="*/ 0 h 303588"/>
                  <a:gd name="connsiteX4" fmla="*/ 1588 w 5393"/>
                  <a:gd name="connsiteY4" fmla="*/ 0 h 303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3" h="303588">
                    <a:moveTo>
                      <a:pt x="1588" y="0"/>
                    </a:moveTo>
                    <a:lnTo>
                      <a:pt x="5393" y="303588"/>
                    </a:lnTo>
                    <a:lnTo>
                      <a:pt x="0" y="276875"/>
                    </a:lnTo>
                    <a:lnTo>
                      <a:pt x="0" y="0"/>
                    </a:lnTo>
                    <a:lnTo>
                      <a:pt x="1588"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5" name="Freeform: Shape 74">
                <a:extLst>
                  <a:ext uri="{FF2B5EF4-FFF2-40B4-BE49-F238E27FC236}">
                    <a16:creationId xmlns:a16="http://schemas.microsoft.com/office/drawing/2014/main" id="{AFB242DF-AFE2-4A35-2202-A8DC3A301033}"/>
                  </a:ext>
                </a:extLst>
              </p:cNvPr>
              <p:cNvSpPr/>
              <p:nvPr/>
            </p:nvSpPr>
            <p:spPr>
              <a:xfrm rot="18900000">
                <a:off x="1866818" y="5682781"/>
                <a:ext cx="1346542" cy="1604725"/>
              </a:xfrm>
              <a:custGeom>
                <a:avLst/>
                <a:gdLst>
                  <a:gd name="connsiteX0" fmla="*/ 1341951 w 1346542"/>
                  <a:gd name="connsiteY0" fmla="*/ 172076 h 1604725"/>
                  <a:gd name="connsiteX1" fmla="*/ 1344648 w 1346542"/>
                  <a:gd name="connsiteY1" fmla="*/ 269786 h 1604725"/>
                  <a:gd name="connsiteX2" fmla="*/ 1346542 w 1346542"/>
                  <a:gd name="connsiteY2" fmla="*/ 269734 h 1604725"/>
                  <a:gd name="connsiteX3" fmla="*/ 1346542 w 1346542"/>
                  <a:gd name="connsiteY3" fmla="*/ 1405936 h 1604725"/>
                  <a:gd name="connsiteX4" fmla="*/ 1147753 w 1346542"/>
                  <a:gd name="connsiteY4" fmla="*/ 1604725 h 1604725"/>
                  <a:gd name="connsiteX5" fmla="*/ 13298 w 1346542"/>
                  <a:gd name="connsiteY5" fmla="*/ 1604724 h 1604725"/>
                  <a:gd name="connsiteX6" fmla="*/ 0 w 1346542"/>
                  <a:gd name="connsiteY6" fmla="*/ 1176844 h 1604725"/>
                  <a:gd name="connsiteX7" fmla="*/ 803336 w 1346542"/>
                  <a:gd name="connsiteY7" fmla="*/ 1176844 h 1604725"/>
                  <a:gd name="connsiteX8" fmla="*/ 913031 w 1346542"/>
                  <a:gd name="connsiteY8" fmla="*/ 1067149 h 1604725"/>
                  <a:gd name="connsiteX9" fmla="*/ 913031 w 1346542"/>
                  <a:gd name="connsiteY9" fmla="*/ 233500 h 1604725"/>
                  <a:gd name="connsiteX10" fmla="*/ 910198 w 1346542"/>
                  <a:gd name="connsiteY10" fmla="*/ 219466 h 1604725"/>
                  <a:gd name="connsiteX11" fmla="*/ 907448 w 1346542"/>
                  <a:gd name="connsiteY11" fmla="*/ 0 h 1604725"/>
                  <a:gd name="connsiteX12" fmla="*/ 917676 w 1346542"/>
                  <a:gd name="connsiteY12" fmla="*/ 50664 h 1604725"/>
                  <a:gd name="connsiteX13" fmla="*/ 1100844 w 1346542"/>
                  <a:gd name="connsiteY13" fmla="*/ 172076 h 1604725"/>
                  <a:gd name="connsiteX14" fmla="*/ 1341951 w 1346542"/>
                  <a:gd name="connsiteY14" fmla="*/ 172076 h 1604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6542" h="1604725">
                    <a:moveTo>
                      <a:pt x="1341951" y="172076"/>
                    </a:moveTo>
                    <a:lnTo>
                      <a:pt x="1344648" y="269786"/>
                    </a:lnTo>
                    <a:lnTo>
                      <a:pt x="1346542" y="269734"/>
                    </a:lnTo>
                    <a:lnTo>
                      <a:pt x="1346542" y="1405936"/>
                    </a:lnTo>
                    <a:cubicBezTo>
                      <a:pt x="1346542" y="1515722"/>
                      <a:pt x="1257541" y="1604723"/>
                      <a:pt x="1147753" y="1604725"/>
                    </a:cubicBezTo>
                    <a:lnTo>
                      <a:pt x="13298" y="1604724"/>
                    </a:lnTo>
                    <a:lnTo>
                      <a:pt x="0" y="1176844"/>
                    </a:lnTo>
                    <a:lnTo>
                      <a:pt x="803336" y="1176844"/>
                    </a:lnTo>
                    <a:cubicBezTo>
                      <a:pt x="863919" y="1176843"/>
                      <a:pt x="913031" y="1127731"/>
                      <a:pt x="913031" y="1067149"/>
                    </a:cubicBezTo>
                    <a:lnTo>
                      <a:pt x="913031" y="233500"/>
                    </a:lnTo>
                    <a:lnTo>
                      <a:pt x="910198" y="219466"/>
                    </a:lnTo>
                    <a:lnTo>
                      <a:pt x="907448" y="0"/>
                    </a:lnTo>
                    <a:lnTo>
                      <a:pt x="917676" y="50664"/>
                    </a:lnTo>
                    <a:cubicBezTo>
                      <a:pt x="947854" y="122013"/>
                      <a:pt x="1018503" y="172076"/>
                      <a:pt x="1100844" y="172076"/>
                    </a:cubicBezTo>
                    <a:lnTo>
                      <a:pt x="1341951" y="172076"/>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4" name="Freeform: Shape 73">
                <a:extLst>
                  <a:ext uri="{FF2B5EF4-FFF2-40B4-BE49-F238E27FC236}">
                    <a16:creationId xmlns:a16="http://schemas.microsoft.com/office/drawing/2014/main" id="{A5AFF5A1-6093-DB08-A226-5AEB8437E5E2}"/>
                  </a:ext>
                </a:extLst>
              </p:cNvPr>
              <p:cNvSpPr/>
              <p:nvPr/>
            </p:nvSpPr>
            <p:spPr>
              <a:xfrm rot="18900000">
                <a:off x="1249997" y="5883791"/>
                <a:ext cx="1306927" cy="1574403"/>
              </a:xfrm>
              <a:custGeom>
                <a:avLst/>
                <a:gdLst>
                  <a:gd name="connsiteX0" fmla="*/ 1301571 w 1306927"/>
                  <a:gd name="connsiteY0" fmla="*/ 1 h 1574403"/>
                  <a:gd name="connsiteX1" fmla="*/ 1306927 w 1306927"/>
                  <a:gd name="connsiteY1" fmla="*/ 427395 h 1574403"/>
                  <a:gd name="connsiteX2" fmla="*/ 531458 w 1306927"/>
                  <a:gd name="connsiteY2" fmla="*/ 427394 h 1574403"/>
                  <a:gd name="connsiteX3" fmla="*/ 421763 w 1306927"/>
                  <a:gd name="connsiteY3" fmla="*/ 537089 h 1574403"/>
                  <a:gd name="connsiteX4" fmla="*/ 421763 w 1306927"/>
                  <a:gd name="connsiteY4" fmla="*/ 1370738 h 1574403"/>
                  <a:gd name="connsiteX5" fmla="*/ 430385 w 1306927"/>
                  <a:gd name="connsiteY5" fmla="*/ 1413436 h 1574403"/>
                  <a:gd name="connsiteX6" fmla="*/ 437581 w 1306927"/>
                  <a:gd name="connsiteY6" fmla="*/ 1424109 h 1574403"/>
                  <a:gd name="connsiteX7" fmla="*/ 442252 w 1306927"/>
                  <a:gd name="connsiteY7" fmla="*/ 1574403 h 1574403"/>
                  <a:gd name="connsiteX8" fmla="*/ 441823 w 1306927"/>
                  <a:gd name="connsiteY8" fmla="*/ 1572277 h 1574403"/>
                  <a:gd name="connsiteX9" fmla="*/ 258656 w 1306927"/>
                  <a:gd name="connsiteY9" fmla="*/ 1450866 h 1574403"/>
                  <a:gd name="connsiteX10" fmla="*/ 3408 w 1306927"/>
                  <a:gd name="connsiteY10" fmla="*/ 1450866 h 1574403"/>
                  <a:gd name="connsiteX11" fmla="*/ 0 w 1306927"/>
                  <a:gd name="connsiteY11" fmla="*/ 1341224 h 1574403"/>
                  <a:gd name="connsiteX12" fmla="*/ 0 w 1306927"/>
                  <a:gd name="connsiteY12" fmla="*/ 198790 h 1574403"/>
                  <a:gd name="connsiteX13" fmla="*/ 198789 w 1306927"/>
                  <a:gd name="connsiteY13" fmla="*/ 1 h 1574403"/>
                  <a:gd name="connsiteX14" fmla="*/ 1301571 w 1306927"/>
                  <a:gd name="connsiteY14" fmla="*/ 1 h 1574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06927" h="1574403">
                    <a:moveTo>
                      <a:pt x="1301571" y="1"/>
                    </a:moveTo>
                    <a:lnTo>
                      <a:pt x="1306927" y="427395"/>
                    </a:lnTo>
                    <a:lnTo>
                      <a:pt x="531458" y="427394"/>
                    </a:lnTo>
                    <a:cubicBezTo>
                      <a:pt x="470876" y="427394"/>
                      <a:pt x="421764" y="476506"/>
                      <a:pt x="421763" y="537089"/>
                    </a:cubicBezTo>
                    <a:lnTo>
                      <a:pt x="421763" y="1370738"/>
                    </a:lnTo>
                    <a:cubicBezTo>
                      <a:pt x="421763" y="1385883"/>
                      <a:pt x="424834" y="1400312"/>
                      <a:pt x="430385" y="1413436"/>
                    </a:cubicBezTo>
                    <a:lnTo>
                      <a:pt x="437581" y="1424109"/>
                    </a:lnTo>
                    <a:lnTo>
                      <a:pt x="442252" y="1574403"/>
                    </a:lnTo>
                    <a:lnTo>
                      <a:pt x="441823" y="1572277"/>
                    </a:lnTo>
                    <a:cubicBezTo>
                      <a:pt x="411645" y="1500930"/>
                      <a:pt x="340997" y="1450866"/>
                      <a:pt x="258656" y="1450866"/>
                    </a:cubicBezTo>
                    <a:lnTo>
                      <a:pt x="3408" y="1450866"/>
                    </a:lnTo>
                    <a:lnTo>
                      <a:pt x="0" y="1341224"/>
                    </a:lnTo>
                    <a:lnTo>
                      <a:pt x="0" y="198790"/>
                    </a:lnTo>
                    <a:cubicBezTo>
                      <a:pt x="0" y="89000"/>
                      <a:pt x="89000" y="-1"/>
                      <a:pt x="198789" y="1"/>
                    </a:cubicBezTo>
                    <a:lnTo>
                      <a:pt x="1301571" y="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C9F29DC0-D3DA-9C2E-AB2F-F63F3E86D848}"/>
                  </a:ext>
                </a:extLst>
              </p:cNvPr>
              <p:cNvSpPr/>
              <p:nvPr/>
            </p:nvSpPr>
            <p:spPr>
              <a:xfrm rot="18900000">
                <a:off x="1279979" y="7674104"/>
                <a:ext cx="1908313" cy="1908313"/>
              </a:xfrm>
              <a:custGeom>
                <a:avLst/>
                <a:gdLst>
                  <a:gd name="connsiteX0" fmla="*/ 1903498 w 1908313"/>
                  <a:gd name="connsiteY0" fmla="*/ 457447 h 1908313"/>
                  <a:gd name="connsiteX1" fmla="*/ 1906509 w 1908313"/>
                  <a:gd name="connsiteY1" fmla="*/ 554327 h 1908313"/>
                  <a:gd name="connsiteX2" fmla="*/ 1908313 w 1908313"/>
                  <a:gd name="connsiteY2" fmla="*/ 554270 h 1908313"/>
                  <a:gd name="connsiteX3" fmla="*/ 1908313 w 1908313"/>
                  <a:gd name="connsiteY3" fmla="*/ 1709524 h 1908313"/>
                  <a:gd name="connsiteX4" fmla="*/ 1709524 w 1908313"/>
                  <a:gd name="connsiteY4" fmla="*/ 1908313 h 1908313"/>
                  <a:gd name="connsiteX5" fmla="*/ 198789 w 1908313"/>
                  <a:gd name="connsiteY5" fmla="*/ 1908313 h 1908313"/>
                  <a:gd name="connsiteX6" fmla="*/ 0 w 1908313"/>
                  <a:gd name="connsiteY6" fmla="*/ 1709524 h 1908313"/>
                  <a:gd name="connsiteX7" fmla="*/ 0 w 1908313"/>
                  <a:gd name="connsiteY7" fmla="*/ 198789 h 1908313"/>
                  <a:gd name="connsiteX8" fmla="*/ 198789 w 1908313"/>
                  <a:gd name="connsiteY8" fmla="*/ 0 h 1908313"/>
                  <a:gd name="connsiteX9" fmla="*/ 1331837 w 1908313"/>
                  <a:gd name="connsiteY9" fmla="*/ 0 h 1908313"/>
                  <a:gd name="connsiteX10" fmla="*/ 1345120 w 1908313"/>
                  <a:gd name="connsiteY10" fmla="*/ 427395 h 1908313"/>
                  <a:gd name="connsiteX11" fmla="*/ 531460 w 1908313"/>
                  <a:gd name="connsiteY11" fmla="*/ 427395 h 1908313"/>
                  <a:gd name="connsiteX12" fmla="*/ 421764 w 1908313"/>
                  <a:gd name="connsiteY12" fmla="*/ 537090 h 1908313"/>
                  <a:gd name="connsiteX13" fmla="*/ 421764 w 1908313"/>
                  <a:gd name="connsiteY13" fmla="*/ 1370738 h 1908313"/>
                  <a:gd name="connsiteX14" fmla="*/ 531459 w 1908313"/>
                  <a:gd name="connsiteY14" fmla="*/ 1480433 h 1908313"/>
                  <a:gd name="connsiteX15" fmla="*/ 1365107 w 1908313"/>
                  <a:gd name="connsiteY15" fmla="*/ 1480433 h 1908313"/>
                  <a:gd name="connsiteX16" fmla="*/ 1474802 w 1908313"/>
                  <a:gd name="connsiteY16" fmla="*/ 1370737 h 1908313"/>
                  <a:gd name="connsiteX17" fmla="*/ 1474802 w 1908313"/>
                  <a:gd name="connsiteY17" fmla="*/ 537090 h 1908313"/>
                  <a:gd name="connsiteX18" fmla="*/ 1469148 w 1908313"/>
                  <a:gd name="connsiteY18" fmla="*/ 509084 h 1908313"/>
                  <a:gd name="connsiteX19" fmla="*/ 1470096 w 1908313"/>
                  <a:gd name="connsiteY19" fmla="*/ 509055 h 1908313"/>
                  <a:gd name="connsiteX20" fmla="*/ 1464397 w 1908313"/>
                  <a:gd name="connsiteY20" fmla="*/ 325667 h 1908313"/>
                  <a:gd name="connsiteX21" fmla="*/ 1466490 w 1908313"/>
                  <a:gd name="connsiteY21" fmla="*/ 336034 h 1908313"/>
                  <a:gd name="connsiteX22" fmla="*/ 1649657 w 1908313"/>
                  <a:gd name="connsiteY22" fmla="*/ 457447 h 1908313"/>
                  <a:gd name="connsiteX23" fmla="*/ 1903498 w 1908313"/>
                  <a:gd name="connsiteY23" fmla="*/ 457447 h 1908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3">
                    <a:moveTo>
                      <a:pt x="1903498" y="457447"/>
                    </a:moveTo>
                    <a:lnTo>
                      <a:pt x="1906509" y="554327"/>
                    </a:lnTo>
                    <a:lnTo>
                      <a:pt x="1908313" y="554270"/>
                    </a:lnTo>
                    <a:lnTo>
                      <a:pt x="1908313" y="1709524"/>
                    </a:lnTo>
                    <a:cubicBezTo>
                      <a:pt x="1908312" y="1819312"/>
                      <a:pt x="1819312" y="1908312"/>
                      <a:pt x="1709524" y="1908313"/>
                    </a:cubicBezTo>
                    <a:lnTo>
                      <a:pt x="198789" y="1908313"/>
                    </a:lnTo>
                    <a:cubicBezTo>
                      <a:pt x="89001" y="1908313"/>
                      <a:pt x="-1" y="1819312"/>
                      <a:pt x="0" y="1709524"/>
                    </a:cubicBezTo>
                    <a:lnTo>
                      <a:pt x="0" y="198789"/>
                    </a:lnTo>
                    <a:cubicBezTo>
                      <a:pt x="0" y="89001"/>
                      <a:pt x="89001" y="0"/>
                      <a:pt x="198789" y="0"/>
                    </a:cubicBezTo>
                    <a:lnTo>
                      <a:pt x="1331837" y="0"/>
                    </a:lnTo>
                    <a:lnTo>
                      <a:pt x="1345120" y="427395"/>
                    </a:lnTo>
                    <a:lnTo>
                      <a:pt x="531460" y="427395"/>
                    </a:lnTo>
                    <a:cubicBezTo>
                      <a:pt x="470876" y="427395"/>
                      <a:pt x="421764" y="476507"/>
                      <a:pt x="421764" y="537090"/>
                    </a:cubicBezTo>
                    <a:lnTo>
                      <a:pt x="421764" y="1370738"/>
                    </a:lnTo>
                    <a:cubicBezTo>
                      <a:pt x="421765" y="1431321"/>
                      <a:pt x="470876" y="1480432"/>
                      <a:pt x="531459" y="1480433"/>
                    </a:cubicBezTo>
                    <a:lnTo>
                      <a:pt x="1365107" y="1480433"/>
                    </a:lnTo>
                    <a:cubicBezTo>
                      <a:pt x="1425690" y="1480433"/>
                      <a:pt x="1474802" y="1431321"/>
                      <a:pt x="1474802" y="1370737"/>
                    </a:cubicBezTo>
                    <a:lnTo>
                      <a:pt x="1474802" y="537090"/>
                    </a:lnTo>
                    <a:lnTo>
                      <a:pt x="1469148" y="509084"/>
                    </a:lnTo>
                    <a:lnTo>
                      <a:pt x="1470096" y="509055"/>
                    </a:lnTo>
                    <a:lnTo>
                      <a:pt x="1464397" y="325667"/>
                    </a:lnTo>
                    <a:lnTo>
                      <a:pt x="1466490" y="336034"/>
                    </a:lnTo>
                    <a:cubicBezTo>
                      <a:pt x="1496668" y="407383"/>
                      <a:pt x="1567316" y="457446"/>
                      <a:pt x="1649657" y="457447"/>
                    </a:cubicBezTo>
                    <a:lnTo>
                      <a:pt x="1903498" y="45744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Shape 69">
                <a:extLst>
                  <a:ext uri="{FF2B5EF4-FFF2-40B4-BE49-F238E27FC236}">
                    <a16:creationId xmlns:a16="http://schemas.microsoft.com/office/drawing/2014/main" id="{7CA82A55-E24A-D0A1-7021-F784D0B4E760}"/>
                  </a:ext>
                </a:extLst>
              </p:cNvPr>
              <p:cNvSpPr/>
              <p:nvPr/>
            </p:nvSpPr>
            <p:spPr>
              <a:xfrm rot="18805141">
                <a:off x="1930007" y="1404700"/>
                <a:ext cx="1098" cy="39787"/>
              </a:xfrm>
              <a:custGeom>
                <a:avLst/>
                <a:gdLst>
                  <a:gd name="connsiteX0" fmla="*/ 1098 w 1098"/>
                  <a:gd name="connsiteY0" fmla="*/ 0 h 39787"/>
                  <a:gd name="connsiteX1" fmla="*/ 499 w 1098"/>
                  <a:gd name="connsiteY1" fmla="*/ 39787 h 39787"/>
                  <a:gd name="connsiteX2" fmla="*/ 0 w 1098"/>
                  <a:gd name="connsiteY2" fmla="*/ 39773 h 39787"/>
                  <a:gd name="connsiteX3" fmla="*/ 1098 w 1098"/>
                  <a:gd name="connsiteY3" fmla="*/ 0 h 39787"/>
                </a:gdLst>
                <a:ahLst/>
                <a:cxnLst>
                  <a:cxn ang="0">
                    <a:pos x="connsiteX0" y="connsiteY0"/>
                  </a:cxn>
                  <a:cxn ang="0">
                    <a:pos x="connsiteX1" y="connsiteY1"/>
                  </a:cxn>
                  <a:cxn ang="0">
                    <a:pos x="connsiteX2" y="connsiteY2"/>
                  </a:cxn>
                  <a:cxn ang="0">
                    <a:pos x="connsiteX3" y="connsiteY3"/>
                  </a:cxn>
                </a:cxnLst>
                <a:rect l="l" t="t" r="r" b="b"/>
                <a:pathLst>
                  <a:path w="1098" h="39787">
                    <a:moveTo>
                      <a:pt x="1098" y="0"/>
                    </a:moveTo>
                    <a:lnTo>
                      <a:pt x="499" y="39787"/>
                    </a:lnTo>
                    <a:lnTo>
                      <a:pt x="0" y="39773"/>
                    </a:lnTo>
                    <a:lnTo>
                      <a:pt x="1098"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9" name="Freeform: Shape 68">
                <a:extLst>
                  <a:ext uri="{FF2B5EF4-FFF2-40B4-BE49-F238E27FC236}">
                    <a16:creationId xmlns:a16="http://schemas.microsoft.com/office/drawing/2014/main" id="{4CD082BE-8DE0-E6F3-CC28-5EB1B8F49CD3}"/>
                  </a:ext>
                </a:extLst>
              </p:cNvPr>
              <p:cNvSpPr/>
              <p:nvPr/>
            </p:nvSpPr>
            <p:spPr>
              <a:xfrm rot="18805141">
                <a:off x="2604346" y="1419307"/>
                <a:ext cx="3174" cy="115067"/>
              </a:xfrm>
              <a:custGeom>
                <a:avLst/>
                <a:gdLst>
                  <a:gd name="connsiteX0" fmla="*/ 3174 w 3174"/>
                  <a:gd name="connsiteY0" fmla="*/ 87 h 115067"/>
                  <a:gd name="connsiteX1" fmla="*/ 0 w 3174"/>
                  <a:gd name="connsiteY1" fmla="*/ 115067 h 115067"/>
                  <a:gd name="connsiteX2" fmla="*/ 0 w 3174"/>
                  <a:gd name="connsiteY2" fmla="*/ 0 h 115067"/>
                  <a:gd name="connsiteX3" fmla="*/ 3174 w 3174"/>
                  <a:gd name="connsiteY3" fmla="*/ 87 h 115067"/>
                </a:gdLst>
                <a:ahLst/>
                <a:cxnLst>
                  <a:cxn ang="0">
                    <a:pos x="connsiteX0" y="connsiteY0"/>
                  </a:cxn>
                  <a:cxn ang="0">
                    <a:pos x="connsiteX1" y="connsiteY1"/>
                  </a:cxn>
                  <a:cxn ang="0">
                    <a:pos x="connsiteX2" y="connsiteY2"/>
                  </a:cxn>
                  <a:cxn ang="0">
                    <a:pos x="connsiteX3" y="connsiteY3"/>
                  </a:cxn>
                </a:cxnLst>
                <a:rect l="l" t="t" r="r" b="b"/>
                <a:pathLst>
                  <a:path w="3174" h="115067">
                    <a:moveTo>
                      <a:pt x="3174" y="87"/>
                    </a:moveTo>
                    <a:lnTo>
                      <a:pt x="0" y="115067"/>
                    </a:lnTo>
                    <a:lnTo>
                      <a:pt x="0" y="0"/>
                    </a:lnTo>
                    <a:lnTo>
                      <a:pt x="3174" y="87"/>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4" name="Freeform: Shape 63">
                <a:extLst>
                  <a:ext uri="{FF2B5EF4-FFF2-40B4-BE49-F238E27FC236}">
                    <a16:creationId xmlns:a16="http://schemas.microsoft.com/office/drawing/2014/main" id="{B29C614F-6DA9-3FA5-0BAA-18F15627A490}"/>
                  </a:ext>
                </a:extLst>
              </p:cNvPr>
              <p:cNvSpPr/>
              <p:nvPr/>
            </p:nvSpPr>
            <p:spPr>
              <a:xfrm rot="18805141">
                <a:off x="2454629" y="1186489"/>
                <a:ext cx="9750" cy="294524"/>
              </a:xfrm>
              <a:custGeom>
                <a:avLst/>
                <a:gdLst>
                  <a:gd name="connsiteX0" fmla="*/ 0 w 9750"/>
                  <a:gd name="connsiteY0" fmla="*/ 0 h 294524"/>
                  <a:gd name="connsiteX1" fmla="*/ 9750 w 9750"/>
                  <a:gd name="connsiteY1" fmla="*/ 56251 h 294524"/>
                  <a:gd name="connsiteX2" fmla="*/ 3174 w 9750"/>
                  <a:gd name="connsiteY2" fmla="*/ 294524 h 294524"/>
                  <a:gd name="connsiteX3" fmla="*/ 0 w 9750"/>
                  <a:gd name="connsiteY3" fmla="*/ 294437 h 294524"/>
                  <a:gd name="connsiteX4" fmla="*/ 0 w 9750"/>
                  <a:gd name="connsiteY4" fmla="*/ 0 h 29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0" h="294524">
                    <a:moveTo>
                      <a:pt x="0" y="0"/>
                    </a:moveTo>
                    <a:lnTo>
                      <a:pt x="9750" y="56251"/>
                    </a:lnTo>
                    <a:lnTo>
                      <a:pt x="3174" y="294524"/>
                    </a:lnTo>
                    <a:lnTo>
                      <a:pt x="0" y="294437"/>
                    </a:lnTo>
                    <a:lnTo>
                      <a:pt x="0"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Freeform: Shape 60">
                <a:extLst>
                  <a:ext uri="{FF2B5EF4-FFF2-40B4-BE49-F238E27FC236}">
                    <a16:creationId xmlns:a16="http://schemas.microsoft.com/office/drawing/2014/main" id="{D531FFC7-C87B-EE1B-A211-24A1E5D2B40E}"/>
                  </a:ext>
                </a:extLst>
              </p:cNvPr>
              <p:cNvSpPr/>
              <p:nvPr/>
            </p:nvSpPr>
            <p:spPr>
              <a:xfrm rot="18805141">
                <a:off x="2032248" y="1400720"/>
                <a:ext cx="7075" cy="256777"/>
              </a:xfrm>
              <a:custGeom>
                <a:avLst/>
                <a:gdLst>
                  <a:gd name="connsiteX0" fmla="*/ 7075 w 7075"/>
                  <a:gd name="connsiteY0" fmla="*/ 14 h 256777"/>
                  <a:gd name="connsiteX1" fmla="*/ 3207 w 7075"/>
                  <a:gd name="connsiteY1" fmla="*/ 256777 h 256777"/>
                  <a:gd name="connsiteX2" fmla="*/ 0 w 7075"/>
                  <a:gd name="connsiteY2" fmla="*/ 238273 h 256777"/>
                  <a:gd name="connsiteX3" fmla="*/ 6576 w 7075"/>
                  <a:gd name="connsiteY3" fmla="*/ 0 h 256777"/>
                  <a:gd name="connsiteX4" fmla="*/ 7075 w 7075"/>
                  <a:gd name="connsiteY4" fmla="*/ 14 h 256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 h="256777">
                    <a:moveTo>
                      <a:pt x="7075" y="14"/>
                    </a:moveTo>
                    <a:lnTo>
                      <a:pt x="3207" y="256777"/>
                    </a:lnTo>
                    <a:lnTo>
                      <a:pt x="0" y="238273"/>
                    </a:lnTo>
                    <a:lnTo>
                      <a:pt x="6576" y="0"/>
                    </a:lnTo>
                    <a:lnTo>
                      <a:pt x="7075" y="14"/>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94" name="Group 93">
                <a:extLst>
                  <a:ext uri="{FF2B5EF4-FFF2-40B4-BE49-F238E27FC236}">
                    <a16:creationId xmlns:a16="http://schemas.microsoft.com/office/drawing/2014/main" id="{AA8F10A9-2334-9D1A-638F-F6EFF7BCE83A}"/>
                  </a:ext>
                </a:extLst>
              </p:cNvPr>
              <p:cNvGrpSpPr/>
              <p:nvPr/>
            </p:nvGrpSpPr>
            <p:grpSpPr>
              <a:xfrm>
                <a:off x="1129831" y="-362379"/>
                <a:ext cx="2252938" cy="3596105"/>
                <a:chOff x="1129831" y="-362379"/>
                <a:chExt cx="2252938" cy="3596105"/>
              </a:xfrm>
            </p:grpSpPr>
            <p:sp>
              <p:nvSpPr>
                <p:cNvPr id="71" name="Freeform: Shape 70">
                  <a:extLst>
                    <a:ext uri="{FF2B5EF4-FFF2-40B4-BE49-F238E27FC236}">
                      <a16:creationId xmlns:a16="http://schemas.microsoft.com/office/drawing/2014/main" id="{BC50DE67-433B-6B78-B46A-C69D24240E76}"/>
                    </a:ext>
                  </a:extLst>
                </p:cNvPr>
                <p:cNvSpPr/>
                <p:nvPr/>
              </p:nvSpPr>
              <p:spPr>
                <a:xfrm rot="18805141">
                  <a:off x="2036107" y="1028973"/>
                  <a:ext cx="428587" cy="817294"/>
                </a:xfrm>
                <a:custGeom>
                  <a:avLst/>
                  <a:gdLst>
                    <a:gd name="connsiteX0" fmla="*/ 384013 w 428587"/>
                    <a:gd name="connsiteY0" fmla="*/ 68739 h 449042"/>
                    <a:gd name="connsiteX1" fmla="*/ 424856 w 428587"/>
                    <a:gd name="connsiteY1" fmla="*/ 133077 h 449042"/>
                    <a:gd name="connsiteX2" fmla="*/ 428587 w 428587"/>
                    <a:gd name="connsiteY2" fmla="*/ 154605 h 449042"/>
                    <a:gd name="connsiteX3" fmla="*/ 428587 w 428587"/>
                    <a:gd name="connsiteY3" fmla="*/ 449042 h 449042"/>
                    <a:gd name="connsiteX4" fmla="*/ 190021 w 428587"/>
                    <a:gd name="connsiteY4" fmla="*/ 442457 h 449042"/>
                    <a:gd name="connsiteX5" fmla="*/ 10273 w 428587"/>
                    <a:gd name="connsiteY5" fmla="*/ 316038 h 449042"/>
                    <a:gd name="connsiteX6" fmla="*/ 0 w 428587"/>
                    <a:gd name="connsiteY6" fmla="*/ 256763 h 449042"/>
                    <a:gd name="connsiteX7" fmla="*/ 3868 w 428587"/>
                    <a:gd name="connsiteY7" fmla="*/ 0 h 449042"/>
                    <a:gd name="connsiteX8" fmla="*/ 245108 w 428587"/>
                    <a:gd name="connsiteY8" fmla="*/ 6658 h 449042"/>
                    <a:gd name="connsiteX9" fmla="*/ 384013 w 428587"/>
                    <a:gd name="connsiteY9" fmla="*/ 68739 h 449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8587" h="449042">
                      <a:moveTo>
                        <a:pt x="384013" y="68739"/>
                      </a:moveTo>
                      <a:cubicBezTo>
                        <a:pt x="401497" y="87215"/>
                        <a:pt x="415456" y="109026"/>
                        <a:pt x="424856" y="133077"/>
                      </a:cubicBezTo>
                      <a:lnTo>
                        <a:pt x="428587" y="154605"/>
                      </a:lnTo>
                      <a:lnTo>
                        <a:pt x="428587" y="449042"/>
                      </a:lnTo>
                      <a:lnTo>
                        <a:pt x="190021" y="442457"/>
                      </a:lnTo>
                      <a:cubicBezTo>
                        <a:pt x="107712" y="440185"/>
                        <a:pt x="38471" y="388191"/>
                        <a:pt x="10273" y="316038"/>
                      </a:cubicBezTo>
                      <a:lnTo>
                        <a:pt x="0" y="256763"/>
                      </a:lnTo>
                      <a:lnTo>
                        <a:pt x="3868" y="0"/>
                      </a:lnTo>
                      <a:lnTo>
                        <a:pt x="245108" y="6658"/>
                      </a:lnTo>
                      <a:cubicBezTo>
                        <a:pt x="299981" y="8172"/>
                        <a:pt x="349045" y="31786"/>
                        <a:pt x="384013" y="68739"/>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Shape 66">
                  <a:extLst>
                    <a:ext uri="{FF2B5EF4-FFF2-40B4-BE49-F238E27FC236}">
                      <a16:creationId xmlns:a16="http://schemas.microsoft.com/office/drawing/2014/main" id="{0505DC8B-C608-8E24-FE5C-135B7C049548}"/>
                    </a:ext>
                  </a:extLst>
                </p:cNvPr>
                <p:cNvSpPr/>
                <p:nvPr/>
              </p:nvSpPr>
              <p:spPr>
                <a:xfrm rot="18805141">
                  <a:off x="1914076" y="-484903"/>
                  <a:ext cx="1343836" cy="1588884"/>
                </a:xfrm>
                <a:custGeom>
                  <a:avLst/>
                  <a:gdLst>
                    <a:gd name="connsiteX0" fmla="*/ 1341694 w 1343836"/>
                    <a:gd name="connsiteY0" fmla="*/ 143844 h 1588884"/>
                    <a:gd name="connsiteX1" fmla="*/ 1342031 w 1343836"/>
                    <a:gd name="connsiteY1" fmla="*/ 240770 h 1588884"/>
                    <a:gd name="connsiteX2" fmla="*/ 1343836 w 1343836"/>
                    <a:gd name="connsiteY2" fmla="*/ 240763 h 1588884"/>
                    <a:gd name="connsiteX3" fmla="*/ 1311963 w 1343836"/>
                    <a:gd name="connsiteY3" fmla="*/ 1395578 h 1588884"/>
                    <a:gd name="connsiteX4" fmla="*/ 1107764 w 1343836"/>
                    <a:gd name="connsiteY4" fmla="*/ 1588807 h 1588884"/>
                    <a:gd name="connsiteX5" fmla="*/ 0 w 1343836"/>
                    <a:gd name="connsiteY5" fmla="*/ 1558232 h 1588884"/>
                    <a:gd name="connsiteX6" fmla="*/ 0 w 1343836"/>
                    <a:gd name="connsiteY6" fmla="*/ 1130189 h 1588884"/>
                    <a:gd name="connsiteX7" fmla="*/ 775284 w 1343836"/>
                    <a:gd name="connsiteY7" fmla="*/ 1151586 h 1588884"/>
                    <a:gd name="connsiteX8" fmla="*/ 887963 w 1343836"/>
                    <a:gd name="connsiteY8" fmla="*/ 1044958 h 1588884"/>
                    <a:gd name="connsiteX9" fmla="*/ 910964 w 1343836"/>
                    <a:gd name="connsiteY9" fmla="*/ 211629 h 1588884"/>
                    <a:gd name="connsiteX10" fmla="*/ 906084 w 1343836"/>
                    <a:gd name="connsiteY10" fmla="*/ 183478 h 1588884"/>
                    <a:gd name="connsiteX11" fmla="*/ 907033 w 1343836"/>
                    <a:gd name="connsiteY11" fmla="*/ 183476 h 1588884"/>
                    <a:gd name="connsiteX12" fmla="*/ 906396 w 1343836"/>
                    <a:gd name="connsiteY12" fmla="*/ 0 h 1588884"/>
                    <a:gd name="connsiteX13" fmla="*/ 908203 w 1343836"/>
                    <a:gd name="connsiteY13" fmla="*/ 10421 h 1588884"/>
                    <a:gd name="connsiteX14" fmla="*/ 1087949 w 1343836"/>
                    <a:gd name="connsiteY14" fmla="*/ 136841 h 1588884"/>
                    <a:gd name="connsiteX15" fmla="*/ 1341694 w 1343836"/>
                    <a:gd name="connsiteY15" fmla="*/ 143844 h 158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3836" h="1588884">
                      <a:moveTo>
                        <a:pt x="1341694" y="143844"/>
                      </a:moveTo>
                      <a:lnTo>
                        <a:pt x="1342031" y="240770"/>
                      </a:lnTo>
                      <a:lnTo>
                        <a:pt x="1343836" y="240763"/>
                      </a:lnTo>
                      <a:lnTo>
                        <a:pt x="1311963" y="1395578"/>
                      </a:lnTo>
                      <a:cubicBezTo>
                        <a:pt x="1308932" y="1505324"/>
                        <a:pt x="1217511" y="1591835"/>
                        <a:pt x="1107764" y="1588807"/>
                      </a:cubicBezTo>
                      <a:lnTo>
                        <a:pt x="0" y="1558232"/>
                      </a:lnTo>
                      <a:lnTo>
                        <a:pt x="0" y="1130189"/>
                      </a:lnTo>
                      <a:lnTo>
                        <a:pt x="775284" y="1151586"/>
                      </a:lnTo>
                      <a:cubicBezTo>
                        <a:pt x="835843" y="1153259"/>
                        <a:pt x="886292" y="1105520"/>
                        <a:pt x="887963" y="1044958"/>
                      </a:cubicBezTo>
                      <a:lnTo>
                        <a:pt x="910964" y="211629"/>
                      </a:lnTo>
                      <a:lnTo>
                        <a:pt x="906084" y="183478"/>
                      </a:lnTo>
                      <a:lnTo>
                        <a:pt x="907033" y="183476"/>
                      </a:lnTo>
                      <a:lnTo>
                        <a:pt x="906396" y="0"/>
                      </a:lnTo>
                      <a:lnTo>
                        <a:pt x="908203" y="10421"/>
                      </a:lnTo>
                      <a:cubicBezTo>
                        <a:pt x="936400" y="82575"/>
                        <a:pt x="1005640" y="134569"/>
                        <a:pt x="1087949" y="136841"/>
                      </a:cubicBezTo>
                      <a:lnTo>
                        <a:pt x="1341694" y="143844"/>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6" name="Freeform: Shape 65">
                  <a:extLst>
                    <a:ext uri="{FF2B5EF4-FFF2-40B4-BE49-F238E27FC236}">
                      <a16:creationId xmlns:a16="http://schemas.microsoft.com/office/drawing/2014/main" id="{F0BAE8ED-08AC-7D7E-8ABB-679C56C67A7B}"/>
                    </a:ext>
                  </a:extLst>
                </p:cNvPr>
                <p:cNvSpPr/>
                <p:nvPr/>
              </p:nvSpPr>
              <p:spPr>
                <a:xfrm rot="18805141">
                  <a:off x="1254361" y="-320613"/>
                  <a:ext cx="1372906" cy="1619812"/>
                </a:xfrm>
                <a:custGeom>
                  <a:avLst/>
                  <a:gdLst>
                    <a:gd name="connsiteX0" fmla="*/ 1371420 w 1372906"/>
                    <a:gd name="connsiteY0" fmla="*/ 31337 h 1619812"/>
                    <a:gd name="connsiteX1" fmla="*/ 1372906 w 1372906"/>
                    <a:gd name="connsiteY1" fmla="*/ 458936 h 1619812"/>
                    <a:gd name="connsiteX2" fmla="*/ 559556 w 1372906"/>
                    <a:gd name="connsiteY2" fmla="*/ 436487 h 1619812"/>
                    <a:gd name="connsiteX3" fmla="*/ 446876 w 1372906"/>
                    <a:gd name="connsiteY3" fmla="*/ 543114 h 1619812"/>
                    <a:gd name="connsiteX4" fmla="*/ 423875 w 1372906"/>
                    <a:gd name="connsiteY4" fmla="*/ 1376445 h 1619812"/>
                    <a:gd name="connsiteX5" fmla="*/ 424719 w 1372906"/>
                    <a:gd name="connsiteY5" fmla="*/ 1381316 h 1619812"/>
                    <a:gd name="connsiteX6" fmla="*/ 424719 w 1372906"/>
                    <a:gd name="connsiteY6" fmla="*/ 1619812 h 1619812"/>
                    <a:gd name="connsiteX7" fmla="*/ 420988 w 1372906"/>
                    <a:gd name="connsiteY7" fmla="*/ 1598284 h 1619812"/>
                    <a:gd name="connsiteX8" fmla="*/ 380145 w 1372906"/>
                    <a:gd name="connsiteY8" fmla="*/ 1533946 h 1619812"/>
                    <a:gd name="connsiteX9" fmla="*/ 241240 w 1372906"/>
                    <a:gd name="connsiteY9" fmla="*/ 1471865 h 1619812"/>
                    <a:gd name="connsiteX10" fmla="*/ 0 w 1372906"/>
                    <a:gd name="connsiteY10" fmla="*/ 1465207 h 1619812"/>
                    <a:gd name="connsiteX11" fmla="*/ 599 w 1372906"/>
                    <a:gd name="connsiteY11" fmla="*/ 1425420 h 1619812"/>
                    <a:gd name="connsiteX12" fmla="*/ 34606 w 1372906"/>
                    <a:gd name="connsiteY12" fmla="*/ 193306 h 1619812"/>
                    <a:gd name="connsiteX13" fmla="*/ 238804 w 1372906"/>
                    <a:gd name="connsiteY13" fmla="*/ 77 h 1619812"/>
                    <a:gd name="connsiteX14" fmla="*/ 1371420 w 1372906"/>
                    <a:gd name="connsiteY14" fmla="*/ 31337 h 1619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2906" h="1619812">
                      <a:moveTo>
                        <a:pt x="1371420" y="31337"/>
                      </a:moveTo>
                      <a:lnTo>
                        <a:pt x="1372906" y="458936"/>
                      </a:lnTo>
                      <a:lnTo>
                        <a:pt x="559556" y="436487"/>
                      </a:lnTo>
                      <a:cubicBezTo>
                        <a:pt x="498995" y="434816"/>
                        <a:pt x="448547" y="482554"/>
                        <a:pt x="446876" y="543114"/>
                      </a:cubicBezTo>
                      <a:lnTo>
                        <a:pt x="423875" y="1376445"/>
                      </a:lnTo>
                      <a:lnTo>
                        <a:pt x="424719" y="1381316"/>
                      </a:lnTo>
                      <a:lnTo>
                        <a:pt x="424719" y="1619812"/>
                      </a:lnTo>
                      <a:lnTo>
                        <a:pt x="420988" y="1598284"/>
                      </a:lnTo>
                      <a:cubicBezTo>
                        <a:pt x="411588" y="1574233"/>
                        <a:pt x="397629" y="1552422"/>
                        <a:pt x="380145" y="1533946"/>
                      </a:cubicBezTo>
                      <a:cubicBezTo>
                        <a:pt x="345177" y="1496993"/>
                        <a:pt x="296113" y="1473379"/>
                        <a:pt x="241240" y="1471865"/>
                      </a:cubicBezTo>
                      <a:lnTo>
                        <a:pt x="0" y="1465207"/>
                      </a:lnTo>
                      <a:lnTo>
                        <a:pt x="599" y="1425420"/>
                      </a:lnTo>
                      <a:lnTo>
                        <a:pt x="34606" y="193306"/>
                      </a:lnTo>
                      <a:cubicBezTo>
                        <a:pt x="37635" y="83560"/>
                        <a:pt x="129058" y="-2952"/>
                        <a:pt x="238804" y="77"/>
                      </a:cubicBezTo>
                      <a:lnTo>
                        <a:pt x="1371420" y="3133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Shape 59">
                  <a:extLst>
                    <a:ext uri="{FF2B5EF4-FFF2-40B4-BE49-F238E27FC236}">
                      <a16:creationId xmlns:a16="http://schemas.microsoft.com/office/drawing/2014/main" id="{185F800A-55EF-F199-6647-9920C7792C75}"/>
                    </a:ext>
                  </a:extLst>
                </p:cNvPr>
                <p:cNvSpPr/>
                <p:nvPr/>
              </p:nvSpPr>
              <p:spPr>
                <a:xfrm rot="18805141">
                  <a:off x="1868169" y="1545298"/>
                  <a:ext cx="1371640" cy="1657560"/>
                </a:xfrm>
                <a:custGeom>
                  <a:avLst/>
                  <a:gdLst>
                    <a:gd name="connsiteX0" fmla="*/ 1371640 w 1371640"/>
                    <a:gd name="connsiteY0" fmla="*/ 192279 h 1657560"/>
                    <a:gd name="connsiteX1" fmla="*/ 1371640 w 1371640"/>
                    <a:gd name="connsiteY1" fmla="*/ 307346 h 1657560"/>
                    <a:gd name="connsiteX2" fmla="*/ 1339709 w 1371640"/>
                    <a:gd name="connsiteY2" fmla="*/ 1464253 h 1657560"/>
                    <a:gd name="connsiteX3" fmla="*/ 1135510 w 1371640"/>
                    <a:gd name="connsiteY3" fmla="*/ 1657483 h 1657560"/>
                    <a:gd name="connsiteX4" fmla="*/ 1488 w 1371640"/>
                    <a:gd name="connsiteY4" fmla="*/ 1626182 h 1657560"/>
                    <a:gd name="connsiteX5" fmla="*/ 0 w 1371640"/>
                    <a:gd name="connsiteY5" fmla="*/ 1198098 h 1657560"/>
                    <a:gd name="connsiteX6" fmla="*/ 803030 w 1371640"/>
                    <a:gd name="connsiteY6" fmla="*/ 1220262 h 1657560"/>
                    <a:gd name="connsiteX7" fmla="*/ 915710 w 1371640"/>
                    <a:gd name="connsiteY7" fmla="*/ 1113635 h 1657560"/>
                    <a:gd name="connsiteX8" fmla="*/ 937938 w 1371640"/>
                    <a:gd name="connsiteY8" fmla="*/ 308312 h 1657560"/>
                    <a:gd name="connsiteX9" fmla="*/ 938408 w 1371640"/>
                    <a:gd name="connsiteY9" fmla="*/ 308319 h 1657560"/>
                    <a:gd name="connsiteX10" fmla="*/ 943053 w 1371640"/>
                    <a:gd name="connsiteY10" fmla="*/ 0 h 1657560"/>
                    <a:gd name="connsiteX11" fmla="*/ 953326 w 1371640"/>
                    <a:gd name="connsiteY11" fmla="*/ 59275 h 1657560"/>
                    <a:gd name="connsiteX12" fmla="*/ 1133074 w 1371640"/>
                    <a:gd name="connsiteY12" fmla="*/ 185694 h 1657560"/>
                    <a:gd name="connsiteX13" fmla="*/ 1371640 w 1371640"/>
                    <a:gd name="connsiteY13" fmla="*/ 192279 h 1657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1640" h="1657560">
                      <a:moveTo>
                        <a:pt x="1371640" y="192279"/>
                      </a:moveTo>
                      <a:lnTo>
                        <a:pt x="1371640" y="307346"/>
                      </a:lnTo>
                      <a:lnTo>
                        <a:pt x="1339709" y="1464253"/>
                      </a:lnTo>
                      <a:cubicBezTo>
                        <a:pt x="1336679" y="1573999"/>
                        <a:pt x="1245257" y="1660510"/>
                        <a:pt x="1135510" y="1657483"/>
                      </a:cubicBezTo>
                      <a:lnTo>
                        <a:pt x="1488" y="1626182"/>
                      </a:lnTo>
                      <a:lnTo>
                        <a:pt x="0" y="1198098"/>
                      </a:lnTo>
                      <a:lnTo>
                        <a:pt x="803030" y="1220262"/>
                      </a:lnTo>
                      <a:cubicBezTo>
                        <a:pt x="863590" y="1221933"/>
                        <a:pt x="914038" y="1174194"/>
                        <a:pt x="915710" y="1113635"/>
                      </a:cubicBezTo>
                      <a:lnTo>
                        <a:pt x="937938" y="308312"/>
                      </a:lnTo>
                      <a:lnTo>
                        <a:pt x="938408" y="308319"/>
                      </a:lnTo>
                      <a:lnTo>
                        <a:pt x="943053" y="0"/>
                      </a:lnTo>
                      <a:lnTo>
                        <a:pt x="953326" y="59275"/>
                      </a:lnTo>
                      <a:cubicBezTo>
                        <a:pt x="981524" y="131428"/>
                        <a:pt x="1050765" y="183422"/>
                        <a:pt x="1133074" y="185694"/>
                      </a:cubicBezTo>
                      <a:lnTo>
                        <a:pt x="1371640" y="192279"/>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1ECE1990-33B3-B03D-15DD-C85D60630149}"/>
                    </a:ext>
                  </a:extLst>
                </p:cNvPr>
                <p:cNvSpPr/>
                <p:nvPr/>
              </p:nvSpPr>
              <p:spPr>
                <a:xfrm rot="18805141">
                  <a:off x="1249702" y="1772998"/>
                  <a:ext cx="1340857" cy="1580599"/>
                </a:xfrm>
                <a:custGeom>
                  <a:avLst/>
                  <a:gdLst>
                    <a:gd name="connsiteX0" fmla="*/ 1340857 w 1340857"/>
                    <a:gd name="connsiteY0" fmla="*/ 30581 h 1580599"/>
                    <a:gd name="connsiteX1" fmla="*/ 1334419 w 1340857"/>
                    <a:gd name="connsiteY1" fmla="*/ 457960 h 1580599"/>
                    <a:gd name="connsiteX2" fmla="*/ 556470 w 1340857"/>
                    <a:gd name="connsiteY2" fmla="*/ 436488 h 1580599"/>
                    <a:gd name="connsiteX3" fmla="*/ 443789 w 1340857"/>
                    <a:gd name="connsiteY3" fmla="*/ 543115 h 1580599"/>
                    <a:gd name="connsiteX4" fmla="*/ 420790 w 1340857"/>
                    <a:gd name="connsiteY4" fmla="*/ 1376446 h 1580599"/>
                    <a:gd name="connsiteX5" fmla="*/ 428230 w 1340857"/>
                    <a:gd name="connsiteY5" fmla="*/ 1419366 h 1580599"/>
                    <a:gd name="connsiteX6" fmla="*/ 435129 w 1340857"/>
                    <a:gd name="connsiteY6" fmla="*/ 1430234 h 1580599"/>
                    <a:gd name="connsiteX7" fmla="*/ 435651 w 1340857"/>
                    <a:gd name="connsiteY7" fmla="*/ 1580599 h 1580599"/>
                    <a:gd name="connsiteX8" fmla="*/ 435281 w 1340857"/>
                    <a:gd name="connsiteY8" fmla="*/ 1578463 h 1580599"/>
                    <a:gd name="connsiteX9" fmla="*/ 255534 w 1340857"/>
                    <a:gd name="connsiteY9" fmla="*/ 1452044 h 1580599"/>
                    <a:gd name="connsiteX10" fmla="*/ 382 w 1340857"/>
                    <a:gd name="connsiteY10" fmla="*/ 1445002 h 1580599"/>
                    <a:gd name="connsiteX11" fmla="*/ 0 w 1340857"/>
                    <a:gd name="connsiteY11" fmla="*/ 1335307 h 1580599"/>
                    <a:gd name="connsiteX12" fmla="*/ 31520 w 1340857"/>
                    <a:gd name="connsiteY12" fmla="*/ 193308 h 1580599"/>
                    <a:gd name="connsiteX13" fmla="*/ 235718 w 1340857"/>
                    <a:gd name="connsiteY13" fmla="*/ 78 h 1580599"/>
                    <a:gd name="connsiteX14" fmla="*/ 1340857 w 1340857"/>
                    <a:gd name="connsiteY14" fmla="*/ 30581 h 158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0857" h="1580599">
                      <a:moveTo>
                        <a:pt x="1340857" y="30581"/>
                      </a:moveTo>
                      <a:lnTo>
                        <a:pt x="1334419" y="457960"/>
                      </a:lnTo>
                      <a:lnTo>
                        <a:pt x="556470" y="436488"/>
                      </a:lnTo>
                      <a:cubicBezTo>
                        <a:pt x="495910" y="434817"/>
                        <a:pt x="445462" y="482555"/>
                        <a:pt x="443789" y="543115"/>
                      </a:cubicBezTo>
                      <a:lnTo>
                        <a:pt x="420790" y="1376446"/>
                      </a:lnTo>
                      <a:cubicBezTo>
                        <a:pt x="420371" y="1391586"/>
                        <a:pt x="423042" y="1406094"/>
                        <a:pt x="428230" y="1419366"/>
                      </a:cubicBezTo>
                      <a:lnTo>
                        <a:pt x="435129" y="1430234"/>
                      </a:lnTo>
                      <a:lnTo>
                        <a:pt x="435651" y="1580599"/>
                      </a:lnTo>
                      <a:lnTo>
                        <a:pt x="435281" y="1578463"/>
                      </a:lnTo>
                      <a:cubicBezTo>
                        <a:pt x="407082" y="1506309"/>
                        <a:pt x="337843" y="1454315"/>
                        <a:pt x="255534" y="1452044"/>
                      </a:cubicBezTo>
                      <a:lnTo>
                        <a:pt x="382" y="1445002"/>
                      </a:lnTo>
                      <a:lnTo>
                        <a:pt x="0" y="1335307"/>
                      </a:lnTo>
                      <a:lnTo>
                        <a:pt x="31520" y="193308"/>
                      </a:lnTo>
                      <a:cubicBezTo>
                        <a:pt x="34549" y="83560"/>
                        <a:pt x="125971" y="-2951"/>
                        <a:pt x="235718" y="78"/>
                      </a:cubicBezTo>
                      <a:lnTo>
                        <a:pt x="1340857" y="3058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97" name="Rectangle: Rounded Corners 96">
              <a:extLst>
                <a:ext uri="{FF2B5EF4-FFF2-40B4-BE49-F238E27FC236}">
                  <a16:creationId xmlns:a16="http://schemas.microsoft.com/office/drawing/2014/main" id="{E1A80F2F-1C9C-EC17-3123-D910FC9DF9BD}"/>
                </a:ext>
              </a:extLst>
            </p:cNvPr>
            <p:cNvSpPr/>
            <p:nvPr/>
          </p:nvSpPr>
          <p:spPr>
            <a:xfrm rot="2783698">
              <a:off x="2458262" y="2112640"/>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Rounded Corners 97">
              <a:extLst>
                <a:ext uri="{FF2B5EF4-FFF2-40B4-BE49-F238E27FC236}">
                  <a16:creationId xmlns:a16="http://schemas.microsoft.com/office/drawing/2014/main" id="{30276644-0E8F-7A7F-75B8-2672883F5488}"/>
                </a:ext>
              </a:extLst>
            </p:cNvPr>
            <p:cNvSpPr/>
            <p:nvPr/>
          </p:nvSpPr>
          <p:spPr>
            <a:xfrm rot="2783698">
              <a:off x="2458261" y="4160496"/>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Rounded Corners 99">
              <a:extLst>
                <a:ext uri="{FF2B5EF4-FFF2-40B4-BE49-F238E27FC236}">
                  <a16:creationId xmlns:a16="http://schemas.microsoft.com/office/drawing/2014/main" id="{FE6D7F01-8CAE-B5A9-2EF6-80434D9D4169}"/>
                </a:ext>
              </a:extLst>
            </p:cNvPr>
            <p:cNvSpPr/>
            <p:nvPr/>
          </p:nvSpPr>
          <p:spPr>
            <a:xfrm rot="2783698">
              <a:off x="2439446" y="6208352"/>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Rounded Corners 106">
              <a:extLst>
                <a:ext uri="{FF2B5EF4-FFF2-40B4-BE49-F238E27FC236}">
                  <a16:creationId xmlns:a16="http://schemas.microsoft.com/office/drawing/2014/main" id="{F74A9079-BE42-62F6-1ADE-9D046483C0F5}"/>
                </a:ext>
              </a:extLst>
            </p:cNvPr>
            <p:cNvSpPr/>
            <p:nvPr/>
          </p:nvSpPr>
          <p:spPr>
            <a:xfrm rot="2783698">
              <a:off x="2497495" y="8256207"/>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Rounded Corners 107">
              <a:extLst>
                <a:ext uri="{FF2B5EF4-FFF2-40B4-BE49-F238E27FC236}">
                  <a16:creationId xmlns:a16="http://schemas.microsoft.com/office/drawing/2014/main" id="{5DC5C832-8D0F-88A1-1418-64A0B08EAA76}"/>
                </a:ext>
              </a:extLst>
            </p:cNvPr>
            <p:cNvSpPr/>
            <p:nvPr/>
          </p:nvSpPr>
          <p:spPr>
            <a:xfrm rot="2783698">
              <a:off x="2497494" y="10304063"/>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4" name="TextBox 113">
            <a:extLst>
              <a:ext uri="{FF2B5EF4-FFF2-40B4-BE49-F238E27FC236}">
                <a16:creationId xmlns:a16="http://schemas.microsoft.com/office/drawing/2014/main" id="{2E9EB725-A35C-F3D5-95E9-2297CBC4A301}"/>
              </a:ext>
            </a:extLst>
          </p:cNvPr>
          <p:cNvSpPr txBox="1"/>
          <p:nvPr/>
        </p:nvSpPr>
        <p:spPr>
          <a:xfrm>
            <a:off x="5605954" y="7895405"/>
            <a:ext cx="3451247" cy="5182252"/>
          </a:xfrm>
          <a:prstGeom prst="rect">
            <a:avLst/>
          </a:prstGeom>
          <a:noFill/>
        </p:spPr>
        <p:txBody>
          <a:bodyPr wrap="square" rtlCol="0">
            <a:spAutoFit/>
          </a:bodyPr>
          <a:lstStyle/>
          <a:p>
            <a:pPr>
              <a:lnSpc>
                <a:spcPct val="150000"/>
              </a:lnSpc>
            </a:pPr>
            <a:r>
              <a:rPr lang="en-US" sz="4000" dirty="0"/>
              <a:t>Members List</a:t>
            </a:r>
          </a:p>
          <a:p>
            <a:pPr marL="342900" indent="-342900">
              <a:lnSpc>
                <a:spcPct val="150000"/>
              </a:lnSpc>
              <a:buFont typeface="+mj-lt"/>
              <a:buAutoNum type="arabicPeriod"/>
            </a:pPr>
            <a:endParaRPr lang="en-US" sz="1400" dirty="0"/>
          </a:p>
          <a:p>
            <a:pPr marL="342900" indent="-342900">
              <a:lnSpc>
                <a:spcPct val="150000"/>
              </a:lnSpc>
              <a:buFont typeface="+mj-lt"/>
              <a:buAutoNum type="arabicPeriod"/>
            </a:pPr>
            <a:r>
              <a:rPr lang="en-US" sz="1400" dirty="0"/>
              <a:t>Aung Khan Sint</a:t>
            </a:r>
          </a:p>
          <a:p>
            <a:pPr marL="342900" indent="-342900">
              <a:lnSpc>
                <a:spcPct val="150000"/>
              </a:lnSpc>
              <a:buFont typeface="+mj-lt"/>
              <a:buAutoNum type="arabicPeriod"/>
            </a:pPr>
            <a:r>
              <a:rPr lang="en-US" sz="1400" dirty="0"/>
              <a:t>Aung Myint Myat</a:t>
            </a:r>
          </a:p>
          <a:p>
            <a:pPr marL="342900" indent="-342900">
              <a:lnSpc>
                <a:spcPct val="150000"/>
              </a:lnSpc>
              <a:buFont typeface="+mj-lt"/>
              <a:buAutoNum type="arabicPeriod"/>
            </a:pPr>
            <a:r>
              <a:rPr lang="en-US" sz="1400" dirty="0"/>
              <a:t>Htoo Aung Khant	</a:t>
            </a:r>
          </a:p>
          <a:p>
            <a:pPr marL="342900" indent="-342900">
              <a:lnSpc>
                <a:spcPct val="150000"/>
              </a:lnSpc>
              <a:buFont typeface="+mj-lt"/>
              <a:buAutoNum type="arabicPeriod"/>
            </a:pPr>
            <a:r>
              <a:rPr lang="en-US" sz="1400" dirty="0"/>
              <a:t>Htet Aung Khant</a:t>
            </a:r>
          </a:p>
          <a:p>
            <a:pPr marL="342900" indent="-342900">
              <a:lnSpc>
                <a:spcPct val="150000"/>
              </a:lnSpc>
              <a:buFont typeface="+mj-lt"/>
              <a:buAutoNum type="arabicPeriod"/>
            </a:pPr>
            <a:r>
              <a:rPr lang="en-US" sz="1400" dirty="0"/>
              <a:t>Shine Ko Ko</a:t>
            </a:r>
          </a:p>
          <a:p>
            <a:pPr marL="342900" indent="-342900">
              <a:lnSpc>
                <a:spcPct val="150000"/>
              </a:lnSpc>
              <a:buFont typeface="+mj-lt"/>
              <a:buAutoNum type="arabicPeriod"/>
            </a:pPr>
            <a:r>
              <a:rPr lang="en-US" sz="1400" dirty="0"/>
              <a:t>Paing Pyae Moe</a:t>
            </a:r>
          </a:p>
          <a:p>
            <a:pPr marL="342900" indent="-342900">
              <a:lnSpc>
                <a:spcPct val="150000"/>
              </a:lnSpc>
              <a:buFont typeface="+mj-lt"/>
              <a:buAutoNum type="arabicPeriod"/>
            </a:pPr>
            <a:r>
              <a:rPr lang="en-US" sz="1400" dirty="0"/>
              <a:t>Mg Phyoe Min San</a:t>
            </a:r>
          </a:p>
          <a:p>
            <a:pPr marL="342900" indent="-342900">
              <a:lnSpc>
                <a:spcPct val="150000"/>
              </a:lnSpc>
              <a:buFont typeface="+mj-lt"/>
              <a:buAutoNum type="arabicPeriod"/>
            </a:pPr>
            <a:r>
              <a:rPr lang="en-US" sz="1400" dirty="0"/>
              <a:t>Nann Hsu Myat Phyo</a:t>
            </a:r>
          </a:p>
          <a:p>
            <a:pPr marL="342900" indent="-342900">
              <a:lnSpc>
                <a:spcPct val="150000"/>
              </a:lnSpc>
              <a:buFont typeface="+mj-lt"/>
              <a:buAutoNum type="arabicPeriod"/>
            </a:pPr>
            <a:r>
              <a:rPr lang="en-US" sz="1400" dirty="0"/>
              <a:t>Nang Phway Phway Laung</a:t>
            </a:r>
          </a:p>
          <a:p>
            <a:pPr marL="342900" indent="-342900">
              <a:lnSpc>
                <a:spcPct val="150000"/>
              </a:lnSpc>
              <a:buFont typeface="+mj-lt"/>
              <a:buAutoNum type="arabicPeriod"/>
            </a:pPr>
            <a:r>
              <a:rPr lang="en-US" sz="1400" dirty="0"/>
              <a:t>Nang Awam Hein</a:t>
            </a:r>
          </a:p>
          <a:p>
            <a:pPr marL="342900" indent="-342900">
              <a:lnSpc>
                <a:spcPct val="150000"/>
              </a:lnSpc>
              <a:buFont typeface="+mj-lt"/>
              <a:buAutoNum type="arabicPeriod"/>
            </a:pPr>
            <a:r>
              <a:rPr lang="en-US" sz="1400" dirty="0"/>
              <a:t>Ma Myo ThiDar Po</a:t>
            </a:r>
            <a:endParaRPr lang="en-US" sz="1400" dirty="0">
              <a:latin typeface="Times New Roman" panose="02020603050405020304" pitchFamily="18" charset="0"/>
            </a:endParaRPr>
          </a:p>
          <a:p>
            <a:pPr marL="342900" indent="-342900">
              <a:lnSpc>
                <a:spcPct val="150000"/>
              </a:lnSpc>
              <a:buFont typeface="+mj-lt"/>
              <a:buAutoNum type="arabicPeriod"/>
            </a:pPr>
            <a:r>
              <a:rPr lang="en-US" sz="1400" dirty="0">
                <a:latin typeface="Times New Roman" panose="02020603050405020304" pitchFamily="18" charset="0"/>
              </a:rPr>
              <a:t>Ma Pann Ei Zin Zin Thaw</a:t>
            </a:r>
            <a:endParaRPr lang="en-US" sz="1400" dirty="0"/>
          </a:p>
        </p:txBody>
      </p:sp>
      <p:sp>
        <p:nvSpPr>
          <p:cNvPr id="115" name="Rectangle: Rounded Corners 114">
            <a:extLst>
              <a:ext uri="{FF2B5EF4-FFF2-40B4-BE49-F238E27FC236}">
                <a16:creationId xmlns:a16="http://schemas.microsoft.com/office/drawing/2014/main" id="{6C8075DE-BFEE-AB40-ACE0-AA5BC01143C4}"/>
              </a:ext>
            </a:extLst>
          </p:cNvPr>
          <p:cNvSpPr/>
          <p:nvPr/>
        </p:nvSpPr>
        <p:spPr>
          <a:xfrm rot="2783698">
            <a:off x="11474527" y="-2764039"/>
            <a:ext cx="2297802" cy="2297802"/>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03633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80A20-66CE-D046-6D92-2EBE2CAA09FA}"/>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7D3E6D1D-3B18-8B1D-DB64-F5CD30B9BA7C}"/>
              </a:ext>
            </a:extLst>
          </p:cNvPr>
          <p:cNvSpPr/>
          <p:nvPr/>
        </p:nvSpPr>
        <p:spPr>
          <a:xfrm rot="548776">
            <a:off x="12303077" y="492372"/>
            <a:ext cx="1519116" cy="1519116"/>
          </a:xfrm>
          <a:prstGeom prst="roundRect">
            <a:avLst>
              <a:gd name="adj" fmla="val 15727"/>
            </a:avLst>
          </a:prstGeom>
          <a:solidFill>
            <a:srgbClr val="FFC000"/>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866B662-ED44-F4ED-7EFD-D1BCE4003392}"/>
              </a:ext>
            </a:extLst>
          </p:cNvPr>
          <p:cNvSpPr txBox="1"/>
          <p:nvPr/>
        </p:nvSpPr>
        <p:spPr>
          <a:xfrm>
            <a:off x="4785234" y="-3451970"/>
            <a:ext cx="5558501" cy="1107996"/>
          </a:xfrm>
          <a:prstGeom prst="rect">
            <a:avLst/>
          </a:prstGeom>
          <a:noFill/>
          <a:effectLst>
            <a:outerShdw blurRad="50800" dist="50800" dir="5400000" algn="ctr" rotWithShape="0">
              <a:srgbClr val="000000">
                <a:alpha val="80000"/>
              </a:srgbClr>
            </a:outerShdw>
          </a:effectLst>
        </p:spPr>
        <p:txBody>
          <a:bodyPr wrap="square" rtlCol="0">
            <a:spAutoFit/>
          </a:bodyPr>
          <a:lstStyle/>
          <a:p>
            <a:r>
              <a:rPr lang="en-US" sz="6600" b="1" dirty="0">
                <a:solidFill>
                  <a:srgbClr val="FFC000"/>
                </a:solidFill>
              </a:rPr>
              <a:t>TIKTOK MEDIA</a:t>
            </a:r>
          </a:p>
        </p:txBody>
      </p:sp>
      <p:sp>
        <p:nvSpPr>
          <p:cNvPr id="2" name="TextBox 1">
            <a:extLst>
              <a:ext uri="{FF2B5EF4-FFF2-40B4-BE49-F238E27FC236}">
                <a16:creationId xmlns:a16="http://schemas.microsoft.com/office/drawing/2014/main" id="{B3FE6A5E-C41C-E276-194A-AFEDE398C76D}"/>
              </a:ext>
            </a:extLst>
          </p:cNvPr>
          <p:cNvSpPr txBox="1"/>
          <p:nvPr/>
        </p:nvSpPr>
        <p:spPr>
          <a:xfrm>
            <a:off x="4872292" y="-3901283"/>
            <a:ext cx="3101050" cy="523220"/>
          </a:xfrm>
          <a:prstGeom prst="rect">
            <a:avLst/>
          </a:prstGeom>
          <a:noFill/>
        </p:spPr>
        <p:txBody>
          <a:bodyPr wrap="square" rtlCol="0">
            <a:spAutoFit/>
          </a:bodyPr>
          <a:lstStyle/>
          <a:p>
            <a:r>
              <a:rPr lang="en-US" sz="2800" b="1" dirty="0"/>
              <a:t>THE POWER OF </a:t>
            </a:r>
          </a:p>
        </p:txBody>
      </p:sp>
      <p:sp>
        <p:nvSpPr>
          <p:cNvPr id="3" name="Rectangle 2">
            <a:extLst>
              <a:ext uri="{FF2B5EF4-FFF2-40B4-BE49-F238E27FC236}">
                <a16:creationId xmlns:a16="http://schemas.microsoft.com/office/drawing/2014/main" id="{9EAA66FC-9978-F482-5A46-B86D18CE5DE0}"/>
              </a:ext>
            </a:extLst>
          </p:cNvPr>
          <p:cNvSpPr/>
          <p:nvPr/>
        </p:nvSpPr>
        <p:spPr>
          <a:xfrm>
            <a:off x="1" y="0"/>
            <a:ext cx="1685556"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 name="Picture 101">
            <a:extLst>
              <a:ext uri="{FF2B5EF4-FFF2-40B4-BE49-F238E27FC236}">
                <a16:creationId xmlns:a16="http://schemas.microsoft.com/office/drawing/2014/main" id="{7DEB9EFB-6B5B-7ADF-45D4-AAC6C5C19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43735" y="-6179564"/>
            <a:ext cx="1310766" cy="1215322"/>
          </a:xfrm>
          <a:prstGeom prst="rect">
            <a:avLst/>
          </a:prstGeom>
        </p:spPr>
      </p:pic>
      <p:sp>
        <p:nvSpPr>
          <p:cNvPr id="103" name="TextBox 102">
            <a:extLst>
              <a:ext uri="{FF2B5EF4-FFF2-40B4-BE49-F238E27FC236}">
                <a16:creationId xmlns:a16="http://schemas.microsoft.com/office/drawing/2014/main" id="{9DC34072-5277-3E9A-C71E-26F977E8956C}"/>
              </a:ext>
            </a:extLst>
          </p:cNvPr>
          <p:cNvSpPr txBox="1"/>
          <p:nvPr/>
        </p:nvSpPr>
        <p:spPr>
          <a:xfrm>
            <a:off x="4785233" y="-2385344"/>
            <a:ext cx="5092691" cy="369332"/>
          </a:xfrm>
          <a:prstGeom prst="rect">
            <a:avLst/>
          </a:prstGeom>
          <a:noFill/>
        </p:spPr>
        <p:txBody>
          <a:bodyPr wrap="square" rtlCol="0">
            <a:spAutoFit/>
          </a:bodyPr>
          <a:lstStyle/>
          <a:p>
            <a:r>
              <a:rPr lang="en-US" dirty="0"/>
              <a:t>Presentation of Professional English (Eng-4101)</a:t>
            </a:r>
          </a:p>
        </p:txBody>
      </p:sp>
      <p:sp>
        <p:nvSpPr>
          <p:cNvPr id="105" name="TextBox 104">
            <a:extLst>
              <a:ext uri="{FF2B5EF4-FFF2-40B4-BE49-F238E27FC236}">
                <a16:creationId xmlns:a16="http://schemas.microsoft.com/office/drawing/2014/main" id="{006EA1B7-C349-7C72-5D3D-3CA63EC3B948}"/>
              </a:ext>
            </a:extLst>
          </p:cNvPr>
          <p:cNvSpPr txBox="1"/>
          <p:nvPr/>
        </p:nvSpPr>
        <p:spPr>
          <a:xfrm>
            <a:off x="9282819" y="-901285"/>
            <a:ext cx="1844040" cy="369332"/>
          </a:xfrm>
          <a:prstGeom prst="rect">
            <a:avLst/>
          </a:prstGeom>
          <a:noFill/>
        </p:spPr>
        <p:txBody>
          <a:bodyPr wrap="square" rtlCol="0">
            <a:spAutoFit/>
          </a:bodyPr>
          <a:lstStyle/>
          <a:p>
            <a:r>
              <a:rPr lang="en-US" i="1" dirty="0">
                <a:solidFill>
                  <a:schemeClr val="bg1">
                    <a:lumMod val="65000"/>
                  </a:schemeClr>
                </a:solidFill>
              </a:rPr>
              <a:t>Presented by</a:t>
            </a:r>
          </a:p>
        </p:txBody>
      </p:sp>
      <p:sp>
        <p:nvSpPr>
          <p:cNvPr id="106" name="TextBox 105">
            <a:extLst>
              <a:ext uri="{FF2B5EF4-FFF2-40B4-BE49-F238E27FC236}">
                <a16:creationId xmlns:a16="http://schemas.microsoft.com/office/drawing/2014/main" id="{36B458E3-8E29-FF6F-8283-077FF1FB9098}"/>
              </a:ext>
            </a:extLst>
          </p:cNvPr>
          <p:cNvSpPr txBox="1"/>
          <p:nvPr/>
        </p:nvSpPr>
        <p:spPr>
          <a:xfrm>
            <a:off x="9421715" y="-613436"/>
            <a:ext cx="1916242" cy="461665"/>
          </a:xfrm>
          <a:prstGeom prst="rect">
            <a:avLst/>
          </a:prstGeom>
          <a:noFill/>
        </p:spPr>
        <p:txBody>
          <a:bodyPr wrap="square" rtlCol="0">
            <a:spAutoFit/>
          </a:bodyPr>
          <a:lstStyle/>
          <a:p>
            <a:r>
              <a:rPr lang="en-US" sz="2400" b="1" dirty="0"/>
              <a:t>Group-2</a:t>
            </a:r>
          </a:p>
        </p:txBody>
      </p:sp>
      <p:grpSp>
        <p:nvGrpSpPr>
          <p:cNvPr id="8" name="Group 7">
            <a:extLst>
              <a:ext uri="{FF2B5EF4-FFF2-40B4-BE49-F238E27FC236}">
                <a16:creationId xmlns:a16="http://schemas.microsoft.com/office/drawing/2014/main" id="{7B21541E-0C71-8C6E-C537-17030C5B5626}"/>
              </a:ext>
            </a:extLst>
          </p:cNvPr>
          <p:cNvGrpSpPr/>
          <p:nvPr/>
        </p:nvGrpSpPr>
        <p:grpSpPr>
          <a:xfrm>
            <a:off x="503251" y="-297934"/>
            <a:ext cx="3111918" cy="12190023"/>
            <a:chOff x="503251" y="-297934"/>
            <a:chExt cx="3111918" cy="12190023"/>
          </a:xfrm>
        </p:grpSpPr>
        <p:grpSp>
          <p:nvGrpSpPr>
            <p:cNvPr id="96" name="Group 95">
              <a:extLst>
                <a:ext uri="{FF2B5EF4-FFF2-40B4-BE49-F238E27FC236}">
                  <a16:creationId xmlns:a16="http://schemas.microsoft.com/office/drawing/2014/main" id="{082E9BDD-FB57-CB86-D666-217884543578}"/>
                </a:ext>
              </a:extLst>
            </p:cNvPr>
            <p:cNvGrpSpPr/>
            <p:nvPr/>
          </p:nvGrpSpPr>
          <p:grpSpPr>
            <a:xfrm>
              <a:off x="503251" y="-297934"/>
              <a:ext cx="2252938" cy="12190023"/>
              <a:chOff x="1129831" y="-2607606"/>
              <a:chExt cx="2252938" cy="12190023"/>
            </a:xfrm>
            <a:effectLst>
              <a:outerShdw blurRad="228600" dist="76200" dir="7620000" algn="ctr" rotWithShape="0">
                <a:srgbClr val="000000">
                  <a:alpha val="81000"/>
                </a:srgbClr>
              </a:outerShdw>
            </a:effectLst>
            <a:scene3d>
              <a:camera prst="orthographicFront">
                <a:rot lat="0" lon="0" rev="0"/>
              </a:camera>
              <a:lightRig rig="threePt" dir="t"/>
            </a:scene3d>
          </p:grpSpPr>
          <p:sp>
            <p:nvSpPr>
              <p:cNvPr id="28" name="Freeform: Shape 27">
                <a:extLst>
                  <a:ext uri="{FF2B5EF4-FFF2-40B4-BE49-F238E27FC236}">
                    <a16:creationId xmlns:a16="http://schemas.microsoft.com/office/drawing/2014/main" id="{E3C00BD4-F464-1F1A-8DA2-4230EB9C1D26}"/>
                  </a:ext>
                </a:extLst>
              </p:cNvPr>
              <p:cNvSpPr/>
              <p:nvPr/>
            </p:nvSpPr>
            <p:spPr>
              <a:xfrm rot="18900000">
                <a:off x="2054245" y="3149353"/>
                <a:ext cx="449222" cy="753409"/>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6E3E9620-F407-7E4D-E920-1BF364832FC9}"/>
                  </a:ext>
                </a:extLst>
              </p:cNvPr>
              <p:cNvSpPr/>
              <p:nvPr/>
            </p:nvSpPr>
            <p:spPr>
              <a:xfrm rot="18900000">
                <a:off x="2004188" y="-1066606"/>
                <a:ext cx="449222" cy="830275"/>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C5718C6D-D343-D4E1-516E-7F36F6B5E6AF}"/>
                  </a:ext>
                </a:extLst>
              </p:cNvPr>
              <p:cNvSpPr/>
              <p:nvPr/>
            </p:nvSpPr>
            <p:spPr>
              <a:xfrm rot="18900000">
                <a:off x="1299576" y="-2607606"/>
                <a:ext cx="1908313" cy="1908314"/>
              </a:xfrm>
              <a:custGeom>
                <a:avLst/>
                <a:gdLst>
                  <a:gd name="connsiteX0" fmla="*/ 1850089 w 1908313"/>
                  <a:gd name="connsiteY0" fmla="*/ 58225 h 1908314"/>
                  <a:gd name="connsiteX1" fmla="*/ 1908313 w 1908313"/>
                  <a:gd name="connsiteY1" fmla="*/ 198790 h 1908314"/>
                  <a:gd name="connsiteX2" fmla="*/ 1908313 w 1908313"/>
                  <a:gd name="connsiteY2" fmla="*/ 1709525 h 1908314"/>
                  <a:gd name="connsiteX3" fmla="*/ 1709524 w 1908313"/>
                  <a:gd name="connsiteY3" fmla="*/ 1908314 h 1908314"/>
                  <a:gd name="connsiteX4" fmla="*/ 575069 w 1908313"/>
                  <a:gd name="connsiteY4" fmla="*/ 1908314 h 1908314"/>
                  <a:gd name="connsiteX5" fmla="*/ 561771 w 1908313"/>
                  <a:gd name="connsiteY5" fmla="*/ 1480433 h 1908314"/>
                  <a:gd name="connsiteX6" fmla="*/ 1365107 w 1908313"/>
                  <a:gd name="connsiteY6" fmla="*/ 1480433 h 1908314"/>
                  <a:gd name="connsiteX7" fmla="*/ 1474802 w 1908313"/>
                  <a:gd name="connsiteY7" fmla="*/ 1370738 h 1908314"/>
                  <a:gd name="connsiteX8" fmla="*/ 1474802 w 1908313"/>
                  <a:gd name="connsiteY8" fmla="*/ 537090 h 1908314"/>
                  <a:gd name="connsiteX9" fmla="*/ 1365107 w 1908313"/>
                  <a:gd name="connsiteY9" fmla="*/ 427395 h 1908314"/>
                  <a:gd name="connsiteX10" fmla="*/ 531459 w 1908313"/>
                  <a:gd name="connsiteY10" fmla="*/ 427395 h 1908314"/>
                  <a:gd name="connsiteX11" fmla="*/ 421764 w 1908313"/>
                  <a:gd name="connsiteY11" fmla="*/ 537090 h 1908314"/>
                  <a:gd name="connsiteX12" fmla="*/ 421764 w 1908313"/>
                  <a:gd name="connsiteY12" fmla="*/ 1370739 h 1908314"/>
                  <a:gd name="connsiteX13" fmla="*/ 430385 w 1908313"/>
                  <a:gd name="connsiteY13" fmla="*/ 1413436 h 1908314"/>
                  <a:gd name="connsiteX14" fmla="*/ 437581 w 1908313"/>
                  <a:gd name="connsiteY14" fmla="*/ 1424110 h 1908314"/>
                  <a:gd name="connsiteX15" fmla="*/ 442252 w 1908313"/>
                  <a:gd name="connsiteY15" fmla="*/ 1574404 h 1908314"/>
                  <a:gd name="connsiteX16" fmla="*/ 441823 w 1908313"/>
                  <a:gd name="connsiteY16" fmla="*/ 1572278 h 1908314"/>
                  <a:gd name="connsiteX17" fmla="*/ 258656 w 1908313"/>
                  <a:gd name="connsiteY17" fmla="*/ 1450867 h 1908314"/>
                  <a:gd name="connsiteX18" fmla="*/ 3408 w 1908313"/>
                  <a:gd name="connsiteY18" fmla="*/ 1450867 h 1908314"/>
                  <a:gd name="connsiteX19" fmla="*/ 0 w 1908313"/>
                  <a:gd name="connsiteY19" fmla="*/ 1341225 h 1908314"/>
                  <a:gd name="connsiteX20" fmla="*/ 0 w 1908313"/>
                  <a:gd name="connsiteY20" fmla="*/ 198790 h 1908314"/>
                  <a:gd name="connsiteX21" fmla="*/ 198789 w 1908313"/>
                  <a:gd name="connsiteY21" fmla="*/ 1 h 1908314"/>
                  <a:gd name="connsiteX22" fmla="*/ 1709524 w 1908313"/>
                  <a:gd name="connsiteY22" fmla="*/ 1 h 1908314"/>
                  <a:gd name="connsiteX23" fmla="*/ 1850089 w 1908313"/>
                  <a:gd name="connsiteY23" fmla="*/ 58225 h 190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4">
                    <a:moveTo>
                      <a:pt x="1850089" y="58225"/>
                    </a:moveTo>
                    <a:cubicBezTo>
                      <a:pt x="1886063" y="94198"/>
                      <a:pt x="1908313" y="143896"/>
                      <a:pt x="1908313" y="198790"/>
                    </a:cubicBezTo>
                    <a:lnTo>
                      <a:pt x="1908313" y="1709525"/>
                    </a:lnTo>
                    <a:cubicBezTo>
                      <a:pt x="1908313" y="1819312"/>
                      <a:pt x="1819312" y="1908313"/>
                      <a:pt x="1709524" y="1908314"/>
                    </a:cubicBezTo>
                    <a:lnTo>
                      <a:pt x="575069" y="1908314"/>
                    </a:lnTo>
                    <a:lnTo>
                      <a:pt x="561771" y="1480433"/>
                    </a:lnTo>
                    <a:lnTo>
                      <a:pt x="1365107" y="1480433"/>
                    </a:lnTo>
                    <a:cubicBezTo>
                      <a:pt x="1425690" y="1480433"/>
                      <a:pt x="1474802" y="1431321"/>
                      <a:pt x="1474802" y="1370738"/>
                    </a:cubicBezTo>
                    <a:lnTo>
                      <a:pt x="1474802" y="537090"/>
                    </a:lnTo>
                    <a:cubicBezTo>
                      <a:pt x="1474802" y="476507"/>
                      <a:pt x="1425691" y="427395"/>
                      <a:pt x="1365107" y="427395"/>
                    </a:cubicBezTo>
                    <a:lnTo>
                      <a:pt x="531459" y="427395"/>
                    </a:lnTo>
                    <a:cubicBezTo>
                      <a:pt x="470876" y="427395"/>
                      <a:pt x="421764" y="476507"/>
                      <a:pt x="421764" y="537090"/>
                    </a:cubicBezTo>
                    <a:lnTo>
                      <a:pt x="421764" y="1370739"/>
                    </a:lnTo>
                    <a:cubicBezTo>
                      <a:pt x="421764" y="1385884"/>
                      <a:pt x="424834" y="1400313"/>
                      <a:pt x="430385" y="1413436"/>
                    </a:cubicBezTo>
                    <a:lnTo>
                      <a:pt x="437581" y="1424110"/>
                    </a:lnTo>
                    <a:lnTo>
                      <a:pt x="442252" y="1574404"/>
                    </a:lnTo>
                    <a:lnTo>
                      <a:pt x="441823" y="1572278"/>
                    </a:lnTo>
                    <a:cubicBezTo>
                      <a:pt x="411645" y="1500930"/>
                      <a:pt x="340997" y="1450867"/>
                      <a:pt x="258656" y="1450867"/>
                    </a:cubicBezTo>
                    <a:lnTo>
                      <a:pt x="3408" y="1450867"/>
                    </a:lnTo>
                    <a:lnTo>
                      <a:pt x="0" y="1341225"/>
                    </a:lnTo>
                    <a:lnTo>
                      <a:pt x="0" y="198790"/>
                    </a:lnTo>
                    <a:cubicBezTo>
                      <a:pt x="0" y="89001"/>
                      <a:pt x="89001" y="0"/>
                      <a:pt x="198789" y="1"/>
                    </a:cubicBezTo>
                    <a:lnTo>
                      <a:pt x="1709524" y="1"/>
                    </a:lnTo>
                    <a:cubicBezTo>
                      <a:pt x="1764418" y="0"/>
                      <a:pt x="1814115" y="22251"/>
                      <a:pt x="1850089" y="58225"/>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0EA130C4-F12D-8A1F-D1A7-DDDC171C1E4E}"/>
                  </a:ext>
                </a:extLst>
              </p:cNvPr>
              <p:cNvSpPr/>
              <p:nvPr/>
            </p:nvSpPr>
            <p:spPr>
              <a:xfrm rot="18900000">
                <a:off x="2007074" y="7298477"/>
                <a:ext cx="449222" cy="604820"/>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6" name="Freeform: Shape 85">
                <a:extLst>
                  <a:ext uri="{FF2B5EF4-FFF2-40B4-BE49-F238E27FC236}">
                    <a16:creationId xmlns:a16="http://schemas.microsoft.com/office/drawing/2014/main" id="{7A13FFDD-3B32-628E-E789-4029D740527A}"/>
                  </a:ext>
                </a:extLst>
              </p:cNvPr>
              <p:cNvSpPr/>
              <p:nvPr/>
            </p:nvSpPr>
            <p:spPr>
              <a:xfrm rot="18900000">
                <a:off x="2041265" y="5193291"/>
                <a:ext cx="438308" cy="752915"/>
              </a:xfrm>
              <a:custGeom>
                <a:avLst/>
                <a:gdLst>
                  <a:gd name="connsiteX0" fmla="*/ 384675 w 438308"/>
                  <a:gd name="connsiteY0" fmla="*/ 58224 h 475665"/>
                  <a:gd name="connsiteX1" fmla="*/ 427276 w 438308"/>
                  <a:gd name="connsiteY1" fmla="*/ 121412 h 475665"/>
                  <a:gd name="connsiteX2" fmla="*/ 428729 w 438308"/>
                  <a:gd name="connsiteY2" fmla="*/ 128605 h 475665"/>
                  <a:gd name="connsiteX3" fmla="*/ 438308 w 438308"/>
                  <a:gd name="connsiteY3" fmla="*/ 475665 h 475665"/>
                  <a:gd name="connsiteX4" fmla="*/ 197201 w 438308"/>
                  <a:gd name="connsiteY4" fmla="*/ 475665 h 475665"/>
                  <a:gd name="connsiteX5" fmla="*/ 14033 w 438308"/>
                  <a:gd name="connsiteY5" fmla="*/ 354253 h 475665"/>
                  <a:gd name="connsiteX6" fmla="*/ 3805 w 438308"/>
                  <a:gd name="connsiteY6" fmla="*/ 303589 h 475665"/>
                  <a:gd name="connsiteX7" fmla="*/ 0 w 438308"/>
                  <a:gd name="connsiteY7" fmla="*/ 1 h 475665"/>
                  <a:gd name="connsiteX8" fmla="*/ 244110 w 438308"/>
                  <a:gd name="connsiteY8" fmla="*/ 1 h 475665"/>
                  <a:gd name="connsiteX9" fmla="*/ 384675 w 438308"/>
                  <a:gd name="connsiteY9" fmla="*/ 58224 h 4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8308" h="475665">
                    <a:moveTo>
                      <a:pt x="384675" y="58224"/>
                    </a:moveTo>
                    <a:cubicBezTo>
                      <a:pt x="402662" y="76211"/>
                      <a:pt x="417218" y="97629"/>
                      <a:pt x="427276" y="121412"/>
                    </a:cubicBezTo>
                    <a:lnTo>
                      <a:pt x="428729" y="128605"/>
                    </a:lnTo>
                    <a:lnTo>
                      <a:pt x="438308" y="475665"/>
                    </a:lnTo>
                    <a:lnTo>
                      <a:pt x="197201" y="475665"/>
                    </a:lnTo>
                    <a:cubicBezTo>
                      <a:pt x="114860" y="475665"/>
                      <a:pt x="44211" y="425602"/>
                      <a:pt x="14033" y="354253"/>
                    </a:cubicBezTo>
                    <a:lnTo>
                      <a:pt x="3805" y="303589"/>
                    </a:lnTo>
                    <a:lnTo>
                      <a:pt x="0" y="1"/>
                    </a:lnTo>
                    <a:lnTo>
                      <a:pt x="244110" y="1"/>
                    </a:lnTo>
                    <a:cubicBezTo>
                      <a:pt x="299004" y="-1"/>
                      <a:pt x="348701" y="22250"/>
                      <a:pt x="384675"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5" name="Freeform: Shape 84">
                <a:extLst>
                  <a:ext uri="{FF2B5EF4-FFF2-40B4-BE49-F238E27FC236}">
                    <a16:creationId xmlns:a16="http://schemas.microsoft.com/office/drawing/2014/main" id="{C8FBB5EA-1CC5-D2B5-8AD7-35A4FFD42F3F}"/>
                  </a:ext>
                </a:extLst>
              </p:cNvPr>
              <p:cNvSpPr/>
              <p:nvPr/>
            </p:nvSpPr>
            <p:spPr>
              <a:xfrm rot="18900000">
                <a:off x="1886938" y="5461917"/>
                <a:ext cx="1588" cy="92397"/>
              </a:xfrm>
              <a:custGeom>
                <a:avLst/>
                <a:gdLst>
                  <a:gd name="connsiteX0" fmla="*/ 431 w 1588"/>
                  <a:gd name="connsiteY0" fmla="*/ 0 h 92397"/>
                  <a:gd name="connsiteX1" fmla="*/ 1588 w 1588"/>
                  <a:gd name="connsiteY1" fmla="*/ 92397 h 92397"/>
                  <a:gd name="connsiteX2" fmla="*/ 0 w 1588"/>
                  <a:gd name="connsiteY2" fmla="*/ 92397 h 92397"/>
                  <a:gd name="connsiteX3" fmla="*/ 0 w 1588"/>
                  <a:gd name="connsiteY3" fmla="*/ 6 h 92397"/>
                  <a:gd name="connsiteX4" fmla="*/ 431 w 1588"/>
                  <a:gd name="connsiteY4" fmla="*/ 0 h 92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 h="92397">
                    <a:moveTo>
                      <a:pt x="431" y="0"/>
                    </a:moveTo>
                    <a:lnTo>
                      <a:pt x="1588" y="92397"/>
                    </a:lnTo>
                    <a:lnTo>
                      <a:pt x="0" y="92397"/>
                    </a:lnTo>
                    <a:lnTo>
                      <a:pt x="0" y="6"/>
                    </a:lnTo>
                    <a:lnTo>
                      <a:pt x="43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3" name="Freeform: Shape 82">
                <a:extLst>
                  <a:ext uri="{FF2B5EF4-FFF2-40B4-BE49-F238E27FC236}">
                    <a16:creationId xmlns:a16="http://schemas.microsoft.com/office/drawing/2014/main" id="{02F35866-31BC-C903-A610-B22A2573D16A}"/>
                  </a:ext>
                </a:extLst>
              </p:cNvPr>
              <p:cNvSpPr/>
              <p:nvPr/>
            </p:nvSpPr>
            <p:spPr>
              <a:xfrm rot="18900000">
                <a:off x="2601109" y="5550703"/>
                <a:ext cx="4591" cy="97710"/>
              </a:xfrm>
              <a:custGeom>
                <a:avLst/>
                <a:gdLst>
                  <a:gd name="connsiteX0" fmla="*/ 4591 w 4591"/>
                  <a:gd name="connsiteY0" fmla="*/ 0 h 97710"/>
                  <a:gd name="connsiteX1" fmla="*/ 4591 w 4591"/>
                  <a:gd name="connsiteY1" fmla="*/ 97658 h 97710"/>
                  <a:gd name="connsiteX2" fmla="*/ 2697 w 4591"/>
                  <a:gd name="connsiteY2" fmla="*/ 97710 h 97710"/>
                  <a:gd name="connsiteX3" fmla="*/ 0 w 4591"/>
                  <a:gd name="connsiteY3" fmla="*/ 0 h 97710"/>
                  <a:gd name="connsiteX4" fmla="*/ 4591 w 4591"/>
                  <a:gd name="connsiteY4" fmla="*/ 0 h 97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1" h="97710">
                    <a:moveTo>
                      <a:pt x="4591" y="0"/>
                    </a:moveTo>
                    <a:lnTo>
                      <a:pt x="4591" y="97658"/>
                    </a:lnTo>
                    <a:lnTo>
                      <a:pt x="2697" y="97710"/>
                    </a:lnTo>
                    <a:lnTo>
                      <a:pt x="0" y="0"/>
                    </a:lnTo>
                    <a:lnTo>
                      <a:pt x="459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Shape 81">
                <a:extLst>
                  <a:ext uri="{FF2B5EF4-FFF2-40B4-BE49-F238E27FC236}">
                    <a16:creationId xmlns:a16="http://schemas.microsoft.com/office/drawing/2014/main" id="{941B6962-CE32-4EA6-545C-EABEB209344F}"/>
                  </a:ext>
                </a:extLst>
              </p:cNvPr>
              <p:cNvSpPr/>
              <p:nvPr/>
            </p:nvSpPr>
            <p:spPr>
              <a:xfrm rot="18900000">
                <a:off x="1922453" y="3642829"/>
                <a:ext cx="1316334" cy="1582646"/>
              </a:xfrm>
              <a:custGeom>
                <a:avLst/>
                <a:gdLst>
                  <a:gd name="connsiteX0" fmla="*/ 1311519 w 1316334"/>
                  <a:gd name="connsiteY0" fmla="*/ 131780 h 1582646"/>
                  <a:gd name="connsiteX1" fmla="*/ 1314529 w 1316334"/>
                  <a:gd name="connsiteY1" fmla="*/ 228660 h 1582646"/>
                  <a:gd name="connsiteX2" fmla="*/ 1316334 w 1316334"/>
                  <a:gd name="connsiteY2" fmla="*/ 228603 h 1582646"/>
                  <a:gd name="connsiteX3" fmla="*/ 1316334 w 1316334"/>
                  <a:gd name="connsiteY3" fmla="*/ 1383857 h 1582646"/>
                  <a:gd name="connsiteX4" fmla="*/ 1117545 w 1316334"/>
                  <a:gd name="connsiteY4" fmla="*/ 1582646 h 1582646"/>
                  <a:gd name="connsiteX5" fmla="*/ 11809 w 1316334"/>
                  <a:gd name="connsiteY5" fmla="*/ 1582646 h 1582646"/>
                  <a:gd name="connsiteX6" fmla="*/ 0 w 1316334"/>
                  <a:gd name="connsiteY6" fmla="*/ 1154766 h 1582646"/>
                  <a:gd name="connsiteX7" fmla="*/ 773127 w 1316334"/>
                  <a:gd name="connsiteY7" fmla="*/ 1154766 h 1582646"/>
                  <a:gd name="connsiteX8" fmla="*/ 882822 w 1316334"/>
                  <a:gd name="connsiteY8" fmla="*/ 1045069 h 1582646"/>
                  <a:gd name="connsiteX9" fmla="*/ 882823 w 1316334"/>
                  <a:gd name="connsiteY9" fmla="*/ 211422 h 1582646"/>
                  <a:gd name="connsiteX10" fmla="*/ 877169 w 1316334"/>
                  <a:gd name="connsiteY10" fmla="*/ 183417 h 1582646"/>
                  <a:gd name="connsiteX11" fmla="*/ 878117 w 1316334"/>
                  <a:gd name="connsiteY11" fmla="*/ 183388 h 1582646"/>
                  <a:gd name="connsiteX12" fmla="*/ 872418 w 1316334"/>
                  <a:gd name="connsiteY12" fmla="*/ 0 h 1582646"/>
                  <a:gd name="connsiteX13" fmla="*/ 874511 w 1316334"/>
                  <a:gd name="connsiteY13" fmla="*/ 10367 h 1582646"/>
                  <a:gd name="connsiteX14" fmla="*/ 1057678 w 1316334"/>
                  <a:gd name="connsiteY14" fmla="*/ 131780 h 1582646"/>
                  <a:gd name="connsiteX15" fmla="*/ 1311519 w 1316334"/>
                  <a:gd name="connsiteY15" fmla="*/ 131780 h 1582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6334" h="1582646">
                    <a:moveTo>
                      <a:pt x="1311519" y="131780"/>
                    </a:moveTo>
                    <a:lnTo>
                      <a:pt x="1314529" y="228660"/>
                    </a:lnTo>
                    <a:lnTo>
                      <a:pt x="1316334" y="228603"/>
                    </a:lnTo>
                    <a:lnTo>
                      <a:pt x="1316334" y="1383857"/>
                    </a:lnTo>
                    <a:cubicBezTo>
                      <a:pt x="1316333" y="1493645"/>
                      <a:pt x="1227333" y="1582645"/>
                      <a:pt x="1117545" y="1582646"/>
                    </a:cubicBezTo>
                    <a:lnTo>
                      <a:pt x="11809" y="1582646"/>
                    </a:lnTo>
                    <a:lnTo>
                      <a:pt x="0" y="1154766"/>
                    </a:lnTo>
                    <a:lnTo>
                      <a:pt x="773127" y="1154766"/>
                    </a:lnTo>
                    <a:cubicBezTo>
                      <a:pt x="833711" y="1154766"/>
                      <a:pt x="882823" y="1105654"/>
                      <a:pt x="882822" y="1045069"/>
                    </a:cubicBezTo>
                    <a:lnTo>
                      <a:pt x="882823" y="211422"/>
                    </a:lnTo>
                    <a:lnTo>
                      <a:pt x="877169" y="183417"/>
                    </a:lnTo>
                    <a:lnTo>
                      <a:pt x="878117" y="183388"/>
                    </a:lnTo>
                    <a:lnTo>
                      <a:pt x="872418" y="0"/>
                    </a:lnTo>
                    <a:lnTo>
                      <a:pt x="874511" y="10367"/>
                    </a:lnTo>
                    <a:cubicBezTo>
                      <a:pt x="904689" y="81716"/>
                      <a:pt x="975337" y="131779"/>
                      <a:pt x="1057678" y="131780"/>
                    </a:cubicBezTo>
                    <a:lnTo>
                      <a:pt x="1311519" y="13178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Shape 80">
                <a:extLst>
                  <a:ext uri="{FF2B5EF4-FFF2-40B4-BE49-F238E27FC236}">
                    <a16:creationId xmlns:a16="http://schemas.microsoft.com/office/drawing/2014/main" id="{46D64252-840A-9F70-651D-1D63C6E6535A}"/>
                  </a:ext>
                </a:extLst>
              </p:cNvPr>
              <p:cNvSpPr/>
              <p:nvPr/>
            </p:nvSpPr>
            <p:spPr>
              <a:xfrm rot="18900000">
                <a:off x="1261799" y="3824095"/>
                <a:ext cx="1345120" cy="1561254"/>
              </a:xfrm>
              <a:custGeom>
                <a:avLst/>
                <a:gdLst>
                  <a:gd name="connsiteX0" fmla="*/ 1331836 w 1345120"/>
                  <a:gd name="connsiteY0" fmla="*/ 0 h 1561254"/>
                  <a:gd name="connsiteX1" fmla="*/ 1345120 w 1345120"/>
                  <a:gd name="connsiteY1" fmla="*/ 427395 h 1561254"/>
                  <a:gd name="connsiteX2" fmla="*/ 531459 w 1345120"/>
                  <a:gd name="connsiteY2" fmla="*/ 427395 h 1561254"/>
                  <a:gd name="connsiteX3" fmla="*/ 421764 w 1345120"/>
                  <a:gd name="connsiteY3" fmla="*/ 537091 h 1561254"/>
                  <a:gd name="connsiteX4" fmla="*/ 421764 w 1345120"/>
                  <a:gd name="connsiteY4" fmla="*/ 1370739 h 1561254"/>
                  <a:gd name="connsiteX5" fmla="*/ 425580 w 1345120"/>
                  <a:gd name="connsiteY5" fmla="*/ 1389640 h 1561254"/>
                  <a:gd name="connsiteX6" fmla="*/ 430317 w 1345120"/>
                  <a:gd name="connsiteY6" fmla="*/ 1561254 h 1561254"/>
                  <a:gd name="connsiteX7" fmla="*/ 428864 w 1345120"/>
                  <a:gd name="connsiteY7" fmla="*/ 1554061 h 1561254"/>
                  <a:gd name="connsiteX8" fmla="*/ 386263 w 1345120"/>
                  <a:gd name="connsiteY8" fmla="*/ 1490873 h 1561254"/>
                  <a:gd name="connsiteX9" fmla="*/ 245698 w 1345120"/>
                  <a:gd name="connsiteY9" fmla="*/ 1432650 h 1561254"/>
                  <a:gd name="connsiteX10" fmla="*/ 1588 w 1345120"/>
                  <a:gd name="connsiteY10" fmla="*/ 1432650 h 1561254"/>
                  <a:gd name="connsiteX11" fmla="*/ 431 w 1345120"/>
                  <a:gd name="connsiteY11" fmla="*/ 1340253 h 1561254"/>
                  <a:gd name="connsiteX12" fmla="*/ 0 w 1345120"/>
                  <a:gd name="connsiteY12" fmla="*/ 1340259 h 1561254"/>
                  <a:gd name="connsiteX13" fmla="*/ 0 w 1345120"/>
                  <a:gd name="connsiteY13" fmla="*/ 198790 h 1561254"/>
                  <a:gd name="connsiteX14" fmla="*/ 198789 w 1345120"/>
                  <a:gd name="connsiteY14" fmla="*/ 1 h 1561254"/>
                  <a:gd name="connsiteX15" fmla="*/ 1331836 w 1345120"/>
                  <a:gd name="connsiteY15" fmla="*/ 0 h 1561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5120" h="1561254">
                    <a:moveTo>
                      <a:pt x="1331836" y="0"/>
                    </a:moveTo>
                    <a:lnTo>
                      <a:pt x="1345120" y="427395"/>
                    </a:lnTo>
                    <a:lnTo>
                      <a:pt x="531459" y="427395"/>
                    </a:lnTo>
                    <a:cubicBezTo>
                      <a:pt x="470876" y="427395"/>
                      <a:pt x="421764" y="476508"/>
                      <a:pt x="421764" y="537091"/>
                    </a:cubicBezTo>
                    <a:lnTo>
                      <a:pt x="421764" y="1370739"/>
                    </a:lnTo>
                    <a:lnTo>
                      <a:pt x="425580" y="1389640"/>
                    </a:lnTo>
                    <a:lnTo>
                      <a:pt x="430317" y="1561254"/>
                    </a:lnTo>
                    <a:lnTo>
                      <a:pt x="428864" y="1554061"/>
                    </a:lnTo>
                    <a:cubicBezTo>
                      <a:pt x="418806" y="1530278"/>
                      <a:pt x="404250" y="1508860"/>
                      <a:pt x="386263" y="1490873"/>
                    </a:cubicBezTo>
                    <a:cubicBezTo>
                      <a:pt x="350289" y="1454899"/>
                      <a:pt x="300592" y="1432648"/>
                      <a:pt x="245698" y="1432650"/>
                    </a:cubicBezTo>
                    <a:lnTo>
                      <a:pt x="1588" y="1432650"/>
                    </a:lnTo>
                    <a:lnTo>
                      <a:pt x="431" y="1340253"/>
                    </a:lnTo>
                    <a:lnTo>
                      <a:pt x="0" y="1340259"/>
                    </a:lnTo>
                    <a:lnTo>
                      <a:pt x="0" y="198790"/>
                    </a:lnTo>
                    <a:cubicBezTo>
                      <a:pt x="0" y="89002"/>
                      <a:pt x="89001" y="1"/>
                      <a:pt x="198789" y="1"/>
                    </a:cubicBezTo>
                    <a:lnTo>
                      <a:pt x="1331836"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Shape 78">
                <a:extLst>
                  <a:ext uri="{FF2B5EF4-FFF2-40B4-BE49-F238E27FC236}">
                    <a16:creationId xmlns:a16="http://schemas.microsoft.com/office/drawing/2014/main" id="{BE4385C9-B219-9217-DC7D-3DCC5EC2D69C}"/>
                  </a:ext>
                </a:extLst>
              </p:cNvPr>
              <p:cNvSpPr/>
              <p:nvPr/>
            </p:nvSpPr>
            <p:spPr>
              <a:xfrm rot="18900000">
                <a:off x="2435684" y="5272165"/>
                <a:ext cx="14170" cy="347060"/>
              </a:xfrm>
              <a:custGeom>
                <a:avLst/>
                <a:gdLst>
                  <a:gd name="connsiteX0" fmla="*/ 0 w 14170"/>
                  <a:gd name="connsiteY0" fmla="*/ 0 h 347060"/>
                  <a:gd name="connsiteX1" fmla="*/ 14170 w 14170"/>
                  <a:gd name="connsiteY1" fmla="*/ 70185 h 347060"/>
                  <a:gd name="connsiteX2" fmla="*/ 14170 w 14170"/>
                  <a:gd name="connsiteY2" fmla="*/ 347060 h 347060"/>
                  <a:gd name="connsiteX3" fmla="*/ 9579 w 14170"/>
                  <a:gd name="connsiteY3" fmla="*/ 347060 h 347060"/>
                  <a:gd name="connsiteX4" fmla="*/ 0 w 14170"/>
                  <a:gd name="connsiteY4" fmla="*/ 0 h 34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70" h="347060">
                    <a:moveTo>
                      <a:pt x="0" y="0"/>
                    </a:moveTo>
                    <a:lnTo>
                      <a:pt x="14170" y="70185"/>
                    </a:lnTo>
                    <a:lnTo>
                      <a:pt x="14170" y="347060"/>
                    </a:lnTo>
                    <a:lnTo>
                      <a:pt x="9579" y="347060"/>
                    </a:lnTo>
                    <a:lnTo>
                      <a:pt x="0"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6" name="Freeform: Shape 75">
                <a:extLst>
                  <a:ext uri="{FF2B5EF4-FFF2-40B4-BE49-F238E27FC236}">
                    <a16:creationId xmlns:a16="http://schemas.microsoft.com/office/drawing/2014/main" id="{25FFB38A-0834-AD72-DB39-BBBF48D106A4}"/>
                  </a:ext>
                </a:extLst>
              </p:cNvPr>
              <p:cNvSpPr/>
              <p:nvPr/>
            </p:nvSpPr>
            <p:spPr>
              <a:xfrm rot="18900000">
                <a:off x="2026383" y="5494977"/>
                <a:ext cx="5393" cy="303588"/>
              </a:xfrm>
              <a:custGeom>
                <a:avLst/>
                <a:gdLst>
                  <a:gd name="connsiteX0" fmla="*/ 1588 w 5393"/>
                  <a:gd name="connsiteY0" fmla="*/ 0 h 303588"/>
                  <a:gd name="connsiteX1" fmla="*/ 5393 w 5393"/>
                  <a:gd name="connsiteY1" fmla="*/ 303588 h 303588"/>
                  <a:gd name="connsiteX2" fmla="*/ 0 w 5393"/>
                  <a:gd name="connsiteY2" fmla="*/ 276875 h 303588"/>
                  <a:gd name="connsiteX3" fmla="*/ 0 w 5393"/>
                  <a:gd name="connsiteY3" fmla="*/ 0 h 303588"/>
                  <a:gd name="connsiteX4" fmla="*/ 1588 w 5393"/>
                  <a:gd name="connsiteY4" fmla="*/ 0 h 303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3" h="303588">
                    <a:moveTo>
                      <a:pt x="1588" y="0"/>
                    </a:moveTo>
                    <a:lnTo>
                      <a:pt x="5393" y="303588"/>
                    </a:lnTo>
                    <a:lnTo>
                      <a:pt x="0" y="276875"/>
                    </a:lnTo>
                    <a:lnTo>
                      <a:pt x="0" y="0"/>
                    </a:lnTo>
                    <a:lnTo>
                      <a:pt x="1588"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5" name="Freeform: Shape 74">
                <a:extLst>
                  <a:ext uri="{FF2B5EF4-FFF2-40B4-BE49-F238E27FC236}">
                    <a16:creationId xmlns:a16="http://schemas.microsoft.com/office/drawing/2014/main" id="{2335C350-B312-E662-8A9C-38C3981388F6}"/>
                  </a:ext>
                </a:extLst>
              </p:cNvPr>
              <p:cNvSpPr/>
              <p:nvPr/>
            </p:nvSpPr>
            <p:spPr>
              <a:xfrm rot="18900000">
                <a:off x="1866818" y="5682781"/>
                <a:ext cx="1346542" cy="1604725"/>
              </a:xfrm>
              <a:custGeom>
                <a:avLst/>
                <a:gdLst>
                  <a:gd name="connsiteX0" fmla="*/ 1341951 w 1346542"/>
                  <a:gd name="connsiteY0" fmla="*/ 172076 h 1604725"/>
                  <a:gd name="connsiteX1" fmla="*/ 1344648 w 1346542"/>
                  <a:gd name="connsiteY1" fmla="*/ 269786 h 1604725"/>
                  <a:gd name="connsiteX2" fmla="*/ 1346542 w 1346542"/>
                  <a:gd name="connsiteY2" fmla="*/ 269734 h 1604725"/>
                  <a:gd name="connsiteX3" fmla="*/ 1346542 w 1346542"/>
                  <a:gd name="connsiteY3" fmla="*/ 1405936 h 1604725"/>
                  <a:gd name="connsiteX4" fmla="*/ 1147753 w 1346542"/>
                  <a:gd name="connsiteY4" fmla="*/ 1604725 h 1604725"/>
                  <a:gd name="connsiteX5" fmla="*/ 13298 w 1346542"/>
                  <a:gd name="connsiteY5" fmla="*/ 1604724 h 1604725"/>
                  <a:gd name="connsiteX6" fmla="*/ 0 w 1346542"/>
                  <a:gd name="connsiteY6" fmla="*/ 1176844 h 1604725"/>
                  <a:gd name="connsiteX7" fmla="*/ 803336 w 1346542"/>
                  <a:gd name="connsiteY7" fmla="*/ 1176844 h 1604725"/>
                  <a:gd name="connsiteX8" fmla="*/ 913031 w 1346542"/>
                  <a:gd name="connsiteY8" fmla="*/ 1067149 h 1604725"/>
                  <a:gd name="connsiteX9" fmla="*/ 913031 w 1346542"/>
                  <a:gd name="connsiteY9" fmla="*/ 233500 h 1604725"/>
                  <a:gd name="connsiteX10" fmla="*/ 910198 w 1346542"/>
                  <a:gd name="connsiteY10" fmla="*/ 219466 h 1604725"/>
                  <a:gd name="connsiteX11" fmla="*/ 907448 w 1346542"/>
                  <a:gd name="connsiteY11" fmla="*/ 0 h 1604725"/>
                  <a:gd name="connsiteX12" fmla="*/ 917676 w 1346542"/>
                  <a:gd name="connsiteY12" fmla="*/ 50664 h 1604725"/>
                  <a:gd name="connsiteX13" fmla="*/ 1100844 w 1346542"/>
                  <a:gd name="connsiteY13" fmla="*/ 172076 h 1604725"/>
                  <a:gd name="connsiteX14" fmla="*/ 1341951 w 1346542"/>
                  <a:gd name="connsiteY14" fmla="*/ 172076 h 1604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6542" h="1604725">
                    <a:moveTo>
                      <a:pt x="1341951" y="172076"/>
                    </a:moveTo>
                    <a:lnTo>
                      <a:pt x="1344648" y="269786"/>
                    </a:lnTo>
                    <a:lnTo>
                      <a:pt x="1346542" y="269734"/>
                    </a:lnTo>
                    <a:lnTo>
                      <a:pt x="1346542" y="1405936"/>
                    </a:lnTo>
                    <a:cubicBezTo>
                      <a:pt x="1346542" y="1515722"/>
                      <a:pt x="1257541" y="1604723"/>
                      <a:pt x="1147753" y="1604725"/>
                    </a:cubicBezTo>
                    <a:lnTo>
                      <a:pt x="13298" y="1604724"/>
                    </a:lnTo>
                    <a:lnTo>
                      <a:pt x="0" y="1176844"/>
                    </a:lnTo>
                    <a:lnTo>
                      <a:pt x="803336" y="1176844"/>
                    </a:lnTo>
                    <a:cubicBezTo>
                      <a:pt x="863919" y="1176843"/>
                      <a:pt x="913031" y="1127731"/>
                      <a:pt x="913031" y="1067149"/>
                    </a:cubicBezTo>
                    <a:lnTo>
                      <a:pt x="913031" y="233500"/>
                    </a:lnTo>
                    <a:lnTo>
                      <a:pt x="910198" y="219466"/>
                    </a:lnTo>
                    <a:lnTo>
                      <a:pt x="907448" y="0"/>
                    </a:lnTo>
                    <a:lnTo>
                      <a:pt x="917676" y="50664"/>
                    </a:lnTo>
                    <a:cubicBezTo>
                      <a:pt x="947854" y="122013"/>
                      <a:pt x="1018503" y="172076"/>
                      <a:pt x="1100844" y="172076"/>
                    </a:cubicBezTo>
                    <a:lnTo>
                      <a:pt x="1341951" y="172076"/>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4" name="Freeform: Shape 73">
                <a:extLst>
                  <a:ext uri="{FF2B5EF4-FFF2-40B4-BE49-F238E27FC236}">
                    <a16:creationId xmlns:a16="http://schemas.microsoft.com/office/drawing/2014/main" id="{D589A748-84EE-93EB-B34C-2E7FF5EA2D60}"/>
                  </a:ext>
                </a:extLst>
              </p:cNvPr>
              <p:cNvSpPr/>
              <p:nvPr/>
            </p:nvSpPr>
            <p:spPr>
              <a:xfrm rot="18900000">
                <a:off x="1249997" y="5883791"/>
                <a:ext cx="1306927" cy="1574403"/>
              </a:xfrm>
              <a:custGeom>
                <a:avLst/>
                <a:gdLst>
                  <a:gd name="connsiteX0" fmla="*/ 1301571 w 1306927"/>
                  <a:gd name="connsiteY0" fmla="*/ 1 h 1574403"/>
                  <a:gd name="connsiteX1" fmla="*/ 1306927 w 1306927"/>
                  <a:gd name="connsiteY1" fmla="*/ 427395 h 1574403"/>
                  <a:gd name="connsiteX2" fmla="*/ 531458 w 1306927"/>
                  <a:gd name="connsiteY2" fmla="*/ 427394 h 1574403"/>
                  <a:gd name="connsiteX3" fmla="*/ 421763 w 1306927"/>
                  <a:gd name="connsiteY3" fmla="*/ 537089 h 1574403"/>
                  <a:gd name="connsiteX4" fmla="*/ 421763 w 1306927"/>
                  <a:gd name="connsiteY4" fmla="*/ 1370738 h 1574403"/>
                  <a:gd name="connsiteX5" fmla="*/ 430385 w 1306927"/>
                  <a:gd name="connsiteY5" fmla="*/ 1413436 h 1574403"/>
                  <a:gd name="connsiteX6" fmla="*/ 437581 w 1306927"/>
                  <a:gd name="connsiteY6" fmla="*/ 1424109 h 1574403"/>
                  <a:gd name="connsiteX7" fmla="*/ 442252 w 1306927"/>
                  <a:gd name="connsiteY7" fmla="*/ 1574403 h 1574403"/>
                  <a:gd name="connsiteX8" fmla="*/ 441823 w 1306927"/>
                  <a:gd name="connsiteY8" fmla="*/ 1572277 h 1574403"/>
                  <a:gd name="connsiteX9" fmla="*/ 258656 w 1306927"/>
                  <a:gd name="connsiteY9" fmla="*/ 1450866 h 1574403"/>
                  <a:gd name="connsiteX10" fmla="*/ 3408 w 1306927"/>
                  <a:gd name="connsiteY10" fmla="*/ 1450866 h 1574403"/>
                  <a:gd name="connsiteX11" fmla="*/ 0 w 1306927"/>
                  <a:gd name="connsiteY11" fmla="*/ 1341224 h 1574403"/>
                  <a:gd name="connsiteX12" fmla="*/ 0 w 1306927"/>
                  <a:gd name="connsiteY12" fmla="*/ 198790 h 1574403"/>
                  <a:gd name="connsiteX13" fmla="*/ 198789 w 1306927"/>
                  <a:gd name="connsiteY13" fmla="*/ 1 h 1574403"/>
                  <a:gd name="connsiteX14" fmla="*/ 1301571 w 1306927"/>
                  <a:gd name="connsiteY14" fmla="*/ 1 h 1574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06927" h="1574403">
                    <a:moveTo>
                      <a:pt x="1301571" y="1"/>
                    </a:moveTo>
                    <a:lnTo>
                      <a:pt x="1306927" y="427395"/>
                    </a:lnTo>
                    <a:lnTo>
                      <a:pt x="531458" y="427394"/>
                    </a:lnTo>
                    <a:cubicBezTo>
                      <a:pt x="470876" y="427394"/>
                      <a:pt x="421764" y="476506"/>
                      <a:pt x="421763" y="537089"/>
                    </a:cubicBezTo>
                    <a:lnTo>
                      <a:pt x="421763" y="1370738"/>
                    </a:lnTo>
                    <a:cubicBezTo>
                      <a:pt x="421763" y="1385883"/>
                      <a:pt x="424834" y="1400312"/>
                      <a:pt x="430385" y="1413436"/>
                    </a:cubicBezTo>
                    <a:lnTo>
                      <a:pt x="437581" y="1424109"/>
                    </a:lnTo>
                    <a:lnTo>
                      <a:pt x="442252" y="1574403"/>
                    </a:lnTo>
                    <a:lnTo>
                      <a:pt x="441823" y="1572277"/>
                    </a:lnTo>
                    <a:cubicBezTo>
                      <a:pt x="411645" y="1500930"/>
                      <a:pt x="340997" y="1450866"/>
                      <a:pt x="258656" y="1450866"/>
                    </a:cubicBezTo>
                    <a:lnTo>
                      <a:pt x="3408" y="1450866"/>
                    </a:lnTo>
                    <a:lnTo>
                      <a:pt x="0" y="1341224"/>
                    </a:lnTo>
                    <a:lnTo>
                      <a:pt x="0" y="198790"/>
                    </a:lnTo>
                    <a:cubicBezTo>
                      <a:pt x="0" y="89000"/>
                      <a:pt x="89000" y="-1"/>
                      <a:pt x="198789" y="1"/>
                    </a:cubicBezTo>
                    <a:lnTo>
                      <a:pt x="1301571" y="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AD10DA0E-F30F-366C-51DF-EB5C627C44B9}"/>
                  </a:ext>
                </a:extLst>
              </p:cNvPr>
              <p:cNvSpPr/>
              <p:nvPr/>
            </p:nvSpPr>
            <p:spPr>
              <a:xfrm rot="18900000">
                <a:off x="1279979" y="7674104"/>
                <a:ext cx="1908313" cy="1908313"/>
              </a:xfrm>
              <a:custGeom>
                <a:avLst/>
                <a:gdLst>
                  <a:gd name="connsiteX0" fmla="*/ 1903498 w 1908313"/>
                  <a:gd name="connsiteY0" fmla="*/ 457447 h 1908313"/>
                  <a:gd name="connsiteX1" fmla="*/ 1906509 w 1908313"/>
                  <a:gd name="connsiteY1" fmla="*/ 554327 h 1908313"/>
                  <a:gd name="connsiteX2" fmla="*/ 1908313 w 1908313"/>
                  <a:gd name="connsiteY2" fmla="*/ 554270 h 1908313"/>
                  <a:gd name="connsiteX3" fmla="*/ 1908313 w 1908313"/>
                  <a:gd name="connsiteY3" fmla="*/ 1709524 h 1908313"/>
                  <a:gd name="connsiteX4" fmla="*/ 1709524 w 1908313"/>
                  <a:gd name="connsiteY4" fmla="*/ 1908313 h 1908313"/>
                  <a:gd name="connsiteX5" fmla="*/ 198789 w 1908313"/>
                  <a:gd name="connsiteY5" fmla="*/ 1908313 h 1908313"/>
                  <a:gd name="connsiteX6" fmla="*/ 0 w 1908313"/>
                  <a:gd name="connsiteY6" fmla="*/ 1709524 h 1908313"/>
                  <a:gd name="connsiteX7" fmla="*/ 0 w 1908313"/>
                  <a:gd name="connsiteY7" fmla="*/ 198789 h 1908313"/>
                  <a:gd name="connsiteX8" fmla="*/ 198789 w 1908313"/>
                  <a:gd name="connsiteY8" fmla="*/ 0 h 1908313"/>
                  <a:gd name="connsiteX9" fmla="*/ 1331837 w 1908313"/>
                  <a:gd name="connsiteY9" fmla="*/ 0 h 1908313"/>
                  <a:gd name="connsiteX10" fmla="*/ 1345120 w 1908313"/>
                  <a:gd name="connsiteY10" fmla="*/ 427395 h 1908313"/>
                  <a:gd name="connsiteX11" fmla="*/ 531460 w 1908313"/>
                  <a:gd name="connsiteY11" fmla="*/ 427395 h 1908313"/>
                  <a:gd name="connsiteX12" fmla="*/ 421764 w 1908313"/>
                  <a:gd name="connsiteY12" fmla="*/ 537090 h 1908313"/>
                  <a:gd name="connsiteX13" fmla="*/ 421764 w 1908313"/>
                  <a:gd name="connsiteY13" fmla="*/ 1370738 h 1908313"/>
                  <a:gd name="connsiteX14" fmla="*/ 531459 w 1908313"/>
                  <a:gd name="connsiteY14" fmla="*/ 1480433 h 1908313"/>
                  <a:gd name="connsiteX15" fmla="*/ 1365107 w 1908313"/>
                  <a:gd name="connsiteY15" fmla="*/ 1480433 h 1908313"/>
                  <a:gd name="connsiteX16" fmla="*/ 1474802 w 1908313"/>
                  <a:gd name="connsiteY16" fmla="*/ 1370737 h 1908313"/>
                  <a:gd name="connsiteX17" fmla="*/ 1474802 w 1908313"/>
                  <a:gd name="connsiteY17" fmla="*/ 537090 h 1908313"/>
                  <a:gd name="connsiteX18" fmla="*/ 1469148 w 1908313"/>
                  <a:gd name="connsiteY18" fmla="*/ 509084 h 1908313"/>
                  <a:gd name="connsiteX19" fmla="*/ 1470096 w 1908313"/>
                  <a:gd name="connsiteY19" fmla="*/ 509055 h 1908313"/>
                  <a:gd name="connsiteX20" fmla="*/ 1464397 w 1908313"/>
                  <a:gd name="connsiteY20" fmla="*/ 325667 h 1908313"/>
                  <a:gd name="connsiteX21" fmla="*/ 1466490 w 1908313"/>
                  <a:gd name="connsiteY21" fmla="*/ 336034 h 1908313"/>
                  <a:gd name="connsiteX22" fmla="*/ 1649657 w 1908313"/>
                  <a:gd name="connsiteY22" fmla="*/ 457447 h 1908313"/>
                  <a:gd name="connsiteX23" fmla="*/ 1903498 w 1908313"/>
                  <a:gd name="connsiteY23" fmla="*/ 457447 h 1908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3">
                    <a:moveTo>
                      <a:pt x="1903498" y="457447"/>
                    </a:moveTo>
                    <a:lnTo>
                      <a:pt x="1906509" y="554327"/>
                    </a:lnTo>
                    <a:lnTo>
                      <a:pt x="1908313" y="554270"/>
                    </a:lnTo>
                    <a:lnTo>
                      <a:pt x="1908313" y="1709524"/>
                    </a:lnTo>
                    <a:cubicBezTo>
                      <a:pt x="1908312" y="1819312"/>
                      <a:pt x="1819312" y="1908312"/>
                      <a:pt x="1709524" y="1908313"/>
                    </a:cubicBezTo>
                    <a:lnTo>
                      <a:pt x="198789" y="1908313"/>
                    </a:lnTo>
                    <a:cubicBezTo>
                      <a:pt x="89001" y="1908313"/>
                      <a:pt x="-1" y="1819312"/>
                      <a:pt x="0" y="1709524"/>
                    </a:cubicBezTo>
                    <a:lnTo>
                      <a:pt x="0" y="198789"/>
                    </a:lnTo>
                    <a:cubicBezTo>
                      <a:pt x="0" y="89001"/>
                      <a:pt x="89001" y="0"/>
                      <a:pt x="198789" y="0"/>
                    </a:cubicBezTo>
                    <a:lnTo>
                      <a:pt x="1331837" y="0"/>
                    </a:lnTo>
                    <a:lnTo>
                      <a:pt x="1345120" y="427395"/>
                    </a:lnTo>
                    <a:lnTo>
                      <a:pt x="531460" y="427395"/>
                    </a:lnTo>
                    <a:cubicBezTo>
                      <a:pt x="470876" y="427395"/>
                      <a:pt x="421764" y="476507"/>
                      <a:pt x="421764" y="537090"/>
                    </a:cubicBezTo>
                    <a:lnTo>
                      <a:pt x="421764" y="1370738"/>
                    </a:lnTo>
                    <a:cubicBezTo>
                      <a:pt x="421765" y="1431321"/>
                      <a:pt x="470876" y="1480432"/>
                      <a:pt x="531459" y="1480433"/>
                    </a:cubicBezTo>
                    <a:lnTo>
                      <a:pt x="1365107" y="1480433"/>
                    </a:lnTo>
                    <a:cubicBezTo>
                      <a:pt x="1425690" y="1480433"/>
                      <a:pt x="1474802" y="1431321"/>
                      <a:pt x="1474802" y="1370737"/>
                    </a:cubicBezTo>
                    <a:lnTo>
                      <a:pt x="1474802" y="537090"/>
                    </a:lnTo>
                    <a:lnTo>
                      <a:pt x="1469148" y="509084"/>
                    </a:lnTo>
                    <a:lnTo>
                      <a:pt x="1470096" y="509055"/>
                    </a:lnTo>
                    <a:lnTo>
                      <a:pt x="1464397" y="325667"/>
                    </a:lnTo>
                    <a:lnTo>
                      <a:pt x="1466490" y="336034"/>
                    </a:lnTo>
                    <a:cubicBezTo>
                      <a:pt x="1496668" y="407383"/>
                      <a:pt x="1567316" y="457446"/>
                      <a:pt x="1649657" y="457447"/>
                    </a:cubicBezTo>
                    <a:lnTo>
                      <a:pt x="1903498" y="45744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Shape 69">
                <a:extLst>
                  <a:ext uri="{FF2B5EF4-FFF2-40B4-BE49-F238E27FC236}">
                    <a16:creationId xmlns:a16="http://schemas.microsoft.com/office/drawing/2014/main" id="{E24F704D-6130-3A3F-4AE2-BD71BB887AE3}"/>
                  </a:ext>
                </a:extLst>
              </p:cNvPr>
              <p:cNvSpPr/>
              <p:nvPr/>
            </p:nvSpPr>
            <p:spPr>
              <a:xfrm rot="18805141">
                <a:off x="1930007" y="1404700"/>
                <a:ext cx="1098" cy="39787"/>
              </a:xfrm>
              <a:custGeom>
                <a:avLst/>
                <a:gdLst>
                  <a:gd name="connsiteX0" fmla="*/ 1098 w 1098"/>
                  <a:gd name="connsiteY0" fmla="*/ 0 h 39787"/>
                  <a:gd name="connsiteX1" fmla="*/ 499 w 1098"/>
                  <a:gd name="connsiteY1" fmla="*/ 39787 h 39787"/>
                  <a:gd name="connsiteX2" fmla="*/ 0 w 1098"/>
                  <a:gd name="connsiteY2" fmla="*/ 39773 h 39787"/>
                  <a:gd name="connsiteX3" fmla="*/ 1098 w 1098"/>
                  <a:gd name="connsiteY3" fmla="*/ 0 h 39787"/>
                </a:gdLst>
                <a:ahLst/>
                <a:cxnLst>
                  <a:cxn ang="0">
                    <a:pos x="connsiteX0" y="connsiteY0"/>
                  </a:cxn>
                  <a:cxn ang="0">
                    <a:pos x="connsiteX1" y="connsiteY1"/>
                  </a:cxn>
                  <a:cxn ang="0">
                    <a:pos x="connsiteX2" y="connsiteY2"/>
                  </a:cxn>
                  <a:cxn ang="0">
                    <a:pos x="connsiteX3" y="connsiteY3"/>
                  </a:cxn>
                </a:cxnLst>
                <a:rect l="l" t="t" r="r" b="b"/>
                <a:pathLst>
                  <a:path w="1098" h="39787">
                    <a:moveTo>
                      <a:pt x="1098" y="0"/>
                    </a:moveTo>
                    <a:lnTo>
                      <a:pt x="499" y="39787"/>
                    </a:lnTo>
                    <a:lnTo>
                      <a:pt x="0" y="39773"/>
                    </a:lnTo>
                    <a:lnTo>
                      <a:pt x="1098"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9" name="Freeform: Shape 68">
                <a:extLst>
                  <a:ext uri="{FF2B5EF4-FFF2-40B4-BE49-F238E27FC236}">
                    <a16:creationId xmlns:a16="http://schemas.microsoft.com/office/drawing/2014/main" id="{C1604418-ACB8-4326-9C93-B4B0F420FAE0}"/>
                  </a:ext>
                </a:extLst>
              </p:cNvPr>
              <p:cNvSpPr/>
              <p:nvPr/>
            </p:nvSpPr>
            <p:spPr>
              <a:xfrm rot="18805141">
                <a:off x="2604346" y="1419307"/>
                <a:ext cx="3174" cy="115067"/>
              </a:xfrm>
              <a:custGeom>
                <a:avLst/>
                <a:gdLst>
                  <a:gd name="connsiteX0" fmla="*/ 3174 w 3174"/>
                  <a:gd name="connsiteY0" fmla="*/ 87 h 115067"/>
                  <a:gd name="connsiteX1" fmla="*/ 0 w 3174"/>
                  <a:gd name="connsiteY1" fmla="*/ 115067 h 115067"/>
                  <a:gd name="connsiteX2" fmla="*/ 0 w 3174"/>
                  <a:gd name="connsiteY2" fmla="*/ 0 h 115067"/>
                  <a:gd name="connsiteX3" fmla="*/ 3174 w 3174"/>
                  <a:gd name="connsiteY3" fmla="*/ 87 h 115067"/>
                </a:gdLst>
                <a:ahLst/>
                <a:cxnLst>
                  <a:cxn ang="0">
                    <a:pos x="connsiteX0" y="connsiteY0"/>
                  </a:cxn>
                  <a:cxn ang="0">
                    <a:pos x="connsiteX1" y="connsiteY1"/>
                  </a:cxn>
                  <a:cxn ang="0">
                    <a:pos x="connsiteX2" y="connsiteY2"/>
                  </a:cxn>
                  <a:cxn ang="0">
                    <a:pos x="connsiteX3" y="connsiteY3"/>
                  </a:cxn>
                </a:cxnLst>
                <a:rect l="l" t="t" r="r" b="b"/>
                <a:pathLst>
                  <a:path w="3174" h="115067">
                    <a:moveTo>
                      <a:pt x="3174" y="87"/>
                    </a:moveTo>
                    <a:lnTo>
                      <a:pt x="0" y="115067"/>
                    </a:lnTo>
                    <a:lnTo>
                      <a:pt x="0" y="0"/>
                    </a:lnTo>
                    <a:lnTo>
                      <a:pt x="3174" y="87"/>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4" name="Freeform: Shape 63">
                <a:extLst>
                  <a:ext uri="{FF2B5EF4-FFF2-40B4-BE49-F238E27FC236}">
                    <a16:creationId xmlns:a16="http://schemas.microsoft.com/office/drawing/2014/main" id="{2B2833D3-1D36-4493-28BC-C92F64B9E6A7}"/>
                  </a:ext>
                </a:extLst>
              </p:cNvPr>
              <p:cNvSpPr/>
              <p:nvPr/>
            </p:nvSpPr>
            <p:spPr>
              <a:xfrm rot="18805141">
                <a:off x="2454629" y="1186489"/>
                <a:ext cx="9750" cy="294524"/>
              </a:xfrm>
              <a:custGeom>
                <a:avLst/>
                <a:gdLst>
                  <a:gd name="connsiteX0" fmla="*/ 0 w 9750"/>
                  <a:gd name="connsiteY0" fmla="*/ 0 h 294524"/>
                  <a:gd name="connsiteX1" fmla="*/ 9750 w 9750"/>
                  <a:gd name="connsiteY1" fmla="*/ 56251 h 294524"/>
                  <a:gd name="connsiteX2" fmla="*/ 3174 w 9750"/>
                  <a:gd name="connsiteY2" fmla="*/ 294524 h 294524"/>
                  <a:gd name="connsiteX3" fmla="*/ 0 w 9750"/>
                  <a:gd name="connsiteY3" fmla="*/ 294437 h 294524"/>
                  <a:gd name="connsiteX4" fmla="*/ 0 w 9750"/>
                  <a:gd name="connsiteY4" fmla="*/ 0 h 29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0" h="294524">
                    <a:moveTo>
                      <a:pt x="0" y="0"/>
                    </a:moveTo>
                    <a:lnTo>
                      <a:pt x="9750" y="56251"/>
                    </a:lnTo>
                    <a:lnTo>
                      <a:pt x="3174" y="294524"/>
                    </a:lnTo>
                    <a:lnTo>
                      <a:pt x="0" y="294437"/>
                    </a:lnTo>
                    <a:lnTo>
                      <a:pt x="0"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Freeform: Shape 60">
                <a:extLst>
                  <a:ext uri="{FF2B5EF4-FFF2-40B4-BE49-F238E27FC236}">
                    <a16:creationId xmlns:a16="http://schemas.microsoft.com/office/drawing/2014/main" id="{DDDA5BF1-CC38-B751-5EE8-636C786A8937}"/>
                  </a:ext>
                </a:extLst>
              </p:cNvPr>
              <p:cNvSpPr/>
              <p:nvPr/>
            </p:nvSpPr>
            <p:spPr>
              <a:xfrm rot="18805141">
                <a:off x="2032248" y="1400720"/>
                <a:ext cx="7075" cy="256777"/>
              </a:xfrm>
              <a:custGeom>
                <a:avLst/>
                <a:gdLst>
                  <a:gd name="connsiteX0" fmla="*/ 7075 w 7075"/>
                  <a:gd name="connsiteY0" fmla="*/ 14 h 256777"/>
                  <a:gd name="connsiteX1" fmla="*/ 3207 w 7075"/>
                  <a:gd name="connsiteY1" fmla="*/ 256777 h 256777"/>
                  <a:gd name="connsiteX2" fmla="*/ 0 w 7075"/>
                  <a:gd name="connsiteY2" fmla="*/ 238273 h 256777"/>
                  <a:gd name="connsiteX3" fmla="*/ 6576 w 7075"/>
                  <a:gd name="connsiteY3" fmla="*/ 0 h 256777"/>
                  <a:gd name="connsiteX4" fmla="*/ 7075 w 7075"/>
                  <a:gd name="connsiteY4" fmla="*/ 14 h 256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 h="256777">
                    <a:moveTo>
                      <a:pt x="7075" y="14"/>
                    </a:moveTo>
                    <a:lnTo>
                      <a:pt x="3207" y="256777"/>
                    </a:lnTo>
                    <a:lnTo>
                      <a:pt x="0" y="238273"/>
                    </a:lnTo>
                    <a:lnTo>
                      <a:pt x="6576" y="0"/>
                    </a:lnTo>
                    <a:lnTo>
                      <a:pt x="7075" y="14"/>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94" name="Group 93">
                <a:extLst>
                  <a:ext uri="{FF2B5EF4-FFF2-40B4-BE49-F238E27FC236}">
                    <a16:creationId xmlns:a16="http://schemas.microsoft.com/office/drawing/2014/main" id="{17698D46-B036-A826-0775-B1253747D153}"/>
                  </a:ext>
                </a:extLst>
              </p:cNvPr>
              <p:cNvGrpSpPr/>
              <p:nvPr/>
            </p:nvGrpSpPr>
            <p:grpSpPr>
              <a:xfrm>
                <a:off x="1129831" y="-362379"/>
                <a:ext cx="2252938" cy="3596105"/>
                <a:chOff x="1129831" y="-362379"/>
                <a:chExt cx="2252938" cy="3596105"/>
              </a:xfrm>
            </p:grpSpPr>
            <p:sp>
              <p:nvSpPr>
                <p:cNvPr id="71" name="Freeform: Shape 70">
                  <a:extLst>
                    <a:ext uri="{FF2B5EF4-FFF2-40B4-BE49-F238E27FC236}">
                      <a16:creationId xmlns:a16="http://schemas.microsoft.com/office/drawing/2014/main" id="{15E07789-0A25-6EFC-4EEF-5ACB995A745C}"/>
                    </a:ext>
                  </a:extLst>
                </p:cNvPr>
                <p:cNvSpPr/>
                <p:nvPr/>
              </p:nvSpPr>
              <p:spPr>
                <a:xfrm rot="18805141">
                  <a:off x="2036107" y="1028973"/>
                  <a:ext cx="428587" cy="817294"/>
                </a:xfrm>
                <a:custGeom>
                  <a:avLst/>
                  <a:gdLst>
                    <a:gd name="connsiteX0" fmla="*/ 384013 w 428587"/>
                    <a:gd name="connsiteY0" fmla="*/ 68739 h 449042"/>
                    <a:gd name="connsiteX1" fmla="*/ 424856 w 428587"/>
                    <a:gd name="connsiteY1" fmla="*/ 133077 h 449042"/>
                    <a:gd name="connsiteX2" fmla="*/ 428587 w 428587"/>
                    <a:gd name="connsiteY2" fmla="*/ 154605 h 449042"/>
                    <a:gd name="connsiteX3" fmla="*/ 428587 w 428587"/>
                    <a:gd name="connsiteY3" fmla="*/ 449042 h 449042"/>
                    <a:gd name="connsiteX4" fmla="*/ 190021 w 428587"/>
                    <a:gd name="connsiteY4" fmla="*/ 442457 h 449042"/>
                    <a:gd name="connsiteX5" fmla="*/ 10273 w 428587"/>
                    <a:gd name="connsiteY5" fmla="*/ 316038 h 449042"/>
                    <a:gd name="connsiteX6" fmla="*/ 0 w 428587"/>
                    <a:gd name="connsiteY6" fmla="*/ 256763 h 449042"/>
                    <a:gd name="connsiteX7" fmla="*/ 3868 w 428587"/>
                    <a:gd name="connsiteY7" fmla="*/ 0 h 449042"/>
                    <a:gd name="connsiteX8" fmla="*/ 245108 w 428587"/>
                    <a:gd name="connsiteY8" fmla="*/ 6658 h 449042"/>
                    <a:gd name="connsiteX9" fmla="*/ 384013 w 428587"/>
                    <a:gd name="connsiteY9" fmla="*/ 68739 h 449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8587" h="449042">
                      <a:moveTo>
                        <a:pt x="384013" y="68739"/>
                      </a:moveTo>
                      <a:cubicBezTo>
                        <a:pt x="401497" y="87215"/>
                        <a:pt x="415456" y="109026"/>
                        <a:pt x="424856" y="133077"/>
                      </a:cubicBezTo>
                      <a:lnTo>
                        <a:pt x="428587" y="154605"/>
                      </a:lnTo>
                      <a:lnTo>
                        <a:pt x="428587" y="449042"/>
                      </a:lnTo>
                      <a:lnTo>
                        <a:pt x="190021" y="442457"/>
                      </a:lnTo>
                      <a:cubicBezTo>
                        <a:pt x="107712" y="440185"/>
                        <a:pt x="38471" y="388191"/>
                        <a:pt x="10273" y="316038"/>
                      </a:cubicBezTo>
                      <a:lnTo>
                        <a:pt x="0" y="256763"/>
                      </a:lnTo>
                      <a:lnTo>
                        <a:pt x="3868" y="0"/>
                      </a:lnTo>
                      <a:lnTo>
                        <a:pt x="245108" y="6658"/>
                      </a:lnTo>
                      <a:cubicBezTo>
                        <a:pt x="299981" y="8172"/>
                        <a:pt x="349045" y="31786"/>
                        <a:pt x="384013" y="68739"/>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Shape 66">
                  <a:extLst>
                    <a:ext uri="{FF2B5EF4-FFF2-40B4-BE49-F238E27FC236}">
                      <a16:creationId xmlns:a16="http://schemas.microsoft.com/office/drawing/2014/main" id="{4862E90F-12DF-A025-CADB-E13BC60F9979}"/>
                    </a:ext>
                  </a:extLst>
                </p:cNvPr>
                <p:cNvSpPr/>
                <p:nvPr/>
              </p:nvSpPr>
              <p:spPr>
                <a:xfrm rot="18805141">
                  <a:off x="1914076" y="-484903"/>
                  <a:ext cx="1343836" cy="1588884"/>
                </a:xfrm>
                <a:custGeom>
                  <a:avLst/>
                  <a:gdLst>
                    <a:gd name="connsiteX0" fmla="*/ 1341694 w 1343836"/>
                    <a:gd name="connsiteY0" fmla="*/ 143844 h 1588884"/>
                    <a:gd name="connsiteX1" fmla="*/ 1342031 w 1343836"/>
                    <a:gd name="connsiteY1" fmla="*/ 240770 h 1588884"/>
                    <a:gd name="connsiteX2" fmla="*/ 1343836 w 1343836"/>
                    <a:gd name="connsiteY2" fmla="*/ 240763 h 1588884"/>
                    <a:gd name="connsiteX3" fmla="*/ 1311963 w 1343836"/>
                    <a:gd name="connsiteY3" fmla="*/ 1395578 h 1588884"/>
                    <a:gd name="connsiteX4" fmla="*/ 1107764 w 1343836"/>
                    <a:gd name="connsiteY4" fmla="*/ 1588807 h 1588884"/>
                    <a:gd name="connsiteX5" fmla="*/ 0 w 1343836"/>
                    <a:gd name="connsiteY5" fmla="*/ 1558232 h 1588884"/>
                    <a:gd name="connsiteX6" fmla="*/ 0 w 1343836"/>
                    <a:gd name="connsiteY6" fmla="*/ 1130189 h 1588884"/>
                    <a:gd name="connsiteX7" fmla="*/ 775284 w 1343836"/>
                    <a:gd name="connsiteY7" fmla="*/ 1151586 h 1588884"/>
                    <a:gd name="connsiteX8" fmla="*/ 887963 w 1343836"/>
                    <a:gd name="connsiteY8" fmla="*/ 1044958 h 1588884"/>
                    <a:gd name="connsiteX9" fmla="*/ 910964 w 1343836"/>
                    <a:gd name="connsiteY9" fmla="*/ 211629 h 1588884"/>
                    <a:gd name="connsiteX10" fmla="*/ 906084 w 1343836"/>
                    <a:gd name="connsiteY10" fmla="*/ 183478 h 1588884"/>
                    <a:gd name="connsiteX11" fmla="*/ 907033 w 1343836"/>
                    <a:gd name="connsiteY11" fmla="*/ 183476 h 1588884"/>
                    <a:gd name="connsiteX12" fmla="*/ 906396 w 1343836"/>
                    <a:gd name="connsiteY12" fmla="*/ 0 h 1588884"/>
                    <a:gd name="connsiteX13" fmla="*/ 908203 w 1343836"/>
                    <a:gd name="connsiteY13" fmla="*/ 10421 h 1588884"/>
                    <a:gd name="connsiteX14" fmla="*/ 1087949 w 1343836"/>
                    <a:gd name="connsiteY14" fmla="*/ 136841 h 1588884"/>
                    <a:gd name="connsiteX15" fmla="*/ 1341694 w 1343836"/>
                    <a:gd name="connsiteY15" fmla="*/ 143844 h 158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3836" h="1588884">
                      <a:moveTo>
                        <a:pt x="1341694" y="143844"/>
                      </a:moveTo>
                      <a:lnTo>
                        <a:pt x="1342031" y="240770"/>
                      </a:lnTo>
                      <a:lnTo>
                        <a:pt x="1343836" y="240763"/>
                      </a:lnTo>
                      <a:lnTo>
                        <a:pt x="1311963" y="1395578"/>
                      </a:lnTo>
                      <a:cubicBezTo>
                        <a:pt x="1308932" y="1505324"/>
                        <a:pt x="1217511" y="1591835"/>
                        <a:pt x="1107764" y="1588807"/>
                      </a:cubicBezTo>
                      <a:lnTo>
                        <a:pt x="0" y="1558232"/>
                      </a:lnTo>
                      <a:lnTo>
                        <a:pt x="0" y="1130189"/>
                      </a:lnTo>
                      <a:lnTo>
                        <a:pt x="775284" y="1151586"/>
                      </a:lnTo>
                      <a:cubicBezTo>
                        <a:pt x="835843" y="1153259"/>
                        <a:pt x="886292" y="1105520"/>
                        <a:pt x="887963" y="1044958"/>
                      </a:cubicBezTo>
                      <a:lnTo>
                        <a:pt x="910964" y="211629"/>
                      </a:lnTo>
                      <a:lnTo>
                        <a:pt x="906084" y="183478"/>
                      </a:lnTo>
                      <a:lnTo>
                        <a:pt x="907033" y="183476"/>
                      </a:lnTo>
                      <a:lnTo>
                        <a:pt x="906396" y="0"/>
                      </a:lnTo>
                      <a:lnTo>
                        <a:pt x="908203" y="10421"/>
                      </a:lnTo>
                      <a:cubicBezTo>
                        <a:pt x="936400" y="82575"/>
                        <a:pt x="1005640" y="134569"/>
                        <a:pt x="1087949" y="136841"/>
                      </a:cubicBezTo>
                      <a:lnTo>
                        <a:pt x="1341694" y="143844"/>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6" name="Freeform: Shape 65">
                  <a:extLst>
                    <a:ext uri="{FF2B5EF4-FFF2-40B4-BE49-F238E27FC236}">
                      <a16:creationId xmlns:a16="http://schemas.microsoft.com/office/drawing/2014/main" id="{56F2AEEC-02CC-4303-877A-BBF4F8A58FB5}"/>
                    </a:ext>
                  </a:extLst>
                </p:cNvPr>
                <p:cNvSpPr/>
                <p:nvPr/>
              </p:nvSpPr>
              <p:spPr>
                <a:xfrm rot="18805141">
                  <a:off x="1254361" y="-320613"/>
                  <a:ext cx="1372906" cy="1619812"/>
                </a:xfrm>
                <a:custGeom>
                  <a:avLst/>
                  <a:gdLst>
                    <a:gd name="connsiteX0" fmla="*/ 1371420 w 1372906"/>
                    <a:gd name="connsiteY0" fmla="*/ 31337 h 1619812"/>
                    <a:gd name="connsiteX1" fmla="*/ 1372906 w 1372906"/>
                    <a:gd name="connsiteY1" fmla="*/ 458936 h 1619812"/>
                    <a:gd name="connsiteX2" fmla="*/ 559556 w 1372906"/>
                    <a:gd name="connsiteY2" fmla="*/ 436487 h 1619812"/>
                    <a:gd name="connsiteX3" fmla="*/ 446876 w 1372906"/>
                    <a:gd name="connsiteY3" fmla="*/ 543114 h 1619812"/>
                    <a:gd name="connsiteX4" fmla="*/ 423875 w 1372906"/>
                    <a:gd name="connsiteY4" fmla="*/ 1376445 h 1619812"/>
                    <a:gd name="connsiteX5" fmla="*/ 424719 w 1372906"/>
                    <a:gd name="connsiteY5" fmla="*/ 1381316 h 1619812"/>
                    <a:gd name="connsiteX6" fmla="*/ 424719 w 1372906"/>
                    <a:gd name="connsiteY6" fmla="*/ 1619812 h 1619812"/>
                    <a:gd name="connsiteX7" fmla="*/ 420988 w 1372906"/>
                    <a:gd name="connsiteY7" fmla="*/ 1598284 h 1619812"/>
                    <a:gd name="connsiteX8" fmla="*/ 380145 w 1372906"/>
                    <a:gd name="connsiteY8" fmla="*/ 1533946 h 1619812"/>
                    <a:gd name="connsiteX9" fmla="*/ 241240 w 1372906"/>
                    <a:gd name="connsiteY9" fmla="*/ 1471865 h 1619812"/>
                    <a:gd name="connsiteX10" fmla="*/ 0 w 1372906"/>
                    <a:gd name="connsiteY10" fmla="*/ 1465207 h 1619812"/>
                    <a:gd name="connsiteX11" fmla="*/ 599 w 1372906"/>
                    <a:gd name="connsiteY11" fmla="*/ 1425420 h 1619812"/>
                    <a:gd name="connsiteX12" fmla="*/ 34606 w 1372906"/>
                    <a:gd name="connsiteY12" fmla="*/ 193306 h 1619812"/>
                    <a:gd name="connsiteX13" fmla="*/ 238804 w 1372906"/>
                    <a:gd name="connsiteY13" fmla="*/ 77 h 1619812"/>
                    <a:gd name="connsiteX14" fmla="*/ 1371420 w 1372906"/>
                    <a:gd name="connsiteY14" fmla="*/ 31337 h 1619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2906" h="1619812">
                      <a:moveTo>
                        <a:pt x="1371420" y="31337"/>
                      </a:moveTo>
                      <a:lnTo>
                        <a:pt x="1372906" y="458936"/>
                      </a:lnTo>
                      <a:lnTo>
                        <a:pt x="559556" y="436487"/>
                      </a:lnTo>
                      <a:cubicBezTo>
                        <a:pt x="498995" y="434816"/>
                        <a:pt x="448547" y="482554"/>
                        <a:pt x="446876" y="543114"/>
                      </a:cubicBezTo>
                      <a:lnTo>
                        <a:pt x="423875" y="1376445"/>
                      </a:lnTo>
                      <a:lnTo>
                        <a:pt x="424719" y="1381316"/>
                      </a:lnTo>
                      <a:lnTo>
                        <a:pt x="424719" y="1619812"/>
                      </a:lnTo>
                      <a:lnTo>
                        <a:pt x="420988" y="1598284"/>
                      </a:lnTo>
                      <a:cubicBezTo>
                        <a:pt x="411588" y="1574233"/>
                        <a:pt x="397629" y="1552422"/>
                        <a:pt x="380145" y="1533946"/>
                      </a:cubicBezTo>
                      <a:cubicBezTo>
                        <a:pt x="345177" y="1496993"/>
                        <a:pt x="296113" y="1473379"/>
                        <a:pt x="241240" y="1471865"/>
                      </a:cubicBezTo>
                      <a:lnTo>
                        <a:pt x="0" y="1465207"/>
                      </a:lnTo>
                      <a:lnTo>
                        <a:pt x="599" y="1425420"/>
                      </a:lnTo>
                      <a:lnTo>
                        <a:pt x="34606" y="193306"/>
                      </a:lnTo>
                      <a:cubicBezTo>
                        <a:pt x="37635" y="83560"/>
                        <a:pt x="129058" y="-2952"/>
                        <a:pt x="238804" y="77"/>
                      </a:cubicBezTo>
                      <a:lnTo>
                        <a:pt x="1371420" y="3133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Shape 59">
                  <a:extLst>
                    <a:ext uri="{FF2B5EF4-FFF2-40B4-BE49-F238E27FC236}">
                      <a16:creationId xmlns:a16="http://schemas.microsoft.com/office/drawing/2014/main" id="{1C5710D1-106D-A331-2737-845A206A99EF}"/>
                    </a:ext>
                  </a:extLst>
                </p:cNvPr>
                <p:cNvSpPr/>
                <p:nvPr/>
              </p:nvSpPr>
              <p:spPr>
                <a:xfrm rot="18805141">
                  <a:off x="1868169" y="1545298"/>
                  <a:ext cx="1371640" cy="1657560"/>
                </a:xfrm>
                <a:custGeom>
                  <a:avLst/>
                  <a:gdLst>
                    <a:gd name="connsiteX0" fmla="*/ 1371640 w 1371640"/>
                    <a:gd name="connsiteY0" fmla="*/ 192279 h 1657560"/>
                    <a:gd name="connsiteX1" fmla="*/ 1371640 w 1371640"/>
                    <a:gd name="connsiteY1" fmla="*/ 307346 h 1657560"/>
                    <a:gd name="connsiteX2" fmla="*/ 1339709 w 1371640"/>
                    <a:gd name="connsiteY2" fmla="*/ 1464253 h 1657560"/>
                    <a:gd name="connsiteX3" fmla="*/ 1135510 w 1371640"/>
                    <a:gd name="connsiteY3" fmla="*/ 1657483 h 1657560"/>
                    <a:gd name="connsiteX4" fmla="*/ 1488 w 1371640"/>
                    <a:gd name="connsiteY4" fmla="*/ 1626182 h 1657560"/>
                    <a:gd name="connsiteX5" fmla="*/ 0 w 1371640"/>
                    <a:gd name="connsiteY5" fmla="*/ 1198098 h 1657560"/>
                    <a:gd name="connsiteX6" fmla="*/ 803030 w 1371640"/>
                    <a:gd name="connsiteY6" fmla="*/ 1220262 h 1657560"/>
                    <a:gd name="connsiteX7" fmla="*/ 915710 w 1371640"/>
                    <a:gd name="connsiteY7" fmla="*/ 1113635 h 1657560"/>
                    <a:gd name="connsiteX8" fmla="*/ 937938 w 1371640"/>
                    <a:gd name="connsiteY8" fmla="*/ 308312 h 1657560"/>
                    <a:gd name="connsiteX9" fmla="*/ 938408 w 1371640"/>
                    <a:gd name="connsiteY9" fmla="*/ 308319 h 1657560"/>
                    <a:gd name="connsiteX10" fmla="*/ 943053 w 1371640"/>
                    <a:gd name="connsiteY10" fmla="*/ 0 h 1657560"/>
                    <a:gd name="connsiteX11" fmla="*/ 953326 w 1371640"/>
                    <a:gd name="connsiteY11" fmla="*/ 59275 h 1657560"/>
                    <a:gd name="connsiteX12" fmla="*/ 1133074 w 1371640"/>
                    <a:gd name="connsiteY12" fmla="*/ 185694 h 1657560"/>
                    <a:gd name="connsiteX13" fmla="*/ 1371640 w 1371640"/>
                    <a:gd name="connsiteY13" fmla="*/ 192279 h 1657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1640" h="1657560">
                      <a:moveTo>
                        <a:pt x="1371640" y="192279"/>
                      </a:moveTo>
                      <a:lnTo>
                        <a:pt x="1371640" y="307346"/>
                      </a:lnTo>
                      <a:lnTo>
                        <a:pt x="1339709" y="1464253"/>
                      </a:lnTo>
                      <a:cubicBezTo>
                        <a:pt x="1336679" y="1573999"/>
                        <a:pt x="1245257" y="1660510"/>
                        <a:pt x="1135510" y="1657483"/>
                      </a:cubicBezTo>
                      <a:lnTo>
                        <a:pt x="1488" y="1626182"/>
                      </a:lnTo>
                      <a:lnTo>
                        <a:pt x="0" y="1198098"/>
                      </a:lnTo>
                      <a:lnTo>
                        <a:pt x="803030" y="1220262"/>
                      </a:lnTo>
                      <a:cubicBezTo>
                        <a:pt x="863590" y="1221933"/>
                        <a:pt x="914038" y="1174194"/>
                        <a:pt x="915710" y="1113635"/>
                      </a:cubicBezTo>
                      <a:lnTo>
                        <a:pt x="937938" y="308312"/>
                      </a:lnTo>
                      <a:lnTo>
                        <a:pt x="938408" y="308319"/>
                      </a:lnTo>
                      <a:lnTo>
                        <a:pt x="943053" y="0"/>
                      </a:lnTo>
                      <a:lnTo>
                        <a:pt x="953326" y="59275"/>
                      </a:lnTo>
                      <a:cubicBezTo>
                        <a:pt x="981524" y="131428"/>
                        <a:pt x="1050765" y="183422"/>
                        <a:pt x="1133074" y="185694"/>
                      </a:cubicBezTo>
                      <a:lnTo>
                        <a:pt x="1371640" y="192279"/>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45FE9241-9DC4-D225-CCE6-EFB65FE3B64E}"/>
                    </a:ext>
                  </a:extLst>
                </p:cNvPr>
                <p:cNvSpPr/>
                <p:nvPr/>
              </p:nvSpPr>
              <p:spPr>
                <a:xfrm rot="18805141">
                  <a:off x="1249702" y="1772998"/>
                  <a:ext cx="1340857" cy="1580599"/>
                </a:xfrm>
                <a:custGeom>
                  <a:avLst/>
                  <a:gdLst>
                    <a:gd name="connsiteX0" fmla="*/ 1340857 w 1340857"/>
                    <a:gd name="connsiteY0" fmla="*/ 30581 h 1580599"/>
                    <a:gd name="connsiteX1" fmla="*/ 1334419 w 1340857"/>
                    <a:gd name="connsiteY1" fmla="*/ 457960 h 1580599"/>
                    <a:gd name="connsiteX2" fmla="*/ 556470 w 1340857"/>
                    <a:gd name="connsiteY2" fmla="*/ 436488 h 1580599"/>
                    <a:gd name="connsiteX3" fmla="*/ 443789 w 1340857"/>
                    <a:gd name="connsiteY3" fmla="*/ 543115 h 1580599"/>
                    <a:gd name="connsiteX4" fmla="*/ 420790 w 1340857"/>
                    <a:gd name="connsiteY4" fmla="*/ 1376446 h 1580599"/>
                    <a:gd name="connsiteX5" fmla="*/ 428230 w 1340857"/>
                    <a:gd name="connsiteY5" fmla="*/ 1419366 h 1580599"/>
                    <a:gd name="connsiteX6" fmla="*/ 435129 w 1340857"/>
                    <a:gd name="connsiteY6" fmla="*/ 1430234 h 1580599"/>
                    <a:gd name="connsiteX7" fmla="*/ 435651 w 1340857"/>
                    <a:gd name="connsiteY7" fmla="*/ 1580599 h 1580599"/>
                    <a:gd name="connsiteX8" fmla="*/ 435281 w 1340857"/>
                    <a:gd name="connsiteY8" fmla="*/ 1578463 h 1580599"/>
                    <a:gd name="connsiteX9" fmla="*/ 255534 w 1340857"/>
                    <a:gd name="connsiteY9" fmla="*/ 1452044 h 1580599"/>
                    <a:gd name="connsiteX10" fmla="*/ 382 w 1340857"/>
                    <a:gd name="connsiteY10" fmla="*/ 1445002 h 1580599"/>
                    <a:gd name="connsiteX11" fmla="*/ 0 w 1340857"/>
                    <a:gd name="connsiteY11" fmla="*/ 1335307 h 1580599"/>
                    <a:gd name="connsiteX12" fmla="*/ 31520 w 1340857"/>
                    <a:gd name="connsiteY12" fmla="*/ 193308 h 1580599"/>
                    <a:gd name="connsiteX13" fmla="*/ 235718 w 1340857"/>
                    <a:gd name="connsiteY13" fmla="*/ 78 h 1580599"/>
                    <a:gd name="connsiteX14" fmla="*/ 1340857 w 1340857"/>
                    <a:gd name="connsiteY14" fmla="*/ 30581 h 158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0857" h="1580599">
                      <a:moveTo>
                        <a:pt x="1340857" y="30581"/>
                      </a:moveTo>
                      <a:lnTo>
                        <a:pt x="1334419" y="457960"/>
                      </a:lnTo>
                      <a:lnTo>
                        <a:pt x="556470" y="436488"/>
                      </a:lnTo>
                      <a:cubicBezTo>
                        <a:pt x="495910" y="434817"/>
                        <a:pt x="445462" y="482555"/>
                        <a:pt x="443789" y="543115"/>
                      </a:cubicBezTo>
                      <a:lnTo>
                        <a:pt x="420790" y="1376446"/>
                      </a:lnTo>
                      <a:cubicBezTo>
                        <a:pt x="420371" y="1391586"/>
                        <a:pt x="423042" y="1406094"/>
                        <a:pt x="428230" y="1419366"/>
                      </a:cubicBezTo>
                      <a:lnTo>
                        <a:pt x="435129" y="1430234"/>
                      </a:lnTo>
                      <a:lnTo>
                        <a:pt x="435651" y="1580599"/>
                      </a:lnTo>
                      <a:lnTo>
                        <a:pt x="435281" y="1578463"/>
                      </a:lnTo>
                      <a:cubicBezTo>
                        <a:pt x="407082" y="1506309"/>
                        <a:pt x="337843" y="1454315"/>
                        <a:pt x="255534" y="1452044"/>
                      </a:cubicBezTo>
                      <a:lnTo>
                        <a:pt x="382" y="1445002"/>
                      </a:lnTo>
                      <a:lnTo>
                        <a:pt x="0" y="1335307"/>
                      </a:lnTo>
                      <a:lnTo>
                        <a:pt x="31520" y="193308"/>
                      </a:lnTo>
                      <a:cubicBezTo>
                        <a:pt x="34549" y="83560"/>
                        <a:pt x="125971" y="-2951"/>
                        <a:pt x="235718" y="78"/>
                      </a:cubicBezTo>
                      <a:lnTo>
                        <a:pt x="1340857" y="3058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97" name="Rectangle: Rounded Corners 96">
              <a:extLst>
                <a:ext uri="{FF2B5EF4-FFF2-40B4-BE49-F238E27FC236}">
                  <a16:creationId xmlns:a16="http://schemas.microsoft.com/office/drawing/2014/main" id="{B07DE555-2E98-F868-718B-94DB67F4B716}"/>
                </a:ext>
              </a:extLst>
            </p:cNvPr>
            <p:cNvSpPr/>
            <p:nvPr/>
          </p:nvSpPr>
          <p:spPr>
            <a:xfrm rot="2783698">
              <a:off x="2458262" y="1127903"/>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Rounded Corners 97">
              <a:extLst>
                <a:ext uri="{FF2B5EF4-FFF2-40B4-BE49-F238E27FC236}">
                  <a16:creationId xmlns:a16="http://schemas.microsoft.com/office/drawing/2014/main" id="{B9D423FD-2289-3D03-BA2B-B8704B8EC155}"/>
                </a:ext>
              </a:extLst>
            </p:cNvPr>
            <p:cNvSpPr/>
            <p:nvPr/>
          </p:nvSpPr>
          <p:spPr>
            <a:xfrm rot="2783698">
              <a:off x="2458261" y="3175759"/>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Rounded Corners 99">
              <a:extLst>
                <a:ext uri="{FF2B5EF4-FFF2-40B4-BE49-F238E27FC236}">
                  <a16:creationId xmlns:a16="http://schemas.microsoft.com/office/drawing/2014/main" id="{B6591C45-FD23-C46F-84D0-F27B01BF05FF}"/>
                </a:ext>
              </a:extLst>
            </p:cNvPr>
            <p:cNvSpPr/>
            <p:nvPr/>
          </p:nvSpPr>
          <p:spPr>
            <a:xfrm rot="2783698">
              <a:off x="2439446" y="5223615"/>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Rounded Corners 106">
              <a:extLst>
                <a:ext uri="{FF2B5EF4-FFF2-40B4-BE49-F238E27FC236}">
                  <a16:creationId xmlns:a16="http://schemas.microsoft.com/office/drawing/2014/main" id="{43074962-4309-E896-FBBB-52BC71F2F64B}"/>
                </a:ext>
              </a:extLst>
            </p:cNvPr>
            <p:cNvSpPr/>
            <p:nvPr/>
          </p:nvSpPr>
          <p:spPr>
            <a:xfrm rot="2783698">
              <a:off x="2497495" y="7271470"/>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Rounded Corners 107">
              <a:extLst>
                <a:ext uri="{FF2B5EF4-FFF2-40B4-BE49-F238E27FC236}">
                  <a16:creationId xmlns:a16="http://schemas.microsoft.com/office/drawing/2014/main" id="{4F065D23-1BB3-53F3-0E55-07314CE5885B}"/>
                </a:ext>
              </a:extLst>
            </p:cNvPr>
            <p:cNvSpPr/>
            <p:nvPr/>
          </p:nvSpPr>
          <p:spPr>
            <a:xfrm rot="2783698">
              <a:off x="2497494" y="9319326"/>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Rectangle: Rounded Corners 6">
            <a:extLst>
              <a:ext uri="{FF2B5EF4-FFF2-40B4-BE49-F238E27FC236}">
                <a16:creationId xmlns:a16="http://schemas.microsoft.com/office/drawing/2014/main" id="{43B0261C-B602-A191-3CD4-7FECD2E7D435}"/>
              </a:ext>
            </a:extLst>
          </p:cNvPr>
          <p:cNvSpPr/>
          <p:nvPr/>
        </p:nvSpPr>
        <p:spPr>
          <a:xfrm rot="2783698">
            <a:off x="10353333" y="-767606"/>
            <a:ext cx="2297802" cy="2297802"/>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86BEF04-17CA-1125-4DE9-3A02998AACC0}"/>
              </a:ext>
            </a:extLst>
          </p:cNvPr>
          <p:cNvSpPr txBox="1"/>
          <p:nvPr/>
        </p:nvSpPr>
        <p:spPr>
          <a:xfrm>
            <a:off x="5605954" y="720877"/>
            <a:ext cx="3451247" cy="5182252"/>
          </a:xfrm>
          <a:prstGeom prst="rect">
            <a:avLst/>
          </a:prstGeom>
          <a:noFill/>
        </p:spPr>
        <p:txBody>
          <a:bodyPr wrap="square" rtlCol="0">
            <a:spAutoFit/>
          </a:bodyPr>
          <a:lstStyle/>
          <a:p>
            <a:pPr>
              <a:lnSpc>
                <a:spcPct val="150000"/>
              </a:lnSpc>
            </a:pPr>
            <a:r>
              <a:rPr lang="en-US" sz="4000" dirty="0">
                <a:latin typeface="Times New Roman" panose="02020603050405020304" pitchFamily="18" charset="0"/>
              </a:rPr>
              <a:t>Members List</a:t>
            </a:r>
          </a:p>
          <a:p>
            <a:pPr marL="342900" indent="-342900">
              <a:lnSpc>
                <a:spcPct val="150000"/>
              </a:lnSpc>
              <a:buFont typeface="+mj-lt"/>
              <a:buAutoNum type="arabicPeriod"/>
            </a:pPr>
            <a:endParaRPr lang="en-US" sz="1400" dirty="0">
              <a:latin typeface="Times New Roman" panose="02020603050405020304" pitchFamily="18" charset="0"/>
            </a:endParaRPr>
          </a:p>
          <a:p>
            <a:pPr marL="342900" indent="-342900">
              <a:lnSpc>
                <a:spcPct val="150000"/>
              </a:lnSpc>
              <a:buFont typeface="+mj-lt"/>
              <a:buAutoNum type="arabicPeriod"/>
            </a:pPr>
            <a:r>
              <a:rPr lang="en-US" sz="1400" dirty="0">
                <a:latin typeface="Times New Roman" panose="02020603050405020304" pitchFamily="18" charset="0"/>
              </a:rPr>
              <a:t>Aung Khan Sint</a:t>
            </a:r>
          </a:p>
          <a:p>
            <a:pPr marL="342900" indent="-342900">
              <a:lnSpc>
                <a:spcPct val="150000"/>
              </a:lnSpc>
              <a:buFont typeface="+mj-lt"/>
              <a:buAutoNum type="arabicPeriod"/>
            </a:pPr>
            <a:r>
              <a:rPr lang="en-US" sz="1400" dirty="0">
                <a:latin typeface="Times New Roman" panose="02020603050405020304" pitchFamily="18" charset="0"/>
              </a:rPr>
              <a:t>Aung Myint Myat</a:t>
            </a:r>
          </a:p>
          <a:p>
            <a:pPr marL="342900" indent="-342900">
              <a:lnSpc>
                <a:spcPct val="150000"/>
              </a:lnSpc>
              <a:buFont typeface="+mj-lt"/>
              <a:buAutoNum type="arabicPeriod"/>
            </a:pPr>
            <a:r>
              <a:rPr lang="en-US" sz="1400" dirty="0">
                <a:latin typeface="Times New Roman" panose="02020603050405020304" pitchFamily="18" charset="0"/>
              </a:rPr>
              <a:t>Htoo Aung Khant	</a:t>
            </a:r>
          </a:p>
          <a:p>
            <a:pPr marL="342900" indent="-342900">
              <a:lnSpc>
                <a:spcPct val="150000"/>
              </a:lnSpc>
              <a:buFont typeface="+mj-lt"/>
              <a:buAutoNum type="arabicPeriod"/>
            </a:pPr>
            <a:r>
              <a:rPr lang="en-US" sz="1400" dirty="0">
                <a:latin typeface="Times New Roman" panose="02020603050405020304" pitchFamily="18" charset="0"/>
              </a:rPr>
              <a:t>Htet Aung Khant</a:t>
            </a:r>
          </a:p>
          <a:p>
            <a:pPr marL="342900" indent="-342900">
              <a:lnSpc>
                <a:spcPct val="150000"/>
              </a:lnSpc>
              <a:buFont typeface="+mj-lt"/>
              <a:buAutoNum type="arabicPeriod"/>
            </a:pPr>
            <a:r>
              <a:rPr lang="en-US" sz="1400" dirty="0">
                <a:latin typeface="Times New Roman" panose="02020603050405020304" pitchFamily="18" charset="0"/>
              </a:rPr>
              <a:t>Shine Ko Ko</a:t>
            </a:r>
          </a:p>
          <a:p>
            <a:pPr marL="342900" indent="-342900">
              <a:lnSpc>
                <a:spcPct val="150000"/>
              </a:lnSpc>
              <a:buFont typeface="+mj-lt"/>
              <a:buAutoNum type="arabicPeriod"/>
            </a:pPr>
            <a:r>
              <a:rPr lang="en-US" sz="1400" dirty="0">
                <a:latin typeface="Times New Roman" panose="02020603050405020304" pitchFamily="18" charset="0"/>
              </a:rPr>
              <a:t>Paing Pyae Moe</a:t>
            </a:r>
          </a:p>
          <a:p>
            <a:pPr marL="342900" indent="-342900">
              <a:lnSpc>
                <a:spcPct val="150000"/>
              </a:lnSpc>
              <a:buFont typeface="+mj-lt"/>
              <a:buAutoNum type="arabicPeriod"/>
            </a:pPr>
            <a:r>
              <a:rPr lang="en-US" sz="1400" dirty="0">
                <a:latin typeface="Times New Roman" panose="02020603050405020304" pitchFamily="18" charset="0"/>
              </a:rPr>
              <a:t>Mg Phyoe Min San</a:t>
            </a:r>
          </a:p>
          <a:p>
            <a:pPr marL="342900" indent="-342900">
              <a:lnSpc>
                <a:spcPct val="150000"/>
              </a:lnSpc>
              <a:buFont typeface="+mj-lt"/>
              <a:buAutoNum type="arabicPeriod"/>
            </a:pPr>
            <a:r>
              <a:rPr lang="en-US" sz="1400" dirty="0">
                <a:latin typeface="Times New Roman" panose="02020603050405020304" pitchFamily="18" charset="0"/>
              </a:rPr>
              <a:t>Nann Hsu Myat Phyo</a:t>
            </a:r>
          </a:p>
          <a:p>
            <a:pPr marL="342900" indent="-342900">
              <a:lnSpc>
                <a:spcPct val="150000"/>
              </a:lnSpc>
              <a:buFont typeface="+mj-lt"/>
              <a:buAutoNum type="arabicPeriod"/>
            </a:pPr>
            <a:r>
              <a:rPr lang="en-US" sz="1400" dirty="0">
                <a:latin typeface="Times New Roman" panose="02020603050405020304" pitchFamily="18" charset="0"/>
              </a:rPr>
              <a:t>Nang Phway Phway Laung</a:t>
            </a:r>
          </a:p>
          <a:p>
            <a:pPr marL="342900" indent="-342900">
              <a:lnSpc>
                <a:spcPct val="150000"/>
              </a:lnSpc>
              <a:buFont typeface="+mj-lt"/>
              <a:buAutoNum type="arabicPeriod"/>
            </a:pPr>
            <a:r>
              <a:rPr lang="en-US" sz="1400" dirty="0">
                <a:latin typeface="Times New Roman" panose="02020603050405020304" pitchFamily="18" charset="0"/>
              </a:rPr>
              <a:t>Nang Awam Hein</a:t>
            </a:r>
          </a:p>
          <a:p>
            <a:pPr marL="342900" indent="-342900">
              <a:lnSpc>
                <a:spcPct val="150000"/>
              </a:lnSpc>
              <a:buFont typeface="+mj-lt"/>
              <a:buAutoNum type="arabicPeriod"/>
            </a:pPr>
            <a:r>
              <a:rPr lang="en-US" sz="1400" dirty="0">
                <a:latin typeface="Times New Roman" panose="02020603050405020304" pitchFamily="18" charset="0"/>
              </a:rPr>
              <a:t>Ma Myo ThiDar Po</a:t>
            </a:r>
          </a:p>
          <a:p>
            <a:pPr marL="342900" indent="-342900">
              <a:lnSpc>
                <a:spcPct val="150000"/>
              </a:lnSpc>
              <a:buFont typeface="+mj-lt"/>
              <a:buAutoNum type="arabicPeriod"/>
            </a:pPr>
            <a:r>
              <a:rPr lang="en-US" sz="1400" dirty="0">
                <a:latin typeface="Times New Roman" panose="02020603050405020304" pitchFamily="18" charset="0"/>
              </a:rPr>
              <a:t>Ma Pann Ei Zin Zin Thaw</a:t>
            </a:r>
          </a:p>
        </p:txBody>
      </p:sp>
      <p:sp>
        <p:nvSpPr>
          <p:cNvPr id="9" name="Rectangle: Rounded Corners 8">
            <a:extLst>
              <a:ext uri="{FF2B5EF4-FFF2-40B4-BE49-F238E27FC236}">
                <a16:creationId xmlns:a16="http://schemas.microsoft.com/office/drawing/2014/main" id="{341FE8AE-5F8E-6D67-5D66-864187616076}"/>
              </a:ext>
            </a:extLst>
          </p:cNvPr>
          <p:cNvSpPr/>
          <p:nvPr/>
        </p:nvSpPr>
        <p:spPr>
          <a:xfrm rot="2783698">
            <a:off x="9736015" y="4739117"/>
            <a:ext cx="1519116" cy="1519116"/>
          </a:xfrm>
          <a:prstGeom prst="roundRect">
            <a:avLst>
              <a:gd name="adj" fmla="val 15727"/>
            </a:avLst>
          </a:prstGeom>
          <a:solidFill>
            <a:srgbClr val="FFC000"/>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3A09CA0-5D5E-97A0-8E0D-D8E54DC7DD7C}"/>
              </a:ext>
            </a:extLst>
          </p:cNvPr>
          <p:cNvSpPr txBox="1"/>
          <p:nvPr/>
        </p:nvSpPr>
        <p:spPr>
          <a:xfrm>
            <a:off x="5667429" y="7475830"/>
            <a:ext cx="3608287" cy="5909310"/>
          </a:xfrm>
          <a:prstGeom prst="rect">
            <a:avLst/>
          </a:prstGeom>
          <a:noFill/>
        </p:spPr>
        <p:txBody>
          <a:bodyPr wrap="square" rtlCol="0">
            <a:spAutoFit/>
          </a:bodyPr>
          <a:lstStyle/>
          <a:p>
            <a:r>
              <a:rPr lang="en-US" sz="1400" dirty="0"/>
              <a:t>Abstract</a:t>
            </a:r>
          </a:p>
          <a:p>
            <a:endParaRPr lang="en-US" sz="1400" dirty="0"/>
          </a:p>
          <a:p>
            <a:r>
              <a:rPr lang="en-US" sz="1400" dirty="0"/>
              <a:t>1.Introduction</a:t>
            </a:r>
          </a:p>
          <a:p>
            <a:endParaRPr lang="en-US" sz="1400" dirty="0"/>
          </a:p>
          <a:p>
            <a:r>
              <a:rPr lang="en-US" sz="1400" dirty="0"/>
              <a:t>2.TikTok Revolution</a:t>
            </a:r>
          </a:p>
          <a:p>
            <a:endParaRPr lang="my-MM" sz="1400" dirty="0"/>
          </a:p>
          <a:p>
            <a:r>
              <a:rPr lang="my-MM" sz="1400" dirty="0"/>
              <a:t>3.</a:t>
            </a:r>
            <a:r>
              <a:rPr lang="en-US" sz="1400" dirty="0"/>
              <a:t>Algorithm</a:t>
            </a:r>
          </a:p>
          <a:p>
            <a:endParaRPr lang="my-MM" sz="1400" dirty="0"/>
          </a:p>
          <a:p>
            <a:r>
              <a:rPr lang="my-MM" sz="1400" dirty="0"/>
              <a:t>4.</a:t>
            </a:r>
            <a:r>
              <a:rPr lang="en-US" sz="1400" dirty="0"/>
              <a:t>Shift in Content Creation</a:t>
            </a:r>
          </a:p>
          <a:p>
            <a:endParaRPr lang="my-MM" sz="1400" dirty="0"/>
          </a:p>
          <a:p>
            <a:r>
              <a:rPr lang="my-MM" sz="1400" dirty="0"/>
              <a:t>5.</a:t>
            </a:r>
            <a:r>
              <a:rPr lang="en-US" sz="1400" dirty="0"/>
              <a:t>Cultural &amp; Global Impact</a:t>
            </a:r>
          </a:p>
          <a:p>
            <a:endParaRPr lang="my-MM" sz="1400" dirty="0"/>
          </a:p>
          <a:p>
            <a:r>
              <a:rPr lang="my-MM" sz="1400" dirty="0"/>
              <a:t>6.</a:t>
            </a:r>
            <a:r>
              <a:rPr lang="en-US" sz="1400" dirty="0"/>
              <a:t>New Era of Marketing &amp; Commerce</a:t>
            </a:r>
            <a:endParaRPr lang="my-MM" sz="1400" dirty="0"/>
          </a:p>
          <a:p>
            <a:endParaRPr lang="my-MM" sz="1400" dirty="0"/>
          </a:p>
          <a:p>
            <a:r>
              <a:rPr lang="my-MM" sz="1400" dirty="0"/>
              <a:t>7.</a:t>
            </a:r>
            <a:r>
              <a:rPr lang="en-US" sz="1400" dirty="0"/>
              <a:t>Information &amp; Learning</a:t>
            </a:r>
            <a:endParaRPr lang="my-MM" sz="1400" dirty="0"/>
          </a:p>
          <a:p>
            <a:endParaRPr lang="my-MM" sz="1400" dirty="0"/>
          </a:p>
          <a:p>
            <a:r>
              <a:rPr lang="my-MM" sz="1400" dirty="0"/>
              <a:t>8.</a:t>
            </a:r>
            <a:r>
              <a:rPr lang="en-US" sz="1400" dirty="0"/>
              <a:t>Challenges &amp; Ethical Concerns</a:t>
            </a:r>
          </a:p>
          <a:p>
            <a:endParaRPr lang="my-MM" sz="1400" dirty="0"/>
          </a:p>
          <a:p>
            <a:r>
              <a:rPr lang="my-MM" sz="1400" dirty="0"/>
              <a:t>9.</a:t>
            </a:r>
            <a:r>
              <a:rPr lang="en-US" sz="1400" dirty="0"/>
              <a:t>Future Landscape of TikTok</a:t>
            </a:r>
          </a:p>
          <a:p>
            <a:endParaRPr lang="en-US" sz="1400" dirty="0"/>
          </a:p>
          <a:p>
            <a:r>
              <a:rPr lang="en-US" sz="1400" dirty="0"/>
              <a:t>10.Power of Sound and Music</a:t>
            </a:r>
          </a:p>
          <a:p>
            <a:endParaRPr lang="en-US" sz="1400" dirty="0"/>
          </a:p>
          <a:p>
            <a:r>
              <a:rPr lang="en-US" sz="1400" dirty="0"/>
              <a:t>11.Trust in Real User Content</a:t>
            </a:r>
          </a:p>
          <a:p>
            <a:endParaRPr lang="en-US" sz="1400" dirty="0"/>
          </a:p>
          <a:p>
            <a:r>
              <a:rPr lang="en-US" sz="1400" dirty="0"/>
              <a:t>12.Security</a:t>
            </a:r>
          </a:p>
          <a:p>
            <a:endParaRPr lang="en-US" sz="1400" dirty="0"/>
          </a:p>
          <a:p>
            <a:r>
              <a:rPr lang="en-US" sz="1400" dirty="0"/>
              <a:t>Conclusion</a:t>
            </a:r>
          </a:p>
        </p:txBody>
      </p:sp>
      <p:sp>
        <p:nvSpPr>
          <p:cNvPr id="11" name="TextBox 10">
            <a:extLst>
              <a:ext uri="{FF2B5EF4-FFF2-40B4-BE49-F238E27FC236}">
                <a16:creationId xmlns:a16="http://schemas.microsoft.com/office/drawing/2014/main" id="{A0A39870-6331-C481-BC76-A6F17BB8174B}"/>
              </a:ext>
            </a:extLst>
          </p:cNvPr>
          <p:cNvSpPr txBox="1"/>
          <p:nvPr/>
        </p:nvSpPr>
        <p:spPr>
          <a:xfrm>
            <a:off x="12192000" y="366934"/>
            <a:ext cx="2021130" cy="707886"/>
          </a:xfrm>
          <a:prstGeom prst="rect">
            <a:avLst/>
          </a:prstGeom>
          <a:noFill/>
        </p:spPr>
        <p:txBody>
          <a:bodyPr wrap="square" rtlCol="0">
            <a:spAutoFit/>
          </a:bodyPr>
          <a:lstStyle/>
          <a:p>
            <a:r>
              <a:rPr lang="en-US" sz="4000" b="1" dirty="0">
                <a:solidFill>
                  <a:schemeClr val="bg1"/>
                </a:solidFill>
              </a:rPr>
              <a:t>Outline </a:t>
            </a:r>
          </a:p>
        </p:txBody>
      </p:sp>
      <p:sp>
        <p:nvSpPr>
          <p:cNvPr id="12" name="Rectangle: Rounded Corners 11">
            <a:extLst>
              <a:ext uri="{FF2B5EF4-FFF2-40B4-BE49-F238E27FC236}">
                <a16:creationId xmlns:a16="http://schemas.microsoft.com/office/drawing/2014/main" id="{AF503C9F-587B-5D6F-904C-AD7C1D90E60D}"/>
              </a:ext>
            </a:extLst>
          </p:cNvPr>
          <p:cNvSpPr/>
          <p:nvPr/>
        </p:nvSpPr>
        <p:spPr>
          <a:xfrm rot="2988453">
            <a:off x="12789005" y="6478750"/>
            <a:ext cx="2297802" cy="2297802"/>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5020C97-7510-8668-F001-B110AB26F4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9176" y="-3806267"/>
            <a:ext cx="1751777" cy="1751777"/>
          </a:xfrm>
          <a:prstGeom prst="rect">
            <a:avLst/>
          </a:prstGeom>
        </p:spPr>
      </p:pic>
    </p:spTree>
    <p:extLst>
      <p:ext uri="{BB962C8B-B14F-4D97-AF65-F5344CB8AC3E}">
        <p14:creationId xmlns:p14="http://schemas.microsoft.com/office/powerpoint/2010/main" val="177806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839CA-2501-1735-ED3A-FC29FC9B1295}"/>
            </a:ext>
          </a:extLst>
        </p:cNvPr>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03EB52FC-7D04-A222-37E9-CAABC555F932}"/>
              </a:ext>
            </a:extLst>
          </p:cNvPr>
          <p:cNvSpPr/>
          <p:nvPr/>
        </p:nvSpPr>
        <p:spPr>
          <a:xfrm rot="209319">
            <a:off x="9771887" y="7579161"/>
            <a:ext cx="1473920" cy="1473920"/>
          </a:xfrm>
          <a:prstGeom prst="roundRect">
            <a:avLst>
              <a:gd name="adj" fmla="val 15727"/>
            </a:avLst>
          </a:prstGeom>
          <a:solidFill>
            <a:srgbClr val="FFC000"/>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E2757077-ADBD-CD5D-DBA3-2817BEF277D7}"/>
              </a:ext>
            </a:extLst>
          </p:cNvPr>
          <p:cNvSpPr/>
          <p:nvPr/>
        </p:nvSpPr>
        <p:spPr>
          <a:xfrm rot="548776">
            <a:off x="8709106" y="1408582"/>
            <a:ext cx="1519116" cy="1519116"/>
          </a:xfrm>
          <a:prstGeom prst="roundRect">
            <a:avLst>
              <a:gd name="adj" fmla="val 15727"/>
            </a:avLst>
          </a:prstGeom>
          <a:solidFill>
            <a:srgbClr val="FFC000"/>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C2F937CF-6A03-E334-AA83-5D7B174D6AAD}"/>
              </a:ext>
            </a:extLst>
          </p:cNvPr>
          <p:cNvSpPr/>
          <p:nvPr/>
        </p:nvSpPr>
        <p:spPr>
          <a:xfrm rot="20117094">
            <a:off x="8481858" y="56931"/>
            <a:ext cx="2297802" cy="2297802"/>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EB6A474-394B-F86B-98A3-E5C2F3C87A6D}"/>
              </a:ext>
            </a:extLst>
          </p:cNvPr>
          <p:cNvSpPr/>
          <p:nvPr/>
        </p:nvSpPr>
        <p:spPr>
          <a:xfrm>
            <a:off x="1" y="0"/>
            <a:ext cx="1685556"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57998C55-A6EF-A9E0-11E9-C23E3AB7A07D}"/>
              </a:ext>
            </a:extLst>
          </p:cNvPr>
          <p:cNvGrpSpPr/>
          <p:nvPr/>
        </p:nvGrpSpPr>
        <p:grpSpPr>
          <a:xfrm>
            <a:off x="503251" y="-2324854"/>
            <a:ext cx="3111918" cy="12190023"/>
            <a:chOff x="503251" y="-297934"/>
            <a:chExt cx="3111918" cy="12190023"/>
          </a:xfrm>
        </p:grpSpPr>
        <p:grpSp>
          <p:nvGrpSpPr>
            <p:cNvPr id="96" name="Group 95">
              <a:extLst>
                <a:ext uri="{FF2B5EF4-FFF2-40B4-BE49-F238E27FC236}">
                  <a16:creationId xmlns:a16="http://schemas.microsoft.com/office/drawing/2014/main" id="{83CBB631-C34C-44DF-BF65-3C3634DD2A41}"/>
                </a:ext>
              </a:extLst>
            </p:cNvPr>
            <p:cNvGrpSpPr/>
            <p:nvPr/>
          </p:nvGrpSpPr>
          <p:grpSpPr>
            <a:xfrm>
              <a:off x="503251" y="-297934"/>
              <a:ext cx="2252938" cy="12190023"/>
              <a:chOff x="1129831" y="-2607606"/>
              <a:chExt cx="2252938" cy="12190023"/>
            </a:xfrm>
            <a:effectLst>
              <a:outerShdw blurRad="228600" dist="76200" dir="7620000" algn="ctr" rotWithShape="0">
                <a:srgbClr val="000000">
                  <a:alpha val="81000"/>
                </a:srgbClr>
              </a:outerShdw>
            </a:effectLst>
            <a:scene3d>
              <a:camera prst="orthographicFront">
                <a:rot lat="0" lon="0" rev="0"/>
              </a:camera>
              <a:lightRig rig="threePt" dir="t"/>
            </a:scene3d>
          </p:grpSpPr>
          <p:sp>
            <p:nvSpPr>
              <p:cNvPr id="28" name="Freeform: Shape 27">
                <a:extLst>
                  <a:ext uri="{FF2B5EF4-FFF2-40B4-BE49-F238E27FC236}">
                    <a16:creationId xmlns:a16="http://schemas.microsoft.com/office/drawing/2014/main" id="{1228C757-E48F-D4AE-6857-A9265A6ADED6}"/>
                  </a:ext>
                </a:extLst>
              </p:cNvPr>
              <p:cNvSpPr/>
              <p:nvPr/>
            </p:nvSpPr>
            <p:spPr>
              <a:xfrm rot="18900000">
                <a:off x="2054245" y="3149353"/>
                <a:ext cx="449222" cy="753409"/>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29B1B86B-4A33-1C68-B0BB-A13C1D449DFC}"/>
                  </a:ext>
                </a:extLst>
              </p:cNvPr>
              <p:cNvSpPr/>
              <p:nvPr/>
            </p:nvSpPr>
            <p:spPr>
              <a:xfrm rot="18900000">
                <a:off x="2004188" y="-1066606"/>
                <a:ext cx="449222" cy="830275"/>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2DCBA6DD-8593-ECC1-BE3D-67CFB7F70BE4}"/>
                  </a:ext>
                </a:extLst>
              </p:cNvPr>
              <p:cNvSpPr/>
              <p:nvPr/>
            </p:nvSpPr>
            <p:spPr>
              <a:xfrm rot="18900000">
                <a:off x="1299576" y="-2607606"/>
                <a:ext cx="1908313" cy="1908314"/>
              </a:xfrm>
              <a:custGeom>
                <a:avLst/>
                <a:gdLst>
                  <a:gd name="connsiteX0" fmla="*/ 1850089 w 1908313"/>
                  <a:gd name="connsiteY0" fmla="*/ 58225 h 1908314"/>
                  <a:gd name="connsiteX1" fmla="*/ 1908313 w 1908313"/>
                  <a:gd name="connsiteY1" fmla="*/ 198790 h 1908314"/>
                  <a:gd name="connsiteX2" fmla="*/ 1908313 w 1908313"/>
                  <a:gd name="connsiteY2" fmla="*/ 1709525 h 1908314"/>
                  <a:gd name="connsiteX3" fmla="*/ 1709524 w 1908313"/>
                  <a:gd name="connsiteY3" fmla="*/ 1908314 h 1908314"/>
                  <a:gd name="connsiteX4" fmla="*/ 575069 w 1908313"/>
                  <a:gd name="connsiteY4" fmla="*/ 1908314 h 1908314"/>
                  <a:gd name="connsiteX5" fmla="*/ 561771 w 1908313"/>
                  <a:gd name="connsiteY5" fmla="*/ 1480433 h 1908314"/>
                  <a:gd name="connsiteX6" fmla="*/ 1365107 w 1908313"/>
                  <a:gd name="connsiteY6" fmla="*/ 1480433 h 1908314"/>
                  <a:gd name="connsiteX7" fmla="*/ 1474802 w 1908313"/>
                  <a:gd name="connsiteY7" fmla="*/ 1370738 h 1908314"/>
                  <a:gd name="connsiteX8" fmla="*/ 1474802 w 1908313"/>
                  <a:gd name="connsiteY8" fmla="*/ 537090 h 1908314"/>
                  <a:gd name="connsiteX9" fmla="*/ 1365107 w 1908313"/>
                  <a:gd name="connsiteY9" fmla="*/ 427395 h 1908314"/>
                  <a:gd name="connsiteX10" fmla="*/ 531459 w 1908313"/>
                  <a:gd name="connsiteY10" fmla="*/ 427395 h 1908314"/>
                  <a:gd name="connsiteX11" fmla="*/ 421764 w 1908313"/>
                  <a:gd name="connsiteY11" fmla="*/ 537090 h 1908314"/>
                  <a:gd name="connsiteX12" fmla="*/ 421764 w 1908313"/>
                  <a:gd name="connsiteY12" fmla="*/ 1370739 h 1908314"/>
                  <a:gd name="connsiteX13" fmla="*/ 430385 w 1908313"/>
                  <a:gd name="connsiteY13" fmla="*/ 1413436 h 1908314"/>
                  <a:gd name="connsiteX14" fmla="*/ 437581 w 1908313"/>
                  <a:gd name="connsiteY14" fmla="*/ 1424110 h 1908314"/>
                  <a:gd name="connsiteX15" fmla="*/ 442252 w 1908313"/>
                  <a:gd name="connsiteY15" fmla="*/ 1574404 h 1908314"/>
                  <a:gd name="connsiteX16" fmla="*/ 441823 w 1908313"/>
                  <a:gd name="connsiteY16" fmla="*/ 1572278 h 1908314"/>
                  <a:gd name="connsiteX17" fmla="*/ 258656 w 1908313"/>
                  <a:gd name="connsiteY17" fmla="*/ 1450867 h 1908314"/>
                  <a:gd name="connsiteX18" fmla="*/ 3408 w 1908313"/>
                  <a:gd name="connsiteY18" fmla="*/ 1450867 h 1908314"/>
                  <a:gd name="connsiteX19" fmla="*/ 0 w 1908313"/>
                  <a:gd name="connsiteY19" fmla="*/ 1341225 h 1908314"/>
                  <a:gd name="connsiteX20" fmla="*/ 0 w 1908313"/>
                  <a:gd name="connsiteY20" fmla="*/ 198790 h 1908314"/>
                  <a:gd name="connsiteX21" fmla="*/ 198789 w 1908313"/>
                  <a:gd name="connsiteY21" fmla="*/ 1 h 1908314"/>
                  <a:gd name="connsiteX22" fmla="*/ 1709524 w 1908313"/>
                  <a:gd name="connsiteY22" fmla="*/ 1 h 1908314"/>
                  <a:gd name="connsiteX23" fmla="*/ 1850089 w 1908313"/>
                  <a:gd name="connsiteY23" fmla="*/ 58225 h 190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4">
                    <a:moveTo>
                      <a:pt x="1850089" y="58225"/>
                    </a:moveTo>
                    <a:cubicBezTo>
                      <a:pt x="1886063" y="94198"/>
                      <a:pt x="1908313" y="143896"/>
                      <a:pt x="1908313" y="198790"/>
                    </a:cubicBezTo>
                    <a:lnTo>
                      <a:pt x="1908313" y="1709525"/>
                    </a:lnTo>
                    <a:cubicBezTo>
                      <a:pt x="1908313" y="1819312"/>
                      <a:pt x="1819312" y="1908313"/>
                      <a:pt x="1709524" y="1908314"/>
                    </a:cubicBezTo>
                    <a:lnTo>
                      <a:pt x="575069" y="1908314"/>
                    </a:lnTo>
                    <a:lnTo>
                      <a:pt x="561771" y="1480433"/>
                    </a:lnTo>
                    <a:lnTo>
                      <a:pt x="1365107" y="1480433"/>
                    </a:lnTo>
                    <a:cubicBezTo>
                      <a:pt x="1425690" y="1480433"/>
                      <a:pt x="1474802" y="1431321"/>
                      <a:pt x="1474802" y="1370738"/>
                    </a:cubicBezTo>
                    <a:lnTo>
                      <a:pt x="1474802" y="537090"/>
                    </a:lnTo>
                    <a:cubicBezTo>
                      <a:pt x="1474802" y="476507"/>
                      <a:pt x="1425691" y="427395"/>
                      <a:pt x="1365107" y="427395"/>
                    </a:cubicBezTo>
                    <a:lnTo>
                      <a:pt x="531459" y="427395"/>
                    </a:lnTo>
                    <a:cubicBezTo>
                      <a:pt x="470876" y="427395"/>
                      <a:pt x="421764" y="476507"/>
                      <a:pt x="421764" y="537090"/>
                    </a:cubicBezTo>
                    <a:lnTo>
                      <a:pt x="421764" y="1370739"/>
                    </a:lnTo>
                    <a:cubicBezTo>
                      <a:pt x="421764" y="1385884"/>
                      <a:pt x="424834" y="1400313"/>
                      <a:pt x="430385" y="1413436"/>
                    </a:cubicBezTo>
                    <a:lnTo>
                      <a:pt x="437581" y="1424110"/>
                    </a:lnTo>
                    <a:lnTo>
                      <a:pt x="442252" y="1574404"/>
                    </a:lnTo>
                    <a:lnTo>
                      <a:pt x="441823" y="1572278"/>
                    </a:lnTo>
                    <a:cubicBezTo>
                      <a:pt x="411645" y="1500930"/>
                      <a:pt x="340997" y="1450867"/>
                      <a:pt x="258656" y="1450867"/>
                    </a:cubicBezTo>
                    <a:lnTo>
                      <a:pt x="3408" y="1450867"/>
                    </a:lnTo>
                    <a:lnTo>
                      <a:pt x="0" y="1341225"/>
                    </a:lnTo>
                    <a:lnTo>
                      <a:pt x="0" y="198790"/>
                    </a:lnTo>
                    <a:cubicBezTo>
                      <a:pt x="0" y="89001"/>
                      <a:pt x="89001" y="0"/>
                      <a:pt x="198789" y="1"/>
                    </a:cubicBezTo>
                    <a:lnTo>
                      <a:pt x="1709524" y="1"/>
                    </a:lnTo>
                    <a:cubicBezTo>
                      <a:pt x="1764418" y="0"/>
                      <a:pt x="1814115" y="22251"/>
                      <a:pt x="1850089" y="58225"/>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52B1AFEE-9D52-2C12-2327-C7588437ED8A}"/>
                  </a:ext>
                </a:extLst>
              </p:cNvPr>
              <p:cNvSpPr/>
              <p:nvPr/>
            </p:nvSpPr>
            <p:spPr>
              <a:xfrm rot="18900000">
                <a:off x="2007074" y="7298477"/>
                <a:ext cx="449222" cy="604820"/>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6" name="Freeform: Shape 85">
                <a:extLst>
                  <a:ext uri="{FF2B5EF4-FFF2-40B4-BE49-F238E27FC236}">
                    <a16:creationId xmlns:a16="http://schemas.microsoft.com/office/drawing/2014/main" id="{ECD08C76-574F-A7F1-5A29-DF8CAD720710}"/>
                  </a:ext>
                </a:extLst>
              </p:cNvPr>
              <p:cNvSpPr/>
              <p:nvPr/>
            </p:nvSpPr>
            <p:spPr>
              <a:xfrm rot="18900000">
                <a:off x="2041265" y="5193291"/>
                <a:ext cx="438308" cy="752915"/>
              </a:xfrm>
              <a:custGeom>
                <a:avLst/>
                <a:gdLst>
                  <a:gd name="connsiteX0" fmla="*/ 384675 w 438308"/>
                  <a:gd name="connsiteY0" fmla="*/ 58224 h 475665"/>
                  <a:gd name="connsiteX1" fmla="*/ 427276 w 438308"/>
                  <a:gd name="connsiteY1" fmla="*/ 121412 h 475665"/>
                  <a:gd name="connsiteX2" fmla="*/ 428729 w 438308"/>
                  <a:gd name="connsiteY2" fmla="*/ 128605 h 475665"/>
                  <a:gd name="connsiteX3" fmla="*/ 438308 w 438308"/>
                  <a:gd name="connsiteY3" fmla="*/ 475665 h 475665"/>
                  <a:gd name="connsiteX4" fmla="*/ 197201 w 438308"/>
                  <a:gd name="connsiteY4" fmla="*/ 475665 h 475665"/>
                  <a:gd name="connsiteX5" fmla="*/ 14033 w 438308"/>
                  <a:gd name="connsiteY5" fmla="*/ 354253 h 475665"/>
                  <a:gd name="connsiteX6" fmla="*/ 3805 w 438308"/>
                  <a:gd name="connsiteY6" fmla="*/ 303589 h 475665"/>
                  <a:gd name="connsiteX7" fmla="*/ 0 w 438308"/>
                  <a:gd name="connsiteY7" fmla="*/ 1 h 475665"/>
                  <a:gd name="connsiteX8" fmla="*/ 244110 w 438308"/>
                  <a:gd name="connsiteY8" fmla="*/ 1 h 475665"/>
                  <a:gd name="connsiteX9" fmla="*/ 384675 w 438308"/>
                  <a:gd name="connsiteY9" fmla="*/ 58224 h 4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8308" h="475665">
                    <a:moveTo>
                      <a:pt x="384675" y="58224"/>
                    </a:moveTo>
                    <a:cubicBezTo>
                      <a:pt x="402662" y="76211"/>
                      <a:pt x="417218" y="97629"/>
                      <a:pt x="427276" y="121412"/>
                    </a:cubicBezTo>
                    <a:lnTo>
                      <a:pt x="428729" y="128605"/>
                    </a:lnTo>
                    <a:lnTo>
                      <a:pt x="438308" y="475665"/>
                    </a:lnTo>
                    <a:lnTo>
                      <a:pt x="197201" y="475665"/>
                    </a:lnTo>
                    <a:cubicBezTo>
                      <a:pt x="114860" y="475665"/>
                      <a:pt x="44211" y="425602"/>
                      <a:pt x="14033" y="354253"/>
                    </a:cubicBezTo>
                    <a:lnTo>
                      <a:pt x="3805" y="303589"/>
                    </a:lnTo>
                    <a:lnTo>
                      <a:pt x="0" y="1"/>
                    </a:lnTo>
                    <a:lnTo>
                      <a:pt x="244110" y="1"/>
                    </a:lnTo>
                    <a:cubicBezTo>
                      <a:pt x="299004" y="-1"/>
                      <a:pt x="348701" y="22250"/>
                      <a:pt x="384675"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5" name="Freeform: Shape 84">
                <a:extLst>
                  <a:ext uri="{FF2B5EF4-FFF2-40B4-BE49-F238E27FC236}">
                    <a16:creationId xmlns:a16="http://schemas.microsoft.com/office/drawing/2014/main" id="{3220F6B7-0A16-1C3B-AA9F-44DE6A060CAE}"/>
                  </a:ext>
                </a:extLst>
              </p:cNvPr>
              <p:cNvSpPr/>
              <p:nvPr/>
            </p:nvSpPr>
            <p:spPr>
              <a:xfrm rot="18900000">
                <a:off x="1886938" y="5461917"/>
                <a:ext cx="1588" cy="92397"/>
              </a:xfrm>
              <a:custGeom>
                <a:avLst/>
                <a:gdLst>
                  <a:gd name="connsiteX0" fmla="*/ 431 w 1588"/>
                  <a:gd name="connsiteY0" fmla="*/ 0 h 92397"/>
                  <a:gd name="connsiteX1" fmla="*/ 1588 w 1588"/>
                  <a:gd name="connsiteY1" fmla="*/ 92397 h 92397"/>
                  <a:gd name="connsiteX2" fmla="*/ 0 w 1588"/>
                  <a:gd name="connsiteY2" fmla="*/ 92397 h 92397"/>
                  <a:gd name="connsiteX3" fmla="*/ 0 w 1588"/>
                  <a:gd name="connsiteY3" fmla="*/ 6 h 92397"/>
                  <a:gd name="connsiteX4" fmla="*/ 431 w 1588"/>
                  <a:gd name="connsiteY4" fmla="*/ 0 h 92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 h="92397">
                    <a:moveTo>
                      <a:pt x="431" y="0"/>
                    </a:moveTo>
                    <a:lnTo>
                      <a:pt x="1588" y="92397"/>
                    </a:lnTo>
                    <a:lnTo>
                      <a:pt x="0" y="92397"/>
                    </a:lnTo>
                    <a:lnTo>
                      <a:pt x="0" y="6"/>
                    </a:lnTo>
                    <a:lnTo>
                      <a:pt x="43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3" name="Freeform: Shape 82">
                <a:extLst>
                  <a:ext uri="{FF2B5EF4-FFF2-40B4-BE49-F238E27FC236}">
                    <a16:creationId xmlns:a16="http://schemas.microsoft.com/office/drawing/2014/main" id="{FBCC552E-1AFA-6840-5915-7D6CE8760E04}"/>
                  </a:ext>
                </a:extLst>
              </p:cNvPr>
              <p:cNvSpPr/>
              <p:nvPr/>
            </p:nvSpPr>
            <p:spPr>
              <a:xfrm rot="18900000">
                <a:off x="2601109" y="5550703"/>
                <a:ext cx="4591" cy="97710"/>
              </a:xfrm>
              <a:custGeom>
                <a:avLst/>
                <a:gdLst>
                  <a:gd name="connsiteX0" fmla="*/ 4591 w 4591"/>
                  <a:gd name="connsiteY0" fmla="*/ 0 h 97710"/>
                  <a:gd name="connsiteX1" fmla="*/ 4591 w 4591"/>
                  <a:gd name="connsiteY1" fmla="*/ 97658 h 97710"/>
                  <a:gd name="connsiteX2" fmla="*/ 2697 w 4591"/>
                  <a:gd name="connsiteY2" fmla="*/ 97710 h 97710"/>
                  <a:gd name="connsiteX3" fmla="*/ 0 w 4591"/>
                  <a:gd name="connsiteY3" fmla="*/ 0 h 97710"/>
                  <a:gd name="connsiteX4" fmla="*/ 4591 w 4591"/>
                  <a:gd name="connsiteY4" fmla="*/ 0 h 97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1" h="97710">
                    <a:moveTo>
                      <a:pt x="4591" y="0"/>
                    </a:moveTo>
                    <a:lnTo>
                      <a:pt x="4591" y="97658"/>
                    </a:lnTo>
                    <a:lnTo>
                      <a:pt x="2697" y="97710"/>
                    </a:lnTo>
                    <a:lnTo>
                      <a:pt x="0" y="0"/>
                    </a:lnTo>
                    <a:lnTo>
                      <a:pt x="459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Shape 81">
                <a:extLst>
                  <a:ext uri="{FF2B5EF4-FFF2-40B4-BE49-F238E27FC236}">
                    <a16:creationId xmlns:a16="http://schemas.microsoft.com/office/drawing/2014/main" id="{EA313A48-13A3-3BF4-9982-6A73BFD01673}"/>
                  </a:ext>
                </a:extLst>
              </p:cNvPr>
              <p:cNvSpPr/>
              <p:nvPr/>
            </p:nvSpPr>
            <p:spPr>
              <a:xfrm rot="18900000">
                <a:off x="1922453" y="3642829"/>
                <a:ext cx="1316334" cy="1582646"/>
              </a:xfrm>
              <a:custGeom>
                <a:avLst/>
                <a:gdLst>
                  <a:gd name="connsiteX0" fmla="*/ 1311519 w 1316334"/>
                  <a:gd name="connsiteY0" fmla="*/ 131780 h 1582646"/>
                  <a:gd name="connsiteX1" fmla="*/ 1314529 w 1316334"/>
                  <a:gd name="connsiteY1" fmla="*/ 228660 h 1582646"/>
                  <a:gd name="connsiteX2" fmla="*/ 1316334 w 1316334"/>
                  <a:gd name="connsiteY2" fmla="*/ 228603 h 1582646"/>
                  <a:gd name="connsiteX3" fmla="*/ 1316334 w 1316334"/>
                  <a:gd name="connsiteY3" fmla="*/ 1383857 h 1582646"/>
                  <a:gd name="connsiteX4" fmla="*/ 1117545 w 1316334"/>
                  <a:gd name="connsiteY4" fmla="*/ 1582646 h 1582646"/>
                  <a:gd name="connsiteX5" fmla="*/ 11809 w 1316334"/>
                  <a:gd name="connsiteY5" fmla="*/ 1582646 h 1582646"/>
                  <a:gd name="connsiteX6" fmla="*/ 0 w 1316334"/>
                  <a:gd name="connsiteY6" fmla="*/ 1154766 h 1582646"/>
                  <a:gd name="connsiteX7" fmla="*/ 773127 w 1316334"/>
                  <a:gd name="connsiteY7" fmla="*/ 1154766 h 1582646"/>
                  <a:gd name="connsiteX8" fmla="*/ 882822 w 1316334"/>
                  <a:gd name="connsiteY8" fmla="*/ 1045069 h 1582646"/>
                  <a:gd name="connsiteX9" fmla="*/ 882823 w 1316334"/>
                  <a:gd name="connsiteY9" fmla="*/ 211422 h 1582646"/>
                  <a:gd name="connsiteX10" fmla="*/ 877169 w 1316334"/>
                  <a:gd name="connsiteY10" fmla="*/ 183417 h 1582646"/>
                  <a:gd name="connsiteX11" fmla="*/ 878117 w 1316334"/>
                  <a:gd name="connsiteY11" fmla="*/ 183388 h 1582646"/>
                  <a:gd name="connsiteX12" fmla="*/ 872418 w 1316334"/>
                  <a:gd name="connsiteY12" fmla="*/ 0 h 1582646"/>
                  <a:gd name="connsiteX13" fmla="*/ 874511 w 1316334"/>
                  <a:gd name="connsiteY13" fmla="*/ 10367 h 1582646"/>
                  <a:gd name="connsiteX14" fmla="*/ 1057678 w 1316334"/>
                  <a:gd name="connsiteY14" fmla="*/ 131780 h 1582646"/>
                  <a:gd name="connsiteX15" fmla="*/ 1311519 w 1316334"/>
                  <a:gd name="connsiteY15" fmla="*/ 131780 h 1582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6334" h="1582646">
                    <a:moveTo>
                      <a:pt x="1311519" y="131780"/>
                    </a:moveTo>
                    <a:lnTo>
                      <a:pt x="1314529" y="228660"/>
                    </a:lnTo>
                    <a:lnTo>
                      <a:pt x="1316334" y="228603"/>
                    </a:lnTo>
                    <a:lnTo>
                      <a:pt x="1316334" y="1383857"/>
                    </a:lnTo>
                    <a:cubicBezTo>
                      <a:pt x="1316333" y="1493645"/>
                      <a:pt x="1227333" y="1582645"/>
                      <a:pt x="1117545" y="1582646"/>
                    </a:cubicBezTo>
                    <a:lnTo>
                      <a:pt x="11809" y="1582646"/>
                    </a:lnTo>
                    <a:lnTo>
                      <a:pt x="0" y="1154766"/>
                    </a:lnTo>
                    <a:lnTo>
                      <a:pt x="773127" y="1154766"/>
                    </a:lnTo>
                    <a:cubicBezTo>
                      <a:pt x="833711" y="1154766"/>
                      <a:pt x="882823" y="1105654"/>
                      <a:pt x="882822" y="1045069"/>
                    </a:cubicBezTo>
                    <a:lnTo>
                      <a:pt x="882823" y="211422"/>
                    </a:lnTo>
                    <a:lnTo>
                      <a:pt x="877169" y="183417"/>
                    </a:lnTo>
                    <a:lnTo>
                      <a:pt x="878117" y="183388"/>
                    </a:lnTo>
                    <a:lnTo>
                      <a:pt x="872418" y="0"/>
                    </a:lnTo>
                    <a:lnTo>
                      <a:pt x="874511" y="10367"/>
                    </a:lnTo>
                    <a:cubicBezTo>
                      <a:pt x="904689" y="81716"/>
                      <a:pt x="975337" y="131779"/>
                      <a:pt x="1057678" y="131780"/>
                    </a:cubicBezTo>
                    <a:lnTo>
                      <a:pt x="1311519" y="13178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Shape 80">
                <a:extLst>
                  <a:ext uri="{FF2B5EF4-FFF2-40B4-BE49-F238E27FC236}">
                    <a16:creationId xmlns:a16="http://schemas.microsoft.com/office/drawing/2014/main" id="{4813AAA4-72CC-3C12-AB12-FE3D7BA2AE97}"/>
                  </a:ext>
                </a:extLst>
              </p:cNvPr>
              <p:cNvSpPr/>
              <p:nvPr/>
            </p:nvSpPr>
            <p:spPr>
              <a:xfrm rot="18900000">
                <a:off x="1261799" y="3824095"/>
                <a:ext cx="1345120" cy="1561254"/>
              </a:xfrm>
              <a:custGeom>
                <a:avLst/>
                <a:gdLst>
                  <a:gd name="connsiteX0" fmla="*/ 1331836 w 1345120"/>
                  <a:gd name="connsiteY0" fmla="*/ 0 h 1561254"/>
                  <a:gd name="connsiteX1" fmla="*/ 1345120 w 1345120"/>
                  <a:gd name="connsiteY1" fmla="*/ 427395 h 1561254"/>
                  <a:gd name="connsiteX2" fmla="*/ 531459 w 1345120"/>
                  <a:gd name="connsiteY2" fmla="*/ 427395 h 1561254"/>
                  <a:gd name="connsiteX3" fmla="*/ 421764 w 1345120"/>
                  <a:gd name="connsiteY3" fmla="*/ 537091 h 1561254"/>
                  <a:gd name="connsiteX4" fmla="*/ 421764 w 1345120"/>
                  <a:gd name="connsiteY4" fmla="*/ 1370739 h 1561254"/>
                  <a:gd name="connsiteX5" fmla="*/ 425580 w 1345120"/>
                  <a:gd name="connsiteY5" fmla="*/ 1389640 h 1561254"/>
                  <a:gd name="connsiteX6" fmla="*/ 430317 w 1345120"/>
                  <a:gd name="connsiteY6" fmla="*/ 1561254 h 1561254"/>
                  <a:gd name="connsiteX7" fmla="*/ 428864 w 1345120"/>
                  <a:gd name="connsiteY7" fmla="*/ 1554061 h 1561254"/>
                  <a:gd name="connsiteX8" fmla="*/ 386263 w 1345120"/>
                  <a:gd name="connsiteY8" fmla="*/ 1490873 h 1561254"/>
                  <a:gd name="connsiteX9" fmla="*/ 245698 w 1345120"/>
                  <a:gd name="connsiteY9" fmla="*/ 1432650 h 1561254"/>
                  <a:gd name="connsiteX10" fmla="*/ 1588 w 1345120"/>
                  <a:gd name="connsiteY10" fmla="*/ 1432650 h 1561254"/>
                  <a:gd name="connsiteX11" fmla="*/ 431 w 1345120"/>
                  <a:gd name="connsiteY11" fmla="*/ 1340253 h 1561254"/>
                  <a:gd name="connsiteX12" fmla="*/ 0 w 1345120"/>
                  <a:gd name="connsiteY12" fmla="*/ 1340259 h 1561254"/>
                  <a:gd name="connsiteX13" fmla="*/ 0 w 1345120"/>
                  <a:gd name="connsiteY13" fmla="*/ 198790 h 1561254"/>
                  <a:gd name="connsiteX14" fmla="*/ 198789 w 1345120"/>
                  <a:gd name="connsiteY14" fmla="*/ 1 h 1561254"/>
                  <a:gd name="connsiteX15" fmla="*/ 1331836 w 1345120"/>
                  <a:gd name="connsiteY15" fmla="*/ 0 h 1561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5120" h="1561254">
                    <a:moveTo>
                      <a:pt x="1331836" y="0"/>
                    </a:moveTo>
                    <a:lnTo>
                      <a:pt x="1345120" y="427395"/>
                    </a:lnTo>
                    <a:lnTo>
                      <a:pt x="531459" y="427395"/>
                    </a:lnTo>
                    <a:cubicBezTo>
                      <a:pt x="470876" y="427395"/>
                      <a:pt x="421764" y="476508"/>
                      <a:pt x="421764" y="537091"/>
                    </a:cubicBezTo>
                    <a:lnTo>
                      <a:pt x="421764" y="1370739"/>
                    </a:lnTo>
                    <a:lnTo>
                      <a:pt x="425580" y="1389640"/>
                    </a:lnTo>
                    <a:lnTo>
                      <a:pt x="430317" y="1561254"/>
                    </a:lnTo>
                    <a:lnTo>
                      <a:pt x="428864" y="1554061"/>
                    </a:lnTo>
                    <a:cubicBezTo>
                      <a:pt x="418806" y="1530278"/>
                      <a:pt x="404250" y="1508860"/>
                      <a:pt x="386263" y="1490873"/>
                    </a:cubicBezTo>
                    <a:cubicBezTo>
                      <a:pt x="350289" y="1454899"/>
                      <a:pt x="300592" y="1432648"/>
                      <a:pt x="245698" y="1432650"/>
                    </a:cubicBezTo>
                    <a:lnTo>
                      <a:pt x="1588" y="1432650"/>
                    </a:lnTo>
                    <a:lnTo>
                      <a:pt x="431" y="1340253"/>
                    </a:lnTo>
                    <a:lnTo>
                      <a:pt x="0" y="1340259"/>
                    </a:lnTo>
                    <a:lnTo>
                      <a:pt x="0" y="198790"/>
                    </a:lnTo>
                    <a:cubicBezTo>
                      <a:pt x="0" y="89002"/>
                      <a:pt x="89001" y="1"/>
                      <a:pt x="198789" y="1"/>
                    </a:cubicBezTo>
                    <a:lnTo>
                      <a:pt x="1331836"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Shape 78">
                <a:extLst>
                  <a:ext uri="{FF2B5EF4-FFF2-40B4-BE49-F238E27FC236}">
                    <a16:creationId xmlns:a16="http://schemas.microsoft.com/office/drawing/2014/main" id="{043229A2-8220-1C30-CFAB-4B674D911D83}"/>
                  </a:ext>
                </a:extLst>
              </p:cNvPr>
              <p:cNvSpPr/>
              <p:nvPr/>
            </p:nvSpPr>
            <p:spPr>
              <a:xfrm rot="18900000">
                <a:off x="2435684" y="5272165"/>
                <a:ext cx="14170" cy="347060"/>
              </a:xfrm>
              <a:custGeom>
                <a:avLst/>
                <a:gdLst>
                  <a:gd name="connsiteX0" fmla="*/ 0 w 14170"/>
                  <a:gd name="connsiteY0" fmla="*/ 0 h 347060"/>
                  <a:gd name="connsiteX1" fmla="*/ 14170 w 14170"/>
                  <a:gd name="connsiteY1" fmla="*/ 70185 h 347060"/>
                  <a:gd name="connsiteX2" fmla="*/ 14170 w 14170"/>
                  <a:gd name="connsiteY2" fmla="*/ 347060 h 347060"/>
                  <a:gd name="connsiteX3" fmla="*/ 9579 w 14170"/>
                  <a:gd name="connsiteY3" fmla="*/ 347060 h 347060"/>
                  <a:gd name="connsiteX4" fmla="*/ 0 w 14170"/>
                  <a:gd name="connsiteY4" fmla="*/ 0 h 34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70" h="347060">
                    <a:moveTo>
                      <a:pt x="0" y="0"/>
                    </a:moveTo>
                    <a:lnTo>
                      <a:pt x="14170" y="70185"/>
                    </a:lnTo>
                    <a:lnTo>
                      <a:pt x="14170" y="347060"/>
                    </a:lnTo>
                    <a:lnTo>
                      <a:pt x="9579" y="347060"/>
                    </a:lnTo>
                    <a:lnTo>
                      <a:pt x="0"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6" name="Freeform: Shape 75">
                <a:extLst>
                  <a:ext uri="{FF2B5EF4-FFF2-40B4-BE49-F238E27FC236}">
                    <a16:creationId xmlns:a16="http://schemas.microsoft.com/office/drawing/2014/main" id="{DEC8B040-8AA0-5DF9-18CD-BC6420D07DD7}"/>
                  </a:ext>
                </a:extLst>
              </p:cNvPr>
              <p:cNvSpPr/>
              <p:nvPr/>
            </p:nvSpPr>
            <p:spPr>
              <a:xfrm rot="18900000">
                <a:off x="2026383" y="5494977"/>
                <a:ext cx="5393" cy="303588"/>
              </a:xfrm>
              <a:custGeom>
                <a:avLst/>
                <a:gdLst>
                  <a:gd name="connsiteX0" fmla="*/ 1588 w 5393"/>
                  <a:gd name="connsiteY0" fmla="*/ 0 h 303588"/>
                  <a:gd name="connsiteX1" fmla="*/ 5393 w 5393"/>
                  <a:gd name="connsiteY1" fmla="*/ 303588 h 303588"/>
                  <a:gd name="connsiteX2" fmla="*/ 0 w 5393"/>
                  <a:gd name="connsiteY2" fmla="*/ 276875 h 303588"/>
                  <a:gd name="connsiteX3" fmla="*/ 0 w 5393"/>
                  <a:gd name="connsiteY3" fmla="*/ 0 h 303588"/>
                  <a:gd name="connsiteX4" fmla="*/ 1588 w 5393"/>
                  <a:gd name="connsiteY4" fmla="*/ 0 h 303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3" h="303588">
                    <a:moveTo>
                      <a:pt x="1588" y="0"/>
                    </a:moveTo>
                    <a:lnTo>
                      <a:pt x="5393" y="303588"/>
                    </a:lnTo>
                    <a:lnTo>
                      <a:pt x="0" y="276875"/>
                    </a:lnTo>
                    <a:lnTo>
                      <a:pt x="0" y="0"/>
                    </a:lnTo>
                    <a:lnTo>
                      <a:pt x="1588"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5" name="Freeform: Shape 74">
                <a:extLst>
                  <a:ext uri="{FF2B5EF4-FFF2-40B4-BE49-F238E27FC236}">
                    <a16:creationId xmlns:a16="http://schemas.microsoft.com/office/drawing/2014/main" id="{A8B41D15-0083-EC65-F078-35DE4BEEE80D}"/>
                  </a:ext>
                </a:extLst>
              </p:cNvPr>
              <p:cNvSpPr/>
              <p:nvPr/>
            </p:nvSpPr>
            <p:spPr>
              <a:xfrm rot="18900000">
                <a:off x="1866818" y="5682781"/>
                <a:ext cx="1346542" cy="1604725"/>
              </a:xfrm>
              <a:custGeom>
                <a:avLst/>
                <a:gdLst>
                  <a:gd name="connsiteX0" fmla="*/ 1341951 w 1346542"/>
                  <a:gd name="connsiteY0" fmla="*/ 172076 h 1604725"/>
                  <a:gd name="connsiteX1" fmla="*/ 1344648 w 1346542"/>
                  <a:gd name="connsiteY1" fmla="*/ 269786 h 1604725"/>
                  <a:gd name="connsiteX2" fmla="*/ 1346542 w 1346542"/>
                  <a:gd name="connsiteY2" fmla="*/ 269734 h 1604725"/>
                  <a:gd name="connsiteX3" fmla="*/ 1346542 w 1346542"/>
                  <a:gd name="connsiteY3" fmla="*/ 1405936 h 1604725"/>
                  <a:gd name="connsiteX4" fmla="*/ 1147753 w 1346542"/>
                  <a:gd name="connsiteY4" fmla="*/ 1604725 h 1604725"/>
                  <a:gd name="connsiteX5" fmla="*/ 13298 w 1346542"/>
                  <a:gd name="connsiteY5" fmla="*/ 1604724 h 1604725"/>
                  <a:gd name="connsiteX6" fmla="*/ 0 w 1346542"/>
                  <a:gd name="connsiteY6" fmla="*/ 1176844 h 1604725"/>
                  <a:gd name="connsiteX7" fmla="*/ 803336 w 1346542"/>
                  <a:gd name="connsiteY7" fmla="*/ 1176844 h 1604725"/>
                  <a:gd name="connsiteX8" fmla="*/ 913031 w 1346542"/>
                  <a:gd name="connsiteY8" fmla="*/ 1067149 h 1604725"/>
                  <a:gd name="connsiteX9" fmla="*/ 913031 w 1346542"/>
                  <a:gd name="connsiteY9" fmla="*/ 233500 h 1604725"/>
                  <a:gd name="connsiteX10" fmla="*/ 910198 w 1346542"/>
                  <a:gd name="connsiteY10" fmla="*/ 219466 h 1604725"/>
                  <a:gd name="connsiteX11" fmla="*/ 907448 w 1346542"/>
                  <a:gd name="connsiteY11" fmla="*/ 0 h 1604725"/>
                  <a:gd name="connsiteX12" fmla="*/ 917676 w 1346542"/>
                  <a:gd name="connsiteY12" fmla="*/ 50664 h 1604725"/>
                  <a:gd name="connsiteX13" fmla="*/ 1100844 w 1346542"/>
                  <a:gd name="connsiteY13" fmla="*/ 172076 h 1604725"/>
                  <a:gd name="connsiteX14" fmla="*/ 1341951 w 1346542"/>
                  <a:gd name="connsiteY14" fmla="*/ 172076 h 1604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6542" h="1604725">
                    <a:moveTo>
                      <a:pt x="1341951" y="172076"/>
                    </a:moveTo>
                    <a:lnTo>
                      <a:pt x="1344648" y="269786"/>
                    </a:lnTo>
                    <a:lnTo>
                      <a:pt x="1346542" y="269734"/>
                    </a:lnTo>
                    <a:lnTo>
                      <a:pt x="1346542" y="1405936"/>
                    </a:lnTo>
                    <a:cubicBezTo>
                      <a:pt x="1346542" y="1515722"/>
                      <a:pt x="1257541" y="1604723"/>
                      <a:pt x="1147753" y="1604725"/>
                    </a:cubicBezTo>
                    <a:lnTo>
                      <a:pt x="13298" y="1604724"/>
                    </a:lnTo>
                    <a:lnTo>
                      <a:pt x="0" y="1176844"/>
                    </a:lnTo>
                    <a:lnTo>
                      <a:pt x="803336" y="1176844"/>
                    </a:lnTo>
                    <a:cubicBezTo>
                      <a:pt x="863919" y="1176843"/>
                      <a:pt x="913031" y="1127731"/>
                      <a:pt x="913031" y="1067149"/>
                    </a:cubicBezTo>
                    <a:lnTo>
                      <a:pt x="913031" y="233500"/>
                    </a:lnTo>
                    <a:lnTo>
                      <a:pt x="910198" y="219466"/>
                    </a:lnTo>
                    <a:lnTo>
                      <a:pt x="907448" y="0"/>
                    </a:lnTo>
                    <a:lnTo>
                      <a:pt x="917676" y="50664"/>
                    </a:lnTo>
                    <a:cubicBezTo>
                      <a:pt x="947854" y="122013"/>
                      <a:pt x="1018503" y="172076"/>
                      <a:pt x="1100844" y="172076"/>
                    </a:cubicBezTo>
                    <a:lnTo>
                      <a:pt x="1341951" y="172076"/>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4" name="Freeform: Shape 73">
                <a:extLst>
                  <a:ext uri="{FF2B5EF4-FFF2-40B4-BE49-F238E27FC236}">
                    <a16:creationId xmlns:a16="http://schemas.microsoft.com/office/drawing/2014/main" id="{021D857E-83CF-99A5-D400-E3865C832457}"/>
                  </a:ext>
                </a:extLst>
              </p:cNvPr>
              <p:cNvSpPr/>
              <p:nvPr/>
            </p:nvSpPr>
            <p:spPr>
              <a:xfrm rot="18900000">
                <a:off x="1249997" y="5883791"/>
                <a:ext cx="1306927" cy="1574403"/>
              </a:xfrm>
              <a:custGeom>
                <a:avLst/>
                <a:gdLst>
                  <a:gd name="connsiteX0" fmla="*/ 1301571 w 1306927"/>
                  <a:gd name="connsiteY0" fmla="*/ 1 h 1574403"/>
                  <a:gd name="connsiteX1" fmla="*/ 1306927 w 1306927"/>
                  <a:gd name="connsiteY1" fmla="*/ 427395 h 1574403"/>
                  <a:gd name="connsiteX2" fmla="*/ 531458 w 1306927"/>
                  <a:gd name="connsiteY2" fmla="*/ 427394 h 1574403"/>
                  <a:gd name="connsiteX3" fmla="*/ 421763 w 1306927"/>
                  <a:gd name="connsiteY3" fmla="*/ 537089 h 1574403"/>
                  <a:gd name="connsiteX4" fmla="*/ 421763 w 1306927"/>
                  <a:gd name="connsiteY4" fmla="*/ 1370738 h 1574403"/>
                  <a:gd name="connsiteX5" fmla="*/ 430385 w 1306927"/>
                  <a:gd name="connsiteY5" fmla="*/ 1413436 h 1574403"/>
                  <a:gd name="connsiteX6" fmla="*/ 437581 w 1306927"/>
                  <a:gd name="connsiteY6" fmla="*/ 1424109 h 1574403"/>
                  <a:gd name="connsiteX7" fmla="*/ 442252 w 1306927"/>
                  <a:gd name="connsiteY7" fmla="*/ 1574403 h 1574403"/>
                  <a:gd name="connsiteX8" fmla="*/ 441823 w 1306927"/>
                  <a:gd name="connsiteY8" fmla="*/ 1572277 h 1574403"/>
                  <a:gd name="connsiteX9" fmla="*/ 258656 w 1306927"/>
                  <a:gd name="connsiteY9" fmla="*/ 1450866 h 1574403"/>
                  <a:gd name="connsiteX10" fmla="*/ 3408 w 1306927"/>
                  <a:gd name="connsiteY10" fmla="*/ 1450866 h 1574403"/>
                  <a:gd name="connsiteX11" fmla="*/ 0 w 1306927"/>
                  <a:gd name="connsiteY11" fmla="*/ 1341224 h 1574403"/>
                  <a:gd name="connsiteX12" fmla="*/ 0 w 1306927"/>
                  <a:gd name="connsiteY12" fmla="*/ 198790 h 1574403"/>
                  <a:gd name="connsiteX13" fmla="*/ 198789 w 1306927"/>
                  <a:gd name="connsiteY13" fmla="*/ 1 h 1574403"/>
                  <a:gd name="connsiteX14" fmla="*/ 1301571 w 1306927"/>
                  <a:gd name="connsiteY14" fmla="*/ 1 h 1574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06927" h="1574403">
                    <a:moveTo>
                      <a:pt x="1301571" y="1"/>
                    </a:moveTo>
                    <a:lnTo>
                      <a:pt x="1306927" y="427395"/>
                    </a:lnTo>
                    <a:lnTo>
                      <a:pt x="531458" y="427394"/>
                    </a:lnTo>
                    <a:cubicBezTo>
                      <a:pt x="470876" y="427394"/>
                      <a:pt x="421764" y="476506"/>
                      <a:pt x="421763" y="537089"/>
                    </a:cubicBezTo>
                    <a:lnTo>
                      <a:pt x="421763" y="1370738"/>
                    </a:lnTo>
                    <a:cubicBezTo>
                      <a:pt x="421763" y="1385883"/>
                      <a:pt x="424834" y="1400312"/>
                      <a:pt x="430385" y="1413436"/>
                    </a:cubicBezTo>
                    <a:lnTo>
                      <a:pt x="437581" y="1424109"/>
                    </a:lnTo>
                    <a:lnTo>
                      <a:pt x="442252" y="1574403"/>
                    </a:lnTo>
                    <a:lnTo>
                      <a:pt x="441823" y="1572277"/>
                    </a:lnTo>
                    <a:cubicBezTo>
                      <a:pt x="411645" y="1500930"/>
                      <a:pt x="340997" y="1450866"/>
                      <a:pt x="258656" y="1450866"/>
                    </a:cubicBezTo>
                    <a:lnTo>
                      <a:pt x="3408" y="1450866"/>
                    </a:lnTo>
                    <a:lnTo>
                      <a:pt x="0" y="1341224"/>
                    </a:lnTo>
                    <a:lnTo>
                      <a:pt x="0" y="198790"/>
                    </a:lnTo>
                    <a:cubicBezTo>
                      <a:pt x="0" y="89000"/>
                      <a:pt x="89000" y="-1"/>
                      <a:pt x="198789" y="1"/>
                    </a:cubicBezTo>
                    <a:lnTo>
                      <a:pt x="1301571" y="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32C07E88-F35B-00F5-DD09-22B410EF614B}"/>
                  </a:ext>
                </a:extLst>
              </p:cNvPr>
              <p:cNvSpPr/>
              <p:nvPr/>
            </p:nvSpPr>
            <p:spPr>
              <a:xfrm rot="18900000">
                <a:off x="1279979" y="7674104"/>
                <a:ext cx="1908313" cy="1908313"/>
              </a:xfrm>
              <a:custGeom>
                <a:avLst/>
                <a:gdLst>
                  <a:gd name="connsiteX0" fmla="*/ 1903498 w 1908313"/>
                  <a:gd name="connsiteY0" fmla="*/ 457447 h 1908313"/>
                  <a:gd name="connsiteX1" fmla="*/ 1906509 w 1908313"/>
                  <a:gd name="connsiteY1" fmla="*/ 554327 h 1908313"/>
                  <a:gd name="connsiteX2" fmla="*/ 1908313 w 1908313"/>
                  <a:gd name="connsiteY2" fmla="*/ 554270 h 1908313"/>
                  <a:gd name="connsiteX3" fmla="*/ 1908313 w 1908313"/>
                  <a:gd name="connsiteY3" fmla="*/ 1709524 h 1908313"/>
                  <a:gd name="connsiteX4" fmla="*/ 1709524 w 1908313"/>
                  <a:gd name="connsiteY4" fmla="*/ 1908313 h 1908313"/>
                  <a:gd name="connsiteX5" fmla="*/ 198789 w 1908313"/>
                  <a:gd name="connsiteY5" fmla="*/ 1908313 h 1908313"/>
                  <a:gd name="connsiteX6" fmla="*/ 0 w 1908313"/>
                  <a:gd name="connsiteY6" fmla="*/ 1709524 h 1908313"/>
                  <a:gd name="connsiteX7" fmla="*/ 0 w 1908313"/>
                  <a:gd name="connsiteY7" fmla="*/ 198789 h 1908313"/>
                  <a:gd name="connsiteX8" fmla="*/ 198789 w 1908313"/>
                  <a:gd name="connsiteY8" fmla="*/ 0 h 1908313"/>
                  <a:gd name="connsiteX9" fmla="*/ 1331837 w 1908313"/>
                  <a:gd name="connsiteY9" fmla="*/ 0 h 1908313"/>
                  <a:gd name="connsiteX10" fmla="*/ 1345120 w 1908313"/>
                  <a:gd name="connsiteY10" fmla="*/ 427395 h 1908313"/>
                  <a:gd name="connsiteX11" fmla="*/ 531460 w 1908313"/>
                  <a:gd name="connsiteY11" fmla="*/ 427395 h 1908313"/>
                  <a:gd name="connsiteX12" fmla="*/ 421764 w 1908313"/>
                  <a:gd name="connsiteY12" fmla="*/ 537090 h 1908313"/>
                  <a:gd name="connsiteX13" fmla="*/ 421764 w 1908313"/>
                  <a:gd name="connsiteY13" fmla="*/ 1370738 h 1908313"/>
                  <a:gd name="connsiteX14" fmla="*/ 531459 w 1908313"/>
                  <a:gd name="connsiteY14" fmla="*/ 1480433 h 1908313"/>
                  <a:gd name="connsiteX15" fmla="*/ 1365107 w 1908313"/>
                  <a:gd name="connsiteY15" fmla="*/ 1480433 h 1908313"/>
                  <a:gd name="connsiteX16" fmla="*/ 1474802 w 1908313"/>
                  <a:gd name="connsiteY16" fmla="*/ 1370737 h 1908313"/>
                  <a:gd name="connsiteX17" fmla="*/ 1474802 w 1908313"/>
                  <a:gd name="connsiteY17" fmla="*/ 537090 h 1908313"/>
                  <a:gd name="connsiteX18" fmla="*/ 1469148 w 1908313"/>
                  <a:gd name="connsiteY18" fmla="*/ 509084 h 1908313"/>
                  <a:gd name="connsiteX19" fmla="*/ 1470096 w 1908313"/>
                  <a:gd name="connsiteY19" fmla="*/ 509055 h 1908313"/>
                  <a:gd name="connsiteX20" fmla="*/ 1464397 w 1908313"/>
                  <a:gd name="connsiteY20" fmla="*/ 325667 h 1908313"/>
                  <a:gd name="connsiteX21" fmla="*/ 1466490 w 1908313"/>
                  <a:gd name="connsiteY21" fmla="*/ 336034 h 1908313"/>
                  <a:gd name="connsiteX22" fmla="*/ 1649657 w 1908313"/>
                  <a:gd name="connsiteY22" fmla="*/ 457447 h 1908313"/>
                  <a:gd name="connsiteX23" fmla="*/ 1903498 w 1908313"/>
                  <a:gd name="connsiteY23" fmla="*/ 457447 h 1908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3">
                    <a:moveTo>
                      <a:pt x="1903498" y="457447"/>
                    </a:moveTo>
                    <a:lnTo>
                      <a:pt x="1906509" y="554327"/>
                    </a:lnTo>
                    <a:lnTo>
                      <a:pt x="1908313" y="554270"/>
                    </a:lnTo>
                    <a:lnTo>
                      <a:pt x="1908313" y="1709524"/>
                    </a:lnTo>
                    <a:cubicBezTo>
                      <a:pt x="1908312" y="1819312"/>
                      <a:pt x="1819312" y="1908312"/>
                      <a:pt x="1709524" y="1908313"/>
                    </a:cubicBezTo>
                    <a:lnTo>
                      <a:pt x="198789" y="1908313"/>
                    </a:lnTo>
                    <a:cubicBezTo>
                      <a:pt x="89001" y="1908313"/>
                      <a:pt x="-1" y="1819312"/>
                      <a:pt x="0" y="1709524"/>
                    </a:cubicBezTo>
                    <a:lnTo>
                      <a:pt x="0" y="198789"/>
                    </a:lnTo>
                    <a:cubicBezTo>
                      <a:pt x="0" y="89001"/>
                      <a:pt x="89001" y="0"/>
                      <a:pt x="198789" y="0"/>
                    </a:cubicBezTo>
                    <a:lnTo>
                      <a:pt x="1331837" y="0"/>
                    </a:lnTo>
                    <a:lnTo>
                      <a:pt x="1345120" y="427395"/>
                    </a:lnTo>
                    <a:lnTo>
                      <a:pt x="531460" y="427395"/>
                    </a:lnTo>
                    <a:cubicBezTo>
                      <a:pt x="470876" y="427395"/>
                      <a:pt x="421764" y="476507"/>
                      <a:pt x="421764" y="537090"/>
                    </a:cubicBezTo>
                    <a:lnTo>
                      <a:pt x="421764" y="1370738"/>
                    </a:lnTo>
                    <a:cubicBezTo>
                      <a:pt x="421765" y="1431321"/>
                      <a:pt x="470876" y="1480432"/>
                      <a:pt x="531459" y="1480433"/>
                    </a:cubicBezTo>
                    <a:lnTo>
                      <a:pt x="1365107" y="1480433"/>
                    </a:lnTo>
                    <a:cubicBezTo>
                      <a:pt x="1425690" y="1480433"/>
                      <a:pt x="1474802" y="1431321"/>
                      <a:pt x="1474802" y="1370737"/>
                    </a:cubicBezTo>
                    <a:lnTo>
                      <a:pt x="1474802" y="537090"/>
                    </a:lnTo>
                    <a:lnTo>
                      <a:pt x="1469148" y="509084"/>
                    </a:lnTo>
                    <a:lnTo>
                      <a:pt x="1470096" y="509055"/>
                    </a:lnTo>
                    <a:lnTo>
                      <a:pt x="1464397" y="325667"/>
                    </a:lnTo>
                    <a:lnTo>
                      <a:pt x="1466490" y="336034"/>
                    </a:lnTo>
                    <a:cubicBezTo>
                      <a:pt x="1496668" y="407383"/>
                      <a:pt x="1567316" y="457446"/>
                      <a:pt x="1649657" y="457447"/>
                    </a:cubicBezTo>
                    <a:lnTo>
                      <a:pt x="1903498" y="45744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Shape 69">
                <a:extLst>
                  <a:ext uri="{FF2B5EF4-FFF2-40B4-BE49-F238E27FC236}">
                    <a16:creationId xmlns:a16="http://schemas.microsoft.com/office/drawing/2014/main" id="{4C1787B0-E054-3BDA-9BEB-8D231F55676D}"/>
                  </a:ext>
                </a:extLst>
              </p:cNvPr>
              <p:cNvSpPr/>
              <p:nvPr/>
            </p:nvSpPr>
            <p:spPr>
              <a:xfrm rot="18805141">
                <a:off x="1930007" y="1404700"/>
                <a:ext cx="1098" cy="39787"/>
              </a:xfrm>
              <a:custGeom>
                <a:avLst/>
                <a:gdLst>
                  <a:gd name="connsiteX0" fmla="*/ 1098 w 1098"/>
                  <a:gd name="connsiteY0" fmla="*/ 0 h 39787"/>
                  <a:gd name="connsiteX1" fmla="*/ 499 w 1098"/>
                  <a:gd name="connsiteY1" fmla="*/ 39787 h 39787"/>
                  <a:gd name="connsiteX2" fmla="*/ 0 w 1098"/>
                  <a:gd name="connsiteY2" fmla="*/ 39773 h 39787"/>
                  <a:gd name="connsiteX3" fmla="*/ 1098 w 1098"/>
                  <a:gd name="connsiteY3" fmla="*/ 0 h 39787"/>
                </a:gdLst>
                <a:ahLst/>
                <a:cxnLst>
                  <a:cxn ang="0">
                    <a:pos x="connsiteX0" y="connsiteY0"/>
                  </a:cxn>
                  <a:cxn ang="0">
                    <a:pos x="connsiteX1" y="connsiteY1"/>
                  </a:cxn>
                  <a:cxn ang="0">
                    <a:pos x="connsiteX2" y="connsiteY2"/>
                  </a:cxn>
                  <a:cxn ang="0">
                    <a:pos x="connsiteX3" y="connsiteY3"/>
                  </a:cxn>
                </a:cxnLst>
                <a:rect l="l" t="t" r="r" b="b"/>
                <a:pathLst>
                  <a:path w="1098" h="39787">
                    <a:moveTo>
                      <a:pt x="1098" y="0"/>
                    </a:moveTo>
                    <a:lnTo>
                      <a:pt x="499" y="39787"/>
                    </a:lnTo>
                    <a:lnTo>
                      <a:pt x="0" y="39773"/>
                    </a:lnTo>
                    <a:lnTo>
                      <a:pt x="1098"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9" name="Freeform: Shape 68">
                <a:extLst>
                  <a:ext uri="{FF2B5EF4-FFF2-40B4-BE49-F238E27FC236}">
                    <a16:creationId xmlns:a16="http://schemas.microsoft.com/office/drawing/2014/main" id="{7CC28887-C443-F074-6B5C-8B48307EFF1D}"/>
                  </a:ext>
                </a:extLst>
              </p:cNvPr>
              <p:cNvSpPr/>
              <p:nvPr/>
            </p:nvSpPr>
            <p:spPr>
              <a:xfrm rot="18805141">
                <a:off x="2604346" y="1419307"/>
                <a:ext cx="3174" cy="115067"/>
              </a:xfrm>
              <a:custGeom>
                <a:avLst/>
                <a:gdLst>
                  <a:gd name="connsiteX0" fmla="*/ 3174 w 3174"/>
                  <a:gd name="connsiteY0" fmla="*/ 87 h 115067"/>
                  <a:gd name="connsiteX1" fmla="*/ 0 w 3174"/>
                  <a:gd name="connsiteY1" fmla="*/ 115067 h 115067"/>
                  <a:gd name="connsiteX2" fmla="*/ 0 w 3174"/>
                  <a:gd name="connsiteY2" fmla="*/ 0 h 115067"/>
                  <a:gd name="connsiteX3" fmla="*/ 3174 w 3174"/>
                  <a:gd name="connsiteY3" fmla="*/ 87 h 115067"/>
                </a:gdLst>
                <a:ahLst/>
                <a:cxnLst>
                  <a:cxn ang="0">
                    <a:pos x="connsiteX0" y="connsiteY0"/>
                  </a:cxn>
                  <a:cxn ang="0">
                    <a:pos x="connsiteX1" y="connsiteY1"/>
                  </a:cxn>
                  <a:cxn ang="0">
                    <a:pos x="connsiteX2" y="connsiteY2"/>
                  </a:cxn>
                  <a:cxn ang="0">
                    <a:pos x="connsiteX3" y="connsiteY3"/>
                  </a:cxn>
                </a:cxnLst>
                <a:rect l="l" t="t" r="r" b="b"/>
                <a:pathLst>
                  <a:path w="3174" h="115067">
                    <a:moveTo>
                      <a:pt x="3174" y="87"/>
                    </a:moveTo>
                    <a:lnTo>
                      <a:pt x="0" y="115067"/>
                    </a:lnTo>
                    <a:lnTo>
                      <a:pt x="0" y="0"/>
                    </a:lnTo>
                    <a:lnTo>
                      <a:pt x="3174" y="87"/>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4" name="Freeform: Shape 63">
                <a:extLst>
                  <a:ext uri="{FF2B5EF4-FFF2-40B4-BE49-F238E27FC236}">
                    <a16:creationId xmlns:a16="http://schemas.microsoft.com/office/drawing/2014/main" id="{00398F00-AA80-D48B-2C26-0F2DA56526D3}"/>
                  </a:ext>
                </a:extLst>
              </p:cNvPr>
              <p:cNvSpPr/>
              <p:nvPr/>
            </p:nvSpPr>
            <p:spPr>
              <a:xfrm rot="18805141">
                <a:off x="2454629" y="1186489"/>
                <a:ext cx="9750" cy="294524"/>
              </a:xfrm>
              <a:custGeom>
                <a:avLst/>
                <a:gdLst>
                  <a:gd name="connsiteX0" fmla="*/ 0 w 9750"/>
                  <a:gd name="connsiteY0" fmla="*/ 0 h 294524"/>
                  <a:gd name="connsiteX1" fmla="*/ 9750 w 9750"/>
                  <a:gd name="connsiteY1" fmla="*/ 56251 h 294524"/>
                  <a:gd name="connsiteX2" fmla="*/ 3174 w 9750"/>
                  <a:gd name="connsiteY2" fmla="*/ 294524 h 294524"/>
                  <a:gd name="connsiteX3" fmla="*/ 0 w 9750"/>
                  <a:gd name="connsiteY3" fmla="*/ 294437 h 294524"/>
                  <a:gd name="connsiteX4" fmla="*/ 0 w 9750"/>
                  <a:gd name="connsiteY4" fmla="*/ 0 h 29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0" h="294524">
                    <a:moveTo>
                      <a:pt x="0" y="0"/>
                    </a:moveTo>
                    <a:lnTo>
                      <a:pt x="9750" y="56251"/>
                    </a:lnTo>
                    <a:lnTo>
                      <a:pt x="3174" y="294524"/>
                    </a:lnTo>
                    <a:lnTo>
                      <a:pt x="0" y="294437"/>
                    </a:lnTo>
                    <a:lnTo>
                      <a:pt x="0"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Freeform: Shape 60">
                <a:extLst>
                  <a:ext uri="{FF2B5EF4-FFF2-40B4-BE49-F238E27FC236}">
                    <a16:creationId xmlns:a16="http://schemas.microsoft.com/office/drawing/2014/main" id="{E188416E-9C17-83EE-8763-64CA4A8E24AC}"/>
                  </a:ext>
                </a:extLst>
              </p:cNvPr>
              <p:cNvSpPr/>
              <p:nvPr/>
            </p:nvSpPr>
            <p:spPr>
              <a:xfrm rot="18805141">
                <a:off x="2032248" y="1400720"/>
                <a:ext cx="7075" cy="256777"/>
              </a:xfrm>
              <a:custGeom>
                <a:avLst/>
                <a:gdLst>
                  <a:gd name="connsiteX0" fmla="*/ 7075 w 7075"/>
                  <a:gd name="connsiteY0" fmla="*/ 14 h 256777"/>
                  <a:gd name="connsiteX1" fmla="*/ 3207 w 7075"/>
                  <a:gd name="connsiteY1" fmla="*/ 256777 h 256777"/>
                  <a:gd name="connsiteX2" fmla="*/ 0 w 7075"/>
                  <a:gd name="connsiteY2" fmla="*/ 238273 h 256777"/>
                  <a:gd name="connsiteX3" fmla="*/ 6576 w 7075"/>
                  <a:gd name="connsiteY3" fmla="*/ 0 h 256777"/>
                  <a:gd name="connsiteX4" fmla="*/ 7075 w 7075"/>
                  <a:gd name="connsiteY4" fmla="*/ 14 h 256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 h="256777">
                    <a:moveTo>
                      <a:pt x="7075" y="14"/>
                    </a:moveTo>
                    <a:lnTo>
                      <a:pt x="3207" y="256777"/>
                    </a:lnTo>
                    <a:lnTo>
                      <a:pt x="0" y="238273"/>
                    </a:lnTo>
                    <a:lnTo>
                      <a:pt x="6576" y="0"/>
                    </a:lnTo>
                    <a:lnTo>
                      <a:pt x="7075" y="14"/>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94" name="Group 93">
                <a:extLst>
                  <a:ext uri="{FF2B5EF4-FFF2-40B4-BE49-F238E27FC236}">
                    <a16:creationId xmlns:a16="http://schemas.microsoft.com/office/drawing/2014/main" id="{4FE85F4D-81F4-B4C1-939A-DB7E95FCFB66}"/>
                  </a:ext>
                </a:extLst>
              </p:cNvPr>
              <p:cNvGrpSpPr/>
              <p:nvPr/>
            </p:nvGrpSpPr>
            <p:grpSpPr>
              <a:xfrm>
                <a:off x="1129831" y="-362379"/>
                <a:ext cx="2252938" cy="3596105"/>
                <a:chOff x="1129831" y="-362379"/>
                <a:chExt cx="2252938" cy="3596105"/>
              </a:xfrm>
            </p:grpSpPr>
            <p:sp>
              <p:nvSpPr>
                <p:cNvPr id="71" name="Freeform: Shape 70">
                  <a:extLst>
                    <a:ext uri="{FF2B5EF4-FFF2-40B4-BE49-F238E27FC236}">
                      <a16:creationId xmlns:a16="http://schemas.microsoft.com/office/drawing/2014/main" id="{8CDDA320-51E1-AC1F-6F01-5C81BA6FD1D7}"/>
                    </a:ext>
                  </a:extLst>
                </p:cNvPr>
                <p:cNvSpPr/>
                <p:nvPr/>
              </p:nvSpPr>
              <p:spPr>
                <a:xfrm rot="18805141">
                  <a:off x="2036107" y="1028973"/>
                  <a:ext cx="428587" cy="817294"/>
                </a:xfrm>
                <a:custGeom>
                  <a:avLst/>
                  <a:gdLst>
                    <a:gd name="connsiteX0" fmla="*/ 384013 w 428587"/>
                    <a:gd name="connsiteY0" fmla="*/ 68739 h 449042"/>
                    <a:gd name="connsiteX1" fmla="*/ 424856 w 428587"/>
                    <a:gd name="connsiteY1" fmla="*/ 133077 h 449042"/>
                    <a:gd name="connsiteX2" fmla="*/ 428587 w 428587"/>
                    <a:gd name="connsiteY2" fmla="*/ 154605 h 449042"/>
                    <a:gd name="connsiteX3" fmla="*/ 428587 w 428587"/>
                    <a:gd name="connsiteY3" fmla="*/ 449042 h 449042"/>
                    <a:gd name="connsiteX4" fmla="*/ 190021 w 428587"/>
                    <a:gd name="connsiteY4" fmla="*/ 442457 h 449042"/>
                    <a:gd name="connsiteX5" fmla="*/ 10273 w 428587"/>
                    <a:gd name="connsiteY5" fmla="*/ 316038 h 449042"/>
                    <a:gd name="connsiteX6" fmla="*/ 0 w 428587"/>
                    <a:gd name="connsiteY6" fmla="*/ 256763 h 449042"/>
                    <a:gd name="connsiteX7" fmla="*/ 3868 w 428587"/>
                    <a:gd name="connsiteY7" fmla="*/ 0 h 449042"/>
                    <a:gd name="connsiteX8" fmla="*/ 245108 w 428587"/>
                    <a:gd name="connsiteY8" fmla="*/ 6658 h 449042"/>
                    <a:gd name="connsiteX9" fmla="*/ 384013 w 428587"/>
                    <a:gd name="connsiteY9" fmla="*/ 68739 h 449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8587" h="449042">
                      <a:moveTo>
                        <a:pt x="384013" y="68739"/>
                      </a:moveTo>
                      <a:cubicBezTo>
                        <a:pt x="401497" y="87215"/>
                        <a:pt x="415456" y="109026"/>
                        <a:pt x="424856" y="133077"/>
                      </a:cubicBezTo>
                      <a:lnTo>
                        <a:pt x="428587" y="154605"/>
                      </a:lnTo>
                      <a:lnTo>
                        <a:pt x="428587" y="449042"/>
                      </a:lnTo>
                      <a:lnTo>
                        <a:pt x="190021" y="442457"/>
                      </a:lnTo>
                      <a:cubicBezTo>
                        <a:pt x="107712" y="440185"/>
                        <a:pt x="38471" y="388191"/>
                        <a:pt x="10273" y="316038"/>
                      </a:cubicBezTo>
                      <a:lnTo>
                        <a:pt x="0" y="256763"/>
                      </a:lnTo>
                      <a:lnTo>
                        <a:pt x="3868" y="0"/>
                      </a:lnTo>
                      <a:lnTo>
                        <a:pt x="245108" y="6658"/>
                      </a:lnTo>
                      <a:cubicBezTo>
                        <a:pt x="299981" y="8172"/>
                        <a:pt x="349045" y="31786"/>
                        <a:pt x="384013" y="68739"/>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Shape 66">
                  <a:extLst>
                    <a:ext uri="{FF2B5EF4-FFF2-40B4-BE49-F238E27FC236}">
                      <a16:creationId xmlns:a16="http://schemas.microsoft.com/office/drawing/2014/main" id="{BDAD46A1-28B2-4CEE-A5DF-AABAA9C7BE9B}"/>
                    </a:ext>
                  </a:extLst>
                </p:cNvPr>
                <p:cNvSpPr/>
                <p:nvPr/>
              </p:nvSpPr>
              <p:spPr>
                <a:xfrm rot="18805141">
                  <a:off x="1914076" y="-484903"/>
                  <a:ext cx="1343836" cy="1588884"/>
                </a:xfrm>
                <a:custGeom>
                  <a:avLst/>
                  <a:gdLst>
                    <a:gd name="connsiteX0" fmla="*/ 1341694 w 1343836"/>
                    <a:gd name="connsiteY0" fmla="*/ 143844 h 1588884"/>
                    <a:gd name="connsiteX1" fmla="*/ 1342031 w 1343836"/>
                    <a:gd name="connsiteY1" fmla="*/ 240770 h 1588884"/>
                    <a:gd name="connsiteX2" fmla="*/ 1343836 w 1343836"/>
                    <a:gd name="connsiteY2" fmla="*/ 240763 h 1588884"/>
                    <a:gd name="connsiteX3" fmla="*/ 1311963 w 1343836"/>
                    <a:gd name="connsiteY3" fmla="*/ 1395578 h 1588884"/>
                    <a:gd name="connsiteX4" fmla="*/ 1107764 w 1343836"/>
                    <a:gd name="connsiteY4" fmla="*/ 1588807 h 1588884"/>
                    <a:gd name="connsiteX5" fmla="*/ 0 w 1343836"/>
                    <a:gd name="connsiteY5" fmla="*/ 1558232 h 1588884"/>
                    <a:gd name="connsiteX6" fmla="*/ 0 w 1343836"/>
                    <a:gd name="connsiteY6" fmla="*/ 1130189 h 1588884"/>
                    <a:gd name="connsiteX7" fmla="*/ 775284 w 1343836"/>
                    <a:gd name="connsiteY7" fmla="*/ 1151586 h 1588884"/>
                    <a:gd name="connsiteX8" fmla="*/ 887963 w 1343836"/>
                    <a:gd name="connsiteY8" fmla="*/ 1044958 h 1588884"/>
                    <a:gd name="connsiteX9" fmla="*/ 910964 w 1343836"/>
                    <a:gd name="connsiteY9" fmla="*/ 211629 h 1588884"/>
                    <a:gd name="connsiteX10" fmla="*/ 906084 w 1343836"/>
                    <a:gd name="connsiteY10" fmla="*/ 183478 h 1588884"/>
                    <a:gd name="connsiteX11" fmla="*/ 907033 w 1343836"/>
                    <a:gd name="connsiteY11" fmla="*/ 183476 h 1588884"/>
                    <a:gd name="connsiteX12" fmla="*/ 906396 w 1343836"/>
                    <a:gd name="connsiteY12" fmla="*/ 0 h 1588884"/>
                    <a:gd name="connsiteX13" fmla="*/ 908203 w 1343836"/>
                    <a:gd name="connsiteY13" fmla="*/ 10421 h 1588884"/>
                    <a:gd name="connsiteX14" fmla="*/ 1087949 w 1343836"/>
                    <a:gd name="connsiteY14" fmla="*/ 136841 h 1588884"/>
                    <a:gd name="connsiteX15" fmla="*/ 1341694 w 1343836"/>
                    <a:gd name="connsiteY15" fmla="*/ 143844 h 158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3836" h="1588884">
                      <a:moveTo>
                        <a:pt x="1341694" y="143844"/>
                      </a:moveTo>
                      <a:lnTo>
                        <a:pt x="1342031" y="240770"/>
                      </a:lnTo>
                      <a:lnTo>
                        <a:pt x="1343836" y="240763"/>
                      </a:lnTo>
                      <a:lnTo>
                        <a:pt x="1311963" y="1395578"/>
                      </a:lnTo>
                      <a:cubicBezTo>
                        <a:pt x="1308932" y="1505324"/>
                        <a:pt x="1217511" y="1591835"/>
                        <a:pt x="1107764" y="1588807"/>
                      </a:cubicBezTo>
                      <a:lnTo>
                        <a:pt x="0" y="1558232"/>
                      </a:lnTo>
                      <a:lnTo>
                        <a:pt x="0" y="1130189"/>
                      </a:lnTo>
                      <a:lnTo>
                        <a:pt x="775284" y="1151586"/>
                      </a:lnTo>
                      <a:cubicBezTo>
                        <a:pt x="835843" y="1153259"/>
                        <a:pt x="886292" y="1105520"/>
                        <a:pt x="887963" y="1044958"/>
                      </a:cubicBezTo>
                      <a:lnTo>
                        <a:pt x="910964" y="211629"/>
                      </a:lnTo>
                      <a:lnTo>
                        <a:pt x="906084" y="183478"/>
                      </a:lnTo>
                      <a:lnTo>
                        <a:pt x="907033" y="183476"/>
                      </a:lnTo>
                      <a:lnTo>
                        <a:pt x="906396" y="0"/>
                      </a:lnTo>
                      <a:lnTo>
                        <a:pt x="908203" y="10421"/>
                      </a:lnTo>
                      <a:cubicBezTo>
                        <a:pt x="936400" y="82575"/>
                        <a:pt x="1005640" y="134569"/>
                        <a:pt x="1087949" y="136841"/>
                      </a:cubicBezTo>
                      <a:lnTo>
                        <a:pt x="1341694" y="143844"/>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6" name="Freeform: Shape 65">
                  <a:extLst>
                    <a:ext uri="{FF2B5EF4-FFF2-40B4-BE49-F238E27FC236}">
                      <a16:creationId xmlns:a16="http://schemas.microsoft.com/office/drawing/2014/main" id="{7BAC0501-A2D4-3729-1A8A-16D8625B5BF7}"/>
                    </a:ext>
                  </a:extLst>
                </p:cNvPr>
                <p:cNvSpPr/>
                <p:nvPr/>
              </p:nvSpPr>
              <p:spPr>
                <a:xfrm rot="18805141">
                  <a:off x="1254361" y="-320613"/>
                  <a:ext cx="1372906" cy="1619812"/>
                </a:xfrm>
                <a:custGeom>
                  <a:avLst/>
                  <a:gdLst>
                    <a:gd name="connsiteX0" fmla="*/ 1371420 w 1372906"/>
                    <a:gd name="connsiteY0" fmla="*/ 31337 h 1619812"/>
                    <a:gd name="connsiteX1" fmla="*/ 1372906 w 1372906"/>
                    <a:gd name="connsiteY1" fmla="*/ 458936 h 1619812"/>
                    <a:gd name="connsiteX2" fmla="*/ 559556 w 1372906"/>
                    <a:gd name="connsiteY2" fmla="*/ 436487 h 1619812"/>
                    <a:gd name="connsiteX3" fmla="*/ 446876 w 1372906"/>
                    <a:gd name="connsiteY3" fmla="*/ 543114 h 1619812"/>
                    <a:gd name="connsiteX4" fmla="*/ 423875 w 1372906"/>
                    <a:gd name="connsiteY4" fmla="*/ 1376445 h 1619812"/>
                    <a:gd name="connsiteX5" fmla="*/ 424719 w 1372906"/>
                    <a:gd name="connsiteY5" fmla="*/ 1381316 h 1619812"/>
                    <a:gd name="connsiteX6" fmla="*/ 424719 w 1372906"/>
                    <a:gd name="connsiteY6" fmla="*/ 1619812 h 1619812"/>
                    <a:gd name="connsiteX7" fmla="*/ 420988 w 1372906"/>
                    <a:gd name="connsiteY7" fmla="*/ 1598284 h 1619812"/>
                    <a:gd name="connsiteX8" fmla="*/ 380145 w 1372906"/>
                    <a:gd name="connsiteY8" fmla="*/ 1533946 h 1619812"/>
                    <a:gd name="connsiteX9" fmla="*/ 241240 w 1372906"/>
                    <a:gd name="connsiteY9" fmla="*/ 1471865 h 1619812"/>
                    <a:gd name="connsiteX10" fmla="*/ 0 w 1372906"/>
                    <a:gd name="connsiteY10" fmla="*/ 1465207 h 1619812"/>
                    <a:gd name="connsiteX11" fmla="*/ 599 w 1372906"/>
                    <a:gd name="connsiteY11" fmla="*/ 1425420 h 1619812"/>
                    <a:gd name="connsiteX12" fmla="*/ 34606 w 1372906"/>
                    <a:gd name="connsiteY12" fmla="*/ 193306 h 1619812"/>
                    <a:gd name="connsiteX13" fmla="*/ 238804 w 1372906"/>
                    <a:gd name="connsiteY13" fmla="*/ 77 h 1619812"/>
                    <a:gd name="connsiteX14" fmla="*/ 1371420 w 1372906"/>
                    <a:gd name="connsiteY14" fmla="*/ 31337 h 1619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2906" h="1619812">
                      <a:moveTo>
                        <a:pt x="1371420" y="31337"/>
                      </a:moveTo>
                      <a:lnTo>
                        <a:pt x="1372906" y="458936"/>
                      </a:lnTo>
                      <a:lnTo>
                        <a:pt x="559556" y="436487"/>
                      </a:lnTo>
                      <a:cubicBezTo>
                        <a:pt x="498995" y="434816"/>
                        <a:pt x="448547" y="482554"/>
                        <a:pt x="446876" y="543114"/>
                      </a:cubicBezTo>
                      <a:lnTo>
                        <a:pt x="423875" y="1376445"/>
                      </a:lnTo>
                      <a:lnTo>
                        <a:pt x="424719" y="1381316"/>
                      </a:lnTo>
                      <a:lnTo>
                        <a:pt x="424719" y="1619812"/>
                      </a:lnTo>
                      <a:lnTo>
                        <a:pt x="420988" y="1598284"/>
                      </a:lnTo>
                      <a:cubicBezTo>
                        <a:pt x="411588" y="1574233"/>
                        <a:pt x="397629" y="1552422"/>
                        <a:pt x="380145" y="1533946"/>
                      </a:cubicBezTo>
                      <a:cubicBezTo>
                        <a:pt x="345177" y="1496993"/>
                        <a:pt x="296113" y="1473379"/>
                        <a:pt x="241240" y="1471865"/>
                      </a:cubicBezTo>
                      <a:lnTo>
                        <a:pt x="0" y="1465207"/>
                      </a:lnTo>
                      <a:lnTo>
                        <a:pt x="599" y="1425420"/>
                      </a:lnTo>
                      <a:lnTo>
                        <a:pt x="34606" y="193306"/>
                      </a:lnTo>
                      <a:cubicBezTo>
                        <a:pt x="37635" y="83560"/>
                        <a:pt x="129058" y="-2952"/>
                        <a:pt x="238804" y="77"/>
                      </a:cubicBezTo>
                      <a:lnTo>
                        <a:pt x="1371420" y="3133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Shape 59">
                  <a:extLst>
                    <a:ext uri="{FF2B5EF4-FFF2-40B4-BE49-F238E27FC236}">
                      <a16:creationId xmlns:a16="http://schemas.microsoft.com/office/drawing/2014/main" id="{F0834117-7675-E3E7-8040-34D0256A7421}"/>
                    </a:ext>
                  </a:extLst>
                </p:cNvPr>
                <p:cNvSpPr/>
                <p:nvPr/>
              </p:nvSpPr>
              <p:spPr>
                <a:xfrm rot="18805141">
                  <a:off x="1868169" y="1545298"/>
                  <a:ext cx="1371640" cy="1657560"/>
                </a:xfrm>
                <a:custGeom>
                  <a:avLst/>
                  <a:gdLst>
                    <a:gd name="connsiteX0" fmla="*/ 1371640 w 1371640"/>
                    <a:gd name="connsiteY0" fmla="*/ 192279 h 1657560"/>
                    <a:gd name="connsiteX1" fmla="*/ 1371640 w 1371640"/>
                    <a:gd name="connsiteY1" fmla="*/ 307346 h 1657560"/>
                    <a:gd name="connsiteX2" fmla="*/ 1339709 w 1371640"/>
                    <a:gd name="connsiteY2" fmla="*/ 1464253 h 1657560"/>
                    <a:gd name="connsiteX3" fmla="*/ 1135510 w 1371640"/>
                    <a:gd name="connsiteY3" fmla="*/ 1657483 h 1657560"/>
                    <a:gd name="connsiteX4" fmla="*/ 1488 w 1371640"/>
                    <a:gd name="connsiteY4" fmla="*/ 1626182 h 1657560"/>
                    <a:gd name="connsiteX5" fmla="*/ 0 w 1371640"/>
                    <a:gd name="connsiteY5" fmla="*/ 1198098 h 1657560"/>
                    <a:gd name="connsiteX6" fmla="*/ 803030 w 1371640"/>
                    <a:gd name="connsiteY6" fmla="*/ 1220262 h 1657560"/>
                    <a:gd name="connsiteX7" fmla="*/ 915710 w 1371640"/>
                    <a:gd name="connsiteY7" fmla="*/ 1113635 h 1657560"/>
                    <a:gd name="connsiteX8" fmla="*/ 937938 w 1371640"/>
                    <a:gd name="connsiteY8" fmla="*/ 308312 h 1657560"/>
                    <a:gd name="connsiteX9" fmla="*/ 938408 w 1371640"/>
                    <a:gd name="connsiteY9" fmla="*/ 308319 h 1657560"/>
                    <a:gd name="connsiteX10" fmla="*/ 943053 w 1371640"/>
                    <a:gd name="connsiteY10" fmla="*/ 0 h 1657560"/>
                    <a:gd name="connsiteX11" fmla="*/ 953326 w 1371640"/>
                    <a:gd name="connsiteY11" fmla="*/ 59275 h 1657560"/>
                    <a:gd name="connsiteX12" fmla="*/ 1133074 w 1371640"/>
                    <a:gd name="connsiteY12" fmla="*/ 185694 h 1657560"/>
                    <a:gd name="connsiteX13" fmla="*/ 1371640 w 1371640"/>
                    <a:gd name="connsiteY13" fmla="*/ 192279 h 1657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1640" h="1657560">
                      <a:moveTo>
                        <a:pt x="1371640" y="192279"/>
                      </a:moveTo>
                      <a:lnTo>
                        <a:pt x="1371640" y="307346"/>
                      </a:lnTo>
                      <a:lnTo>
                        <a:pt x="1339709" y="1464253"/>
                      </a:lnTo>
                      <a:cubicBezTo>
                        <a:pt x="1336679" y="1573999"/>
                        <a:pt x="1245257" y="1660510"/>
                        <a:pt x="1135510" y="1657483"/>
                      </a:cubicBezTo>
                      <a:lnTo>
                        <a:pt x="1488" y="1626182"/>
                      </a:lnTo>
                      <a:lnTo>
                        <a:pt x="0" y="1198098"/>
                      </a:lnTo>
                      <a:lnTo>
                        <a:pt x="803030" y="1220262"/>
                      </a:lnTo>
                      <a:cubicBezTo>
                        <a:pt x="863590" y="1221933"/>
                        <a:pt x="914038" y="1174194"/>
                        <a:pt x="915710" y="1113635"/>
                      </a:cubicBezTo>
                      <a:lnTo>
                        <a:pt x="937938" y="308312"/>
                      </a:lnTo>
                      <a:lnTo>
                        <a:pt x="938408" y="308319"/>
                      </a:lnTo>
                      <a:lnTo>
                        <a:pt x="943053" y="0"/>
                      </a:lnTo>
                      <a:lnTo>
                        <a:pt x="953326" y="59275"/>
                      </a:lnTo>
                      <a:cubicBezTo>
                        <a:pt x="981524" y="131428"/>
                        <a:pt x="1050765" y="183422"/>
                        <a:pt x="1133074" y="185694"/>
                      </a:cubicBezTo>
                      <a:lnTo>
                        <a:pt x="1371640" y="192279"/>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4F72EA16-B1AF-A386-3920-7B1ED746F154}"/>
                    </a:ext>
                  </a:extLst>
                </p:cNvPr>
                <p:cNvSpPr/>
                <p:nvPr/>
              </p:nvSpPr>
              <p:spPr>
                <a:xfrm rot="18805141">
                  <a:off x="1249702" y="1772998"/>
                  <a:ext cx="1340857" cy="1580599"/>
                </a:xfrm>
                <a:custGeom>
                  <a:avLst/>
                  <a:gdLst>
                    <a:gd name="connsiteX0" fmla="*/ 1340857 w 1340857"/>
                    <a:gd name="connsiteY0" fmla="*/ 30581 h 1580599"/>
                    <a:gd name="connsiteX1" fmla="*/ 1334419 w 1340857"/>
                    <a:gd name="connsiteY1" fmla="*/ 457960 h 1580599"/>
                    <a:gd name="connsiteX2" fmla="*/ 556470 w 1340857"/>
                    <a:gd name="connsiteY2" fmla="*/ 436488 h 1580599"/>
                    <a:gd name="connsiteX3" fmla="*/ 443789 w 1340857"/>
                    <a:gd name="connsiteY3" fmla="*/ 543115 h 1580599"/>
                    <a:gd name="connsiteX4" fmla="*/ 420790 w 1340857"/>
                    <a:gd name="connsiteY4" fmla="*/ 1376446 h 1580599"/>
                    <a:gd name="connsiteX5" fmla="*/ 428230 w 1340857"/>
                    <a:gd name="connsiteY5" fmla="*/ 1419366 h 1580599"/>
                    <a:gd name="connsiteX6" fmla="*/ 435129 w 1340857"/>
                    <a:gd name="connsiteY6" fmla="*/ 1430234 h 1580599"/>
                    <a:gd name="connsiteX7" fmla="*/ 435651 w 1340857"/>
                    <a:gd name="connsiteY7" fmla="*/ 1580599 h 1580599"/>
                    <a:gd name="connsiteX8" fmla="*/ 435281 w 1340857"/>
                    <a:gd name="connsiteY8" fmla="*/ 1578463 h 1580599"/>
                    <a:gd name="connsiteX9" fmla="*/ 255534 w 1340857"/>
                    <a:gd name="connsiteY9" fmla="*/ 1452044 h 1580599"/>
                    <a:gd name="connsiteX10" fmla="*/ 382 w 1340857"/>
                    <a:gd name="connsiteY10" fmla="*/ 1445002 h 1580599"/>
                    <a:gd name="connsiteX11" fmla="*/ 0 w 1340857"/>
                    <a:gd name="connsiteY11" fmla="*/ 1335307 h 1580599"/>
                    <a:gd name="connsiteX12" fmla="*/ 31520 w 1340857"/>
                    <a:gd name="connsiteY12" fmla="*/ 193308 h 1580599"/>
                    <a:gd name="connsiteX13" fmla="*/ 235718 w 1340857"/>
                    <a:gd name="connsiteY13" fmla="*/ 78 h 1580599"/>
                    <a:gd name="connsiteX14" fmla="*/ 1340857 w 1340857"/>
                    <a:gd name="connsiteY14" fmla="*/ 30581 h 158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0857" h="1580599">
                      <a:moveTo>
                        <a:pt x="1340857" y="30581"/>
                      </a:moveTo>
                      <a:lnTo>
                        <a:pt x="1334419" y="457960"/>
                      </a:lnTo>
                      <a:lnTo>
                        <a:pt x="556470" y="436488"/>
                      </a:lnTo>
                      <a:cubicBezTo>
                        <a:pt x="495910" y="434817"/>
                        <a:pt x="445462" y="482555"/>
                        <a:pt x="443789" y="543115"/>
                      </a:cubicBezTo>
                      <a:lnTo>
                        <a:pt x="420790" y="1376446"/>
                      </a:lnTo>
                      <a:cubicBezTo>
                        <a:pt x="420371" y="1391586"/>
                        <a:pt x="423042" y="1406094"/>
                        <a:pt x="428230" y="1419366"/>
                      </a:cubicBezTo>
                      <a:lnTo>
                        <a:pt x="435129" y="1430234"/>
                      </a:lnTo>
                      <a:lnTo>
                        <a:pt x="435651" y="1580599"/>
                      </a:lnTo>
                      <a:lnTo>
                        <a:pt x="435281" y="1578463"/>
                      </a:lnTo>
                      <a:cubicBezTo>
                        <a:pt x="407082" y="1506309"/>
                        <a:pt x="337843" y="1454315"/>
                        <a:pt x="255534" y="1452044"/>
                      </a:cubicBezTo>
                      <a:lnTo>
                        <a:pt x="382" y="1445002"/>
                      </a:lnTo>
                      <a:lnTo>
                        <a:pt x="0" y="1335307"/>
                      </a:lnTo>
                      <a:lnTo>
                        <a:pt x="31520" y="193308"/>
                      </a:lnTo>
                      <a:cubicBezTo>
                        <a:pt x="34549" y="83560"/>
                        <a:pt x="125971" y="-2951"/>
                        <a:pt x="235718" y="78"/>
                      </a:cubicBezTo>
                      <a:lnTo>
                        <a:pt x="1340857" y="3058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97" name="Rectangle: Rounded Corners 96">
              <a:extLst>
                <a:ext uri="{FF2B5EF4-FFF2-40B4-BE49-F238E27FC236}">
                  <a16:creationId xmlns:a16="http://schemas.microsoft.com/office/drawing/2014/main" id="{75AE0126-57E8-CD06-0346-6958FE85BA69}"/>
                </a:ext>
              </a:extLst>
            </p:cNvPr>
            <p:cNvSpPr/>
            <p:nvPr/>
          </p:nvSpPr>
          <p:spPr>
            <a:xfrm rot="2783698">
              <a:off x="2458262" y="1127903"/>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Rounded Corners 97">
              <a:extLst>
                <a:ext uri="{FF2B5EF4-FFF2-40B4-BE49-F238E27FC236}">
                  <a16:creationId xmlns:a16="http://schemas.microsoft.com/office/drawing/2014/main" id="{4080DF4E-73ED-7C43-58B6-4C263705C39D}"/>
                </a:ext>
              </a:extLst>
            </p:cNvPr>
            <p:cNvSpPr/>
            <p:nvPr/>
          </p:nvSpPr>
          <p:spPr>
            <a:xfrm rot="2783698">
              <a:off x="2458261" y="3175759"/>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Rounded Corners 99">
              <a:extLst>
                <a:ext uri="{FF2B5EF4-FFF2-40B4-BE49-F238E27FC236}">
                  <a16:creationId xmlns:a16="http://schemas.microsoft.com/office/drawing/2014/main" id="{B0C33D2B-4FB5-5694-ABC4-7793CAB49C07}"/>
                </a:ext>
              </a:extLst>
            </p:cNvPr>
            <p:cNvSpPr/>
            <p:nvPr/>
          </p:nvSpPr>
          <p:spPr>
            <a:xfrm rot="2783698">
              <a:off x="2439446" y="5223615"/>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Rounded Corners 106">
              <a:extLst>
                <a:ext uri="{FF2B5EF4-FFF2-40B4-BE49-F238E27FC236}">
                  <a16:creationId xmlns:a16="http://schemas.microsoft.com/office/drawing/2014/main" id="{9DE90014-DF7F-A65E-A1DA-2F4FE0602706}"/>
                </a:ext>
              </a:extLst>
            </p:cNvPr>
            <p:cNvSpPr/>
            <p:nvPr/>
          </p:nvSpPr>
          <p:spPr>
            <a:xfrm rot="2783698">
              <a:off x="2497495" y="7271470"/>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Rounded Corners 107">
              <a:extLst>
                <a:ext uri="{FF2B5EF4-FFF2-40B4-BE49-F238E27FC236}">
                  <a16:creationId xmlns:a16="http://schemas.microsoft.com/office/drawing/2014/main" id="{2D3A081F-50CA-11D6-1867-DDFCE794F8F4}"/>
                </a:ext>
              </a:extLst>
            </p:cNvPr>
            <p:cNvSpPr/>
            <p:nvPr/>
          </p:nvSpPr>
          <p:spPr>
            <a:xfrm rot="2783698">
              <a:off x="2497494" y="9319326"/>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099F61C6-96A2-86D9-90D3-150AE456AA05}"/>
              </a:ext>
            </a:extLst>
          </p:cNvPr>
          <p:cNvSpPr txBox="1"/>
          <p:nvPr/>
        </p:nvSpPr>
        <p:spPr>
          <a:xfrm>
            <a:off x="5605954" y="-5984723"/>
            <a:ext cx="3451247" cy="5182252"/>
          </a:xfrm>
          <a:prstGeom prst="rect">
            <a:avLst/>
          </a:prstGeom>
          <a:noFill/>
        </p:spPr>
        <p:txBody>
          <a:bodyPr wrap="square" rtlCol="0">
            <a:spAutoFit/>
          </a:bodyPr>
          <a:lstStyle/>
          <a:p>
            <a:pPr>
              <a:lnSpc>
                <a:spcPct val="150000"/>
              </a:lnSpc>
            </a:pPr>
            <a:r>
              <a:rPr lang="en-US" sz="4000" dirty="0"/>
              <a:t>Members List</a:t>
            </a:r>
          </a:p>
          <a:p>
            <a:pPr marL="342900" indent="-342900">
              <a:lnSpc>
                <a:spcPct val="150000"/>
              </a:lnSpc>
              <a:buFont typeface="+mj-lt"/>
              <a:buAutoNum type="arabicPeriod"/>
            </a:pPr>
            <a:endParaRPr lang="en-US" sz="1400" dirty="0"/>
          </a:p>
          <a:p>
            <a:pPr marL="342900" indent="-342900">
              <a:lnSpc>
                <a:spcPct val="150000"/>
              </a:lnSpc>
              <a:buFont typeface="+mj-lt"/>
              <a:buAutoNum type="arabicPeriod"/>
            </a:pPr>
            <a:r>
              <a:rPr lang="en-US" sz="1400" dirty="0"/>
              <a:t>Aung Khan Sint</a:t>
            </a:r>
          </a:p>
          <a:p>
            <a:pPr marL="342900" indent="-342900">
              <a:lnSpc>
                <a:spcPct val="150000"/>
              </a:lnSpc>
              <a:buFont typeface="+mj-lt"/>
              <a:buAutoNum type="arabicPeriod"/>
            </a:pPr>
            <a:r>
              <a:rPr lang="en-US" sz="1400" dirty="0"/>
              <a:t>Aung Myint Myat</a:t>
            </a:r>
          </a:p>
          <a:p>
            <a:pPr marL="342900" indent="-342900">
              <a:lnSpc>
                <a:spcPct val="150000"/>
              </a:lnSpc>
              <a:buFont typeface="+mj-lt"/>
              <a:buAutoNum type="arabicPeriod"/>
            </a:pPr>
            <a:r>
              <a:rPr lang="en-US" sz="1400" dirty="0"/>
              <a:t>Htoo Aung Khant	</a:t>
            </a:r>
          </a:p>
          <a:p>
            <a:pPr marL="342900" indent="-342900">
              <a:lnSpc>
                <a:spcPct val="150000"/>
              </a:lnSpc>
              <a:buFont typeface="+mj-lt"/>
              <a:buAutoNum type="arabicPeriod"/>
            </a:pPr>
            <a:r>
              <a:rPr lang="en-US" sz="1400" dirty="0"/>
              <a:t>Htet Aung Khant</a:t>
            </a:r>
          </a:p>
          <a:p>
            <a:pPr marL="342900" indent="-342900">
              <a:lnSpc>
                <a:spcPct val="150000"/>
              </a:lnSpc>
              <a:buFont typeface="+mj-lt"/>
              <a:buAutoNum type="arabicPeriod"/>
            </a:pPr>
            <a:r>
              <a:rPr lang="en-US" sz="1400" dirty="0"/>
              <a:t>Shine Ko Ko</a:t>
            </a:r>
          </a:p>
          <a:p>
            <a:pPr marL="342900" indent="-342900">
              <a:lnSpc>
                <a:spcPct val="150000"/>
              </a:lnSpc>
              <a:buFont typeface="+mj-lt"/>
              <a:buAutoNum type="arabicPeriod"/>
            </a:pPr>
            <a:r>
              <a:rPr lang="en-US" sz="1400" dirty="0"/>
              <a:t>Paing Pyae Moe</a:t>
            </a:r>
          </a:p>
          <a:p>
            <a:pPr marL="342900" indent="-342900">
              <a:lnSpc>
                <a:spcPct val="150000"/>
              </a:lnSpc>
              <a:buFont typeface="+mj-lt"/>
              <a:buAutoNum type="arabicPeriod"/>
            </a:pPr>
            <a:r>
              <a:rPr lang="en-US" sz="1400" dirty="0"/>
              <a:t>Mg Phyoe Min San</a:t>
            </a:r>
          </a:p>
          <a:p>
            <a:pPr marL="342900" indent="-342900">
              <a:lnSpc>
                <a:spcPct val="150000"/>
              </a:lnSpc>
              <a:buFont typeface="+mj-lt"/>
              <a:buAutoNum type="arabicPeriod"/>
            </a:pPr>
            <a:r>
              <a:rPr lang="en-US" sz="1400" dirty="0"/>
              <a:t>Nann Hsu Myat Phyo</a:t>
            </a:r>
          </a:p>
          <a:p>
            <a:pPr marL="342900" indent="-342900">
              <a:lnSpc>
                <a:spcPct val="150000"/>
              </a:lnSpc>
              <a:buFont typeface="+mj-lt"/>
              <a:buAutoNum type="arabicPeriod"/>
            </a:pPr>
            <a:r>
              <a:rPr lang="en-US" sz="1400" dirty="0"/>
              <a:t>Nang Phway Phway Laung</a:t>
            </a:r>
          </a:p>
          <a:p>
            <a:pPr marL="342900" indent="-342900">
              <a:lnSpc>
                <a:spcPct val="150000"/>
              </a:lnSpc>
              <a:buFont typeface="+mj-lt"/>
              <a:buAutoNum type="arabicPeriod"/>
            </a:pPr>
            <a:r>
              <a:rPr lang="en-US" sz="1400" dirty="0"/>
              <a:t>Nang Awam Hein</a:t>
            </a:r>
          </a:p>
          <a:p>
            <a:pPr marL="342900" indent="-342900">
              <a:lnSpc>
                <a:spcPct val="150000"/>
              </a:lnSpc>
              <a:buFont typeface="+mj-lt"/>
              <a:buAutoNum type="arabicPeriod"/>
            </a:pPr>
            <a:r>
              <a:rPr lang="en-US" sz="1400" dirty="0"/>
              <a:t>Ma Myo ThiDar Po</a:t>
            </a:r>
            <a:endParaRPr lang="en-US" sz="1400" dirty="0">
              <a:latin typeface="Times New Roman" panose="02020603050405020304" pitchFamily="18" charset="0"/>
            </a:endParaRPr>
          </a:p>
          <a:p>
            <a:pPr marL="342900" indent="-342900">
              <a:lnSpc>
                <a:spcPct val="150000"/>
              </a:lnSpc>
              <a:buFont typeface="+mj-lt"/>
              <a:buAutoNum type="arabicPeriod"/>
            </a:pPr>
            <a:r>
              <a:rPr lang="en-US" sz="1400" dirty="0">
                <a:latin typeface="Times New Roman" panose="02020603050405020304" pitchFamily="18" charset="0"/>
              </a:rPr>
              <a:t>Ma Pann Ei Zin Zin Thaw</a:t>
            </a:r>
            <a:endParaRPr lang="en-US" sz="1400" dirty="0"/>
          </a:p>
        </p:txBody>
      </p:sp>
      <p:sp>
        <p:nvSpPr>
          <p:cNvPr id="4" name="TextBox 3">
            <a:extLst>
              <a:ext uri="{FF2B5EF4-FFF2-40B4-BE49-F238E27FC236}">
                <a16:creationId xmlns:a16="http://schemas.microsoft.com/office/drawing/2014/main" id="{6831F56E-D352-83E5-8E4F-82DA71DEDE45}"/>
              </a:ext>
            </a:extLst>
          </p:cNvPr>
          <p:cNvSpPr txBox="1"/>
          <p:nvPr/>
        </p:nvSpPr>
        <p:spPr>
          <a:xfrm>
            <a:off x="5618359" y="592291"/>
            <a:ext cx="3608287" cy="6124754"/>
          </a:xfrm>
          <a:prstGeom prst="rect">
            <a:avLst/>
          </a:prstGeom>
          <a:noFill/>
        </p:spPr>
        <p:txBody>
          <a:bodyPr wrap="square" rtlCol="0">
            <a:spAutoFit/>
          </a:bodyPr>
          <a:lstStyle/>
          <a:p>
            <a:r>
              <a:rPr lang="en-US" sz="1400" dirty="0">
                <a:latin typeface="Times New Roman" panose="02020603050405020304" pitchFamily="18" charset="0"/>
              </a:rPr>
              <a:t>Abstract</a:t>
            </a:r>
          </a:p>
          <a:p>
            <a:endParaRPr lang="en-US" sz="1400" dirty="0">
              <a:latin typeface="Times New Roman" panose="02020603050405020304" pitchFamily="18" charset="0"/>
            </a:endParaRPr>
          </a:p>
          <a:p>
            <a:r>
              <a:rPr lang="en-US" sz="1400" dirty="0">
                <a:latin typeface="Times New Roman" panose="02020603050405020304" pitchFamily="18" charset="0"/>
              </a:rPr>
              <a:t>1.Introduction</a:t>
            </a:r>
          </a:p>
          <a:p>
            <a:endParaRPr lang="en-US" sz="1400" dirty="0">
              <a:latin typeface="Times New Roman" panose="02020603050405020304" pitchFamily="18" charset="0"/>
            </a:endParaRPr>
          </a:p>
          <a:p>
            <a:r>
              <a:rPr lang="en-US" sz="1400" dirty="0">
                <a:latin typeface="Times New Roman" panose="02020603050405020304" pitchFamily="18" charset="0"/>
              </a:rPr>
              <a:t>2.TikTok Revolution</a:t>
            </a:r>
          </a:p>
          <a:p>
            <a:endParaRPr lang="my-MM" sz="1400" dirty="0">
              <a:latin typeface="Times New Roman" panose="02020603050405020304" pitchFamily="18" charset="0"/>
            </a:endParaRPr>
          </a:p>
          <a:p>
            <a:r>
              <a:rPr lang="my-MM" sz="1400" dirty="0">
                <a:latin typeface="Times New Roman" panose="02020603050405020304" pitchFamily="18" charset="0"/>
              </a:rPr>
              <a:t>3.</a:t>
            </a:r>
            <a:r>
              <a:rPr lang="en-US" sz="1400" dirty="0">
                <a:latin typeface="Times New Roman" panose="02020603050405020304" pitchFamily="18" charset="0"/>
              </a:rPr>
              <a:t>Algorithm</a:t>
            </a:r>
          </a:p>
          <a:p>
            <a:endParaRPr lang="my-MM" sz="1400" dirty="0">
              <a:latin typeface="Times New Roman" panose="02020603050405020304" pitchFamily="18" charset="0"/>
            </a:endParaRPr>
          </a:p>
          <a:p>
            <a:r>
              <a:rPr lang="my-MM" sz="1400" dirty="0">
                <a:latin typeface="Times New Roman" panose="02020603050405020304" pitchFamily="18" charset="0"/>
              </a:rPr>
              <a:t>4.</a:t>
            </a:r>
            <a:r>
              <a:rPr lang="en-US" sz="1400" dirty="0">
                <a:latin typeface="Times New Roman" panose="02020603050405020304" pitchFamily="18" charset="0"/>
              </a:rPr>
              <a:t>Shift in Content Creation</a:t>
            </a:r>
          </a:p>
          <a:p>
            <a:endParaRPr lang="my-MM" sz="1400" dirty="0">
              <a:latin typeface="Times New Roman" panose="02020603050405020304" pitchFamily="18" charset="0"/>
            </a:endParaRPr>
          </a:p>
          <a:p>
            <a:r>
              <a:rPr lang="my-MM" sz="1400" dirty="0">
                <a:latin typeface="Times New Roman" panose="02020603050405020304" pitchFamily="18" charset="0"/>
              </a:rPr>
              <a:t>5.</a:t>
            </a:r>
            <a:r>
              <a:rPr lang="en-US" sz="1400" dirty="0">
                <a:latin typeface="Times New Roman" panose="02020603050405020304" pitchFamily="18" charset="0"/>
              </a:rPr>
              <a:t>Cultural &amp; Global Impact</a:t>
            </a:r>
          </a:p>
          <a:p>
            <a:endParaRPr lang="my-MM" sz="1400" dirty="0">
              <a:latin typeface="Times New Roman" panose="02020603050405020304" pitchFamily="18" charset="0"/>
            </a:endParaRPr>
          </a:p>
          <a:p>
            <a:r>
              <a:rPr lang="my-MM" sz="1400" dirty="0">
                <a:latin typeface="Times New Roman" panose="02020603050405020304" pitchFamily="18" charset="0"/>
              </a:rPr>
              <a:t>6.</a:t>
            </a:r>
            <a:r>
              <a:rPr lang="en-US" sz="1400" dirty="0">
                <a:latin typeface="Times New Roman" panose="02020603050405020304" pitchFamily="18" charset="0"/>
              </a:rPr>
              <a:t>New Era of Marketing &amp; Commerce</a:t>
            </a:r>
            <a:endParaRPr lang="my-MM" sz="1400" dirty="0">
              <a:latin typeface="Times New Roman" panose="02020603050405020304" pitchFamily="18" charset="0"/>
            </a:endParaRPr>
          </a:p>
          <a:p>
            <a:endParaRPr lang="my-MM" sz="1400" dirty="0">
              <a:latin typeface="Times New Roman" panose="02020603050405020304" pitchFamily="18" charset="0"/>
            </a:endParaRPr>
          </a:p>
          <a:p>
            <a:r>
              <a:rPr lang="my-MM" sz="1400" dirty="0">
                <a:latin typeface="Times New Roman" panose="02020603050405020304" pitchFamily="18" charset="0"/>
              </a:rPr>
              <a:t>7.</a:t>
            </a:r>
            <a:r>
              <a:rPr lang="en-US" sz="1400" dirty="0">
                <a:latin typeface="Times New Roman" panose="02020603050405020304" pitchFamily="18" charset="0"/>
              </a:rPr>
              <a:t>Information &amp; Learning</a:t>
            </a:r>
            <a:endParaRPr lang="my-MM" sz="1400" dirty="0">
              <a:latin typeface="Times New Roman" panose="02020603050405020304" pitchFamily="18" charset="0"/>
            </a:endParaRPr>
          </a:p>
          <a:p>
            <a:endParaRPr lang="my-MM" sz="1400" dirty="0">
              <a:latin typeface="Times New Roman" panose="02020603050405020304" pitchFamily="18" charset="0"/>
            </a:endParaRPr>
          </a:p>
          <a:p>
            <a:r>
              <a:rPr lang="my-MM" sz="1400" dirty="0">
                <a:latin typeface="Times New Roman" panose="02020603050405020304" pitchFamily="18" charset="0"/>
              </a:rPr>
              <a:t>8.</a:t>
            </a:r>
            <a:r>
              <a:rPr lang="en-US" sz="1400" dirty="0">
                <a:latin typeface="Times New Roman" panose="02020603050405020304" pitchFamily="18" charset="0"/>
              </a:rPr>
              <a:t>Challenges &amp; Ethical Concerns</a:t>
            </a:r>
          </a:p>
          <a:p>
            <a:endParaRPr lang="my-MM" sz="1400" dirty="0">
              <a:latin typeface="Times New Roman" panose="02020603050405020304" pitchFamily="18" charset="0"/>
            </a:endParaRPr>
          </a:p>
          <a:p>
            <a:r>
              <a:rPr lang="my-MM" sz="1400" dirty="0">
                <a:latin typeface="Times New Roman" panose="02020603050405020304" pitchFamily="18" charset="0"/>
              </a:rPr>
              <a:t>9.</a:t>
            </a:r>
            <a:r>
              <a:rPr lang="en-US" sz="1400" dirty="0">
                <a:latin typeface="Times New Roman" panose="02020603050405020304" pitchFamily="18" charset="0"/>
              </a:rPr>
              <a:t>Future Landscape of TikTok</a:t>
            </a:r>
          </a:p>
          <a:p>
            <a:endParaRPr lang="en-US" sz="1400" dirty="0">
              <a:latin typeface="Times New Roman" panose="02020603050405020304" pitchFamily="18" charset="0"/>
            </a:endParaRPr>
          </a:p>
          <a:p>
            <a:r>
              <a:rPr lang="en-US" sz="1400" dirty="0">
                <a:latin typeface="Times New Roman" panose="02020603050405020304" pitchFamily="18" charset="0"/>
              </a:rPr>
              <a:t>10.Power of Sound and Music</a:t>
            </a:r>
          </a:p>
          <a:p>
            <a:endParaRPr lang="en-US" sz="1400" dirty="0">
              <a:latin typeface="Times New Roman" panose="02020603050405020304" pitchFamily="18" charset="0"/>
            </a:endParaRPr>
          </a:p>
          <a:p>
            <a:r>
              <a:rPr lang="en-US" sz="1400" dirty="0">
                <a:latin typeface="Times New Roman" panose="02020603050405020304" pitchFamily="18" charset="0"/>
              </a:rPr>
              <a:t>11.Trust in Real User Content</a:t>
            </a:r>
          </a:p>
          <a:p>
            <a:endParaRPr lang="en-US" sz="1400" dirty="0">
              <a:latin typeface="Times New Roman" panose="02020603050405020304" pitchFamily="18" charset="0"/>
            </a:endParaRPr>
          </a:p>
          <a:p>
            <a:r>
              <a:rPr lang="en-US" sz="1400" dirty="0">
                <a:latin typeface="Times New Roman" panose="02020603050405020304" pitchFamily="18" charset="0"/>
              </a:rPr>
              <a:t>12.Security</a:t>
            </a:r>
          </a:p>
          <a:p>
            <a:endParaRPr lang="en-US" sz="1400" dirty="0">
              <a:latin typeface="Times New Roman" panose="02020603050405020304" pitchFamily="18" charset="0"/>
            </a:endParaRPr>
          </a:p>
          <a:p>
            <a:r>
              <a:rPr lang="en-US" sz="1400" dirty="0">
                <a:latin typeface="Times New Roman" panose="02020603050405020304" pitchFamily="18" charset="0"/>
              </a:rPr>
              <a:t>Conclusion</a:t>
            </a:r>
          </a:p>
        </p:txBody>
      </p:sp>
      <p:sp>
        <p:nvSpPr>
          <p:cNvPr id="10" name="TextBox 9">
            <a:extLst>
              <a:ext uri="{FF2B5EF4-FFF2-40B4-BE49-F238E27FC236}">
                <a16:creationId xmlns:a16="http://schemas.microsoft.com/office/drawing/2014/main" id="{66F727E2-EBE4-A0C6-03C8-25A708AEB1C4}"/>
              </a:ext>
            </a:extLst>
          </p:cNvPr>
          <p:cNvSpPr txBox="1"/>
          <p:nvPr/>
        </p:nvSpPr>
        <p:spPr>
          <a:xfrm>
            <a:off x="8747760" y="831190"/>
            <a:ext cx="2021130" cy="707886"/>
          </a:xfrm>
          <a:prstGeom prst="rect">
            <a:avLst/>
          </a:prstGeom>
          <a:noFill/>
        </p:spPr>
        <p:txBody>
          <a:bodyPr wrap="square" rtlCol="0">
            <a:spAutoFit/>
          </a:bodyPr>
          <a:lstStyle/>
          <a:p>
            <a:r>
              <a:rPr lang="en-US" sz="4000" b="1" dirty="0">
                <a:solidFill>
                  <a:schemeClr val="bg1"/>
                </a:solidFill>
              </a:rPr>
              <a:t>Outline </a:t>
            </a:r>
          </a:p>
        </p:txBody>
      </p:sp>
      <p:sp>
        <p:nvSpPr>
          <p:cNvPr id="11" name="Rectangle: Rounded Corners 10">
            <a:extLst>
              <a:ext uri="{FF2B5EF4-FFF2-40B4-BE49-F238E27FC236}">
                <a16:creationId xmlns:a16="http://schemas.microsoft.com/office/drawing/2014/main" id="{672C96F1-2C06-78EE-B971-AEEBEE3D1610}"/>
              </a:ext>
            </a:extLst>
          </p:cNvPr>
          <p:cNvSpPr/>
          <p:nvPr/>
        </p:nvSpPr>
        <p:spPr>
          <a:xfrm rot="1260493">
            <a:off x="11043097" y="5423632"/>
            <a:ext cx="2297802" cy="2297802"/>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96B510D-741F-AE6D-FBA6-F1BC8B787EFC}"/>
              </a:ext>
            </a:extLst>
          </p:cNvPr>
          <p:cNvSpPr txBox="1"/>
          <p:nvPr/>
        </p:nvSpPr>
        <p:spPr>
          <a:xfrm>
            <a:off x="4123259" y="7287337"/>
            <a:ext cx="2748889" cy="707886"/>
          </a:xfrm>
          <a:prstGeom prst="rect">
            <a:avLst/>
          </a:prstGeom>
          <a:noFill/>
        </p:spPr>
        <p:txBody>
          <a:bodyPr wrap="square" rtlCol="0">
            <a:spAutoFit/>
          </a:bodyPr>
          <a:lstStyle/>
          <a:p>
            <a:r>
              <a:rPr lang="en-US" sz="4000" dirty="0"/>
              <a:t>Abstract</a:t>
            </a:r>
          </a:p>
        </p:txBody>
      </p:sp>
      <p:sp>
        <p:nvSpPr>
          <p:cNvPr id="14" name="TextBox 13">
            <a:extLst>
              <a:ext uri="{FF2B5EF4-FFF2-40B4-BE49-F238E27FC236}">
                <a16:creationId xmlns:a16="http://schemas.microsoft.com/office/drawing/2014/main" id="{E8502D0E-9206-9584-97B9-E9D49AC96309}"/>
              </a:ext>
            </a:extLst>
          </p:cNvPr>
          <p:cNvSpPr txBox="1"/>
          <p:nvPr/>
        </p:nvSpPr>
        <p:spPr>
          <a:xfrm>
            <a:off x="4123259" y="8140130"/>
            <a:ext cx="7068731" cy="420435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TikTok is now the top app for fun, creative, and short-form entertainment.  </a:t>
            </a:r>
          </a:p>
          <a:p>
            <a:pPr marL="285750" indent="-285750">
              <a:lnSpc>
                <a:spcPct val="150000"/>
              </a:lnSpc>
              <a:buFont typeface="Arial" panose="020B0604020202020204" pitchFamily="34" charset="0"/>
              <a:buChar char="•"/>
            </a:pPr>
            <a:r>
              <a:rPr lang="en-US" dirty="0"/>
              <a:t>We explore how it grew from a small platform into a global sensation used by billions of people.  </a:t>
            </a:r>
          </a:p>
          <a:p>
            <a:pPr marL="285750" indent="-285750">
              <a:lnSpc>
                <a:spcPct val="150000"/>
              </a:lnSpc>
              <a:buFont typeface="Arial" panose="020B0604020202020204" pitchFamily="34" charset="0"/>
              <a:buChar char="•"/>
            </a:pPr>
            <a:r>
              <a:rPr lang="en-US" dirty="0"/>
              <a:t>This presentation explains the AI "Secret Weapon" that shows you videos you love in just a few minutes.  </a:t>
            </a:r>
          </a:p>
          <a:p>
            <a:pPr marL="285750" indent="-285750">
              <a:lnSpc>
                <a:spcPct val="150000"/>
              </a:lnSpc>
              <a:buFont typeface="Arial" panose="020B0604020202020204" pitchFamily="34" charset="0"/>
              <a:buChar char="•"/>
            </a:pPr>
            <a:r>
              <a:rPr lang="en-US" dirty="0"/>
              <a:t>We show how ordinary people can become stars using only a smartphone and simple editing tools.  </a:t>
            </a:r>
          </a:p>
          <a:p>
            <a:pPr marL="285750" indent="-285750">
              <a:lnSpc>
                <a:spcPct val="150000"/>
              </a:lnSpc>
              <a:buFont typeface="Arial" panose="020B0604020202020204" pitchFamily="34" charset="0"/>
              <a:buChar char="•"/>
            </a:pPr>
            <a:r>
              <a:rPr lang="en-US" dirty="0"/>
              <a:t>Finally, we look at important issues like data privacy and how to keep young users safe online.</a:t>
            </a:r>
          </a:p>
        </p:txBody>
      </p:sp>
    </p:spTree>
    <p:extLst>
      <p:ext uri="{BB962C8B-B14F-4D97-AF65-F5344CB8AC3E}">
        <p14:creationId xmlns:p14="http://schemas.microsoft.com/office/powerpoint/2010/main" val="4899811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3BDC3-8FB5-646E-7332-466BE0514800}"/>
            </a:ext>
          </a:extLst>
        </p:cNvPr>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E0E636D9-6DE9-0431-9994-9ECD635E8114}"/>
              </a:ext>
            </a:extLst>
          </p:cNvPr>
          <p:cNvSpPr/>
          <p:nvPr/>
        </p:nvSpPr>
        <p:spPr>
          <a:xfrm rot="17618560">
            <a:off x="10789925" y="5978433"/>
            <a:ext cx="1473920" cy="1473920"/>
          </a:xfrm>
          <a:prstGeom prst="roundRect">
            <a:avLst>
              <a:gd name="adj" fmla="val 15727"/>
            </a:avLst>
          </a:prstGeom>
          <a:solidFill>
            <a:srgbClr val="FFC000"/>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1BCA667C-4714-9455-300E-EAC19C46D77A}"/>
              </a:ext>
            </a:extLst>
          </p:cNvPr>
          <p:cNvSpPr/>
          <p:nvPr/>
        </p:nvSpPr>
        <p:spPr>
          <a:xfrm rot="17618560">
            <a:off x="6381168" y="146803"/>
            <a:ext cx="941181" cy="941181"/>
          </a:xfrm>
          <a:prstGeom prst="roundRect">
            <a:avLst>
              <a:gd name="adj" fmla="val 15727"/>
            </a:avLst>
          </a:prstGeom>
          <a:solidFill>
            <a:srgbClr val="FFC000"/>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3B35CE25-C04B-1AF8-6E3E-97B3F37F87D0}"/>
              </a:ext>
            </a:extLst>
          </p:cNvPr>
          <p:cNvSpPr/>
          <p:nvPr/>
        </p:nvSpPr>
        <p:spPr>
          <a:xfrm rot="967352">
            <a:off x="7125445" y="-2129941"/>
            <a:ext cx="2297802" cy="2297802"/>
          </a:xfrm>
          <a:prstGeom prst="roundRect">
            <a:avLst>
              <a:gd name="adj" fmla="val 15727"/>
            </a:avLst>
          </a:prstGeom>
          <a:solidFill>
            <a:schemeClr val="tx1"/>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ED8C23C-CBF0-8DFD-72B8-B385220232CA}"/>
              </a:ext>
            </a:extLst>
          </p:cNvPr>
          <p:cNvSpPr/>
          <p:nvPr/>
        </p:nvSpPr>
        <p:spPr>
          <a:xfrm>
            <a:off x="1" y="0"/>
            <a:ext cx="1685556"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D2E07E4F-8645-D79A-30A7-C8522EBD8760}"/>
              </a:ext>
            </a:extLst>
          </p:cNvPr>
          <p:cNvGrpSpPr/>
          <p:nvPr/>
        </p:nvGrpSpPr>
        <p:grpSpPr>
          <a:xfrm>
            <a:off x="503251" y="-3254494"/>
            <a:ext cx="3111918" cy="12190023"/>
            <a:chOff x="503251" y="-297934"/>
            <a:chExt cx="3111918" cy="12190023"/>
          </a:xfrm>
        </p:grpSpPr>
        <p:grpSp>
          <p:nvGrpSpPr>
            <p:cNvPr id="96" name="Group 95">
              <a:extLst>
                <a:ext uri="{FF2B5EF4-FFF2-40B4-BE49-F238E27FC236}">
                  <a16:creationId xmlns:a16="http://schemas.microsoft.com/office/drawing/2014/main" id="{2AC0E674-C7BC-5138-45AB-F7AD54B05CFB}"/>
                </a:ext>
              </a:extLst>
            </p:cNvPr>
            <p:cNvGrpSpPr/>
            <p:nvPr/>
          </p:nvGrpSpPr>
          <p:grpSpPr>
            <a:xfrm>
              <a:off x="503251" y="-297934"/>
              <a:ext cx="2252938" cy="12190023"/>
              <a:chOff x="1129831" y="-2607606"/>
              <a:chExt cx="2252938" cy="12190023"/>
            </a:xfrm>
            <a:effectLst>
              <a:outerShdw blurRad="228600" dist="76200" dir="7620000" algn="ctr" rotWithShape="0">
                <a:srgbClr val="000000">
                  <a:alpha val="81000"/>
                </a:srgbClr>
              </a:outerShdw>
            </a:effectLst>
            <a:scene3d>
              <a:camera prst="orthographicFront">
                <a:rot lat="0" lon="0" rev="0"/>
              </a:camera>
              <a:lightRig rig="threePt" dir="t"/>
            </a:scene3d>
          </p:grpSpPr>
          <p:sp>
            <p:nvSpPr>
              <p:cNvPr id="28" name="Freeform: Shape 27">
                <a:extLst>
                  <a:ext uri="{FF2B5EF4-FFF2-40B4-BE49-F238E27FC236}">
                    <a16:creationId xmlns:a16="http://schemas.microsoft.com/office/drawing/2014/main" id="{20E0EDAF-3986-D8CC-D1C3-7F5E552615A2}"/>
                  </a:ext>
                </a:extLst>
              </p:cNvPr>
              <p:cNvSpPr/>
              <p:nvPr/>
            </p:nvSpPr>
            <p:spPr>
              <a:xfrm rot="18900000">
                <a:off x="2054245" y="3149353"/>
                <a:ext cx="449222" cy="753409"/>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747D90A1-A2D6-EA62-8C31-CF53362D0DA9}"/>
                  </a:ext>
                </a:extLst>
              </p:cNvPr>
              <p:cNvSpPr/>
              <p:nvPr/>
            </p:nvSpPr>
            <p:spPr>
              <a:xfrm rot="18900000">
                <a:off x="2004188" y="-1066606"/>
                <a:ext cx="449222" cy="830275"/>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A3BC9254-9C31-12F7-4B89-CE4976E0677C}"/>
                  </a:ext>
                </a:extLst>
              </p:cNvPr>
              <p:cNvSpPr/>
              <p:nvPr/>
            </p:nvSpPr>
            <p:spPr>
              <a:xfrm rot="18900000">
                <a:off x="1299576" y="-2607606"/>
                <a:ext cx="1908313" cy="1908314"/>
              </a:xfrm>
              <a:custGeom>
                <a:avLst/>
                <a:gdLst>
                  <a:gd name="connsiteX0" fmla="*/ 1850089 w 1908313"/>
                  <a:gd name="connsiteY0" fmla="*/ 58225 h 1908314"/>
                  <a:gd name="connsiteX1" fmla="*/ 1908313 w 1908313"/>
                  <a:gd name="connsiteY1" fmla="*/ 198790 h 1908314"/>
                  <a:gd name="connsiteX2" fmla="*/ 1908313 w 1908313"/>
                  <a:gd name="connsiteY2" fmla="*/ 1709525 h 1908314"/>
                  <a:gd name="connsiteX3" fmla="*/ 1709524 w 1908313"/>
                  <a:gd name="connsiteY3" fmla="*/ 1908314 h 1908314"/>
                  <a:gd name="connsiteX4" fmla="*/ 575069 w 1908313"/>
                  <a:gd name="connsiteY4" fmla="*/ 1908314 h 1908314"/>
                  <a:gd name="connsiteX5" fmla="*/ 561771 w 1908313"/>
                  <a:gd name="connsiteY5" fmla="*/ 1480433 h 1908314"/>
                  <a:gd name="connsiteX6" fmla="*/ 1365107 w 1908313"/>
                  <a:gd name="connsiteY6" fmla="*/ 1480433 h 1908314"/>
                  <a:gd name="connsiteX7" fmla="*/ 1474802 w 1908313"/>
                  <a:gd name="connsiteY7" fmla="*/ 1370738 h 1908314"/>
                  <a:gd name="connsiteX8" fmla="*/ 1474802 w 1908313"/>
                  <a:gd name="connsiteY8" fmla="*/ 537090 h 1908314"/>
                  <a:gd name="connsiteX9" fmla="*/ 1365107 w 1908313"/>
                  <a:gd name="connsiteY9" fmla="*/ 427395 h 1908314"/>
                  <a:gd name="connsiteX10" fmla="*/ 531459 w 1908313"/>
                  <a:gd name="connsiteY10" fmla="*/ 427395 h 1908314"/>
                  <a:gd name="connsiteX11" fmla="*/ 421764 w 1908313"/>
                  <a:gd name="connsiteY11" fmla="*/ 537090 h 1908314"/>
                  <a:gd name="connsiteX12" fmla="*/ 421764 w 1908313"/>
                  <a:gd name="connsiteY12" fmla="*/ 1370739 h 1908314"/>
                  <a:gd name="connsiteX13" fmla="*/ 430385 w 1908313"/>
                  <a:gd name="connsiteY13" fmla="*/ 1413436 h 1908314"/>
                  <a:gd name="connsiteX14" fmla="*/ 437581 w 1908313"/>
                  <a:gd name="connsiteY14" fmla="*/ 1424110 h 1908314"/>
                  <a:gd name="connsiteX15" fmla="*/ 442252 w 1908313"/>
                  <a:gd name="connsiteY15" fmla="*/ 1574404 h 1908314"/>
                  <a:gd name="connsiteX16" fmla="*/ 441823 w 1908313"/>
                  <a:gd name="connsiteY16" fmla="*/ 1572278 h 1908314"/>
                  <a:gd name="connsiteX17" fmla="*/ 258656 w 1908313"/>
                  <a:gd name="connsiteY17" fmla="*/ 1450867 h 1908314"/>
                  <a:gd name="connsiteX18" fmla="*/ 3408 w 1908313"/>
                  <a:gd name="connsiteY18" fmla="*/ 1450867 h 1908314"/>
                  <a:gd name="connsiteX19" fmla="*/ 0 w 1908313"/>
                  <a:gd name="connsiteY19" fmla="*/ 1341225 h 1908314"/>
                  <a:gd name="connsiteX20" fmla="*/ 0 w 1908313"/>
                  <a:gd name="connsiteY20" fmla="*/ 198790 h 1908314"/>
                  <a:gd name="connsiteX21" fmla="*/ 198789 w 1908313"/>
                  <a:gd name="connsiteY21" fmla="*/ 1 h 1908314"/>
                  <a:gd name="connsiteX22" fmla="*/ 1709524 w 1908313"/>
                  <a:gd name="connsiteY22" fmla="*/ 1 h 1908314"/>
                  <a:gd name="connsiteX23" fmla="*/ 1850089 w 1908313"/>
                  <a:gd name="connsiteY23" fmla="*/ 58225 h 190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4">
                    <a:moveTo>
                      <a:pt x="1850089" y="58225"/>
                    </a:moveTo>
                    <a:cubicBezTo>
                      <a:pt x="1886063" y="94198"/>
                      <a:pt x="1908313" y="143896"/>
                      <a:pt x="1908313" y="198790"/>
                    </a:cubicBezTo>
                    <a:lnTo>
                      <a:pt x="1908313" y="1709525"/>
                    </a:lnTo>
                    <a:cubicBezTo>
                      <a:pt x="1908313" y="1819312"/>
                      <a:pt x="1819312" y="1908313"/>
                      <a:pt x="1709524" y="1908314"/>
                    </a:cubicBezTo>
                    <a:lnTo>
                      <a:pt x="575069" y="1908314"/>
                    </a:lnTo>
                    <a:lnTo>
                      <a:pt x="561771" y="1480433"/>
                    </a:lnTo>
                    <a:lnTo>
                      <a:pt x="1365107" y="1480433"/>
                    </a:lnTo>
                    <a:cubicBezTo>
                      <a:pt x="1425690" y="1480433"/>
                      <a:pt x="1474802" y="1431321"/>
                      <a:pt x="1474802" y="1370738"/>
                    </a:cubicBezTo>
                    <a:lnTo>
                      <a:pt x="1474802" y="537090"/>
                    </a:lnTo>
                    <a:cubicBezTo>
                      <a:pt x="1474802" y="476507"/>
                      <a:pt x="1425691" y="427395"/>
                      <a:pt x="1365107" y="427395"/>
                    </a:cubicBezTo>
                    <a:lnTo>
                      <a:pt x="531459" y="427395"/>
                    </a:lnTo>
                    <a:cubicBezTo>
                      <a:pt x="470876" y="427395"/>
                      <a:pt x="421764" y="476507"/>
                      <a:pt x="421764" y="537090"/>
                    </a:cubicBezTo>
                    <a:lnTo>
                      <a:pt x="421764" y="1370739"/>
                    </a:lnTo>
                    <a:cubicBezTo>
                      <a:pt x="421764" y="1385884"/>
                      <a:pt x="424834" y="1400313"/>
                      <a:pt x="430385" y="1413436"/>
                    </a:cubicBezTo>
                    <a:lnTo>
                      <a:pt x="437581" y="1424110"/>
                    </a:lnTo>
                    <a:lnTo>
                      <a:pt x="442252" y="1574404"/>
                    </a:lnTo>
                    <a:lnTo>
                      <a:pt x="441823" y="1572278"/>
                    </a:lnTo>
                    <a:cubicBezTo>
                      <a:pt x="411645" y="1500930"/>
                      <a:pt x="340997" y="1450867"/>
                      <a:pt x="258656" y="1450867"/>
                    </a:cubicBezTo>
                    <a:lnTo>
                      <a:pt x="3408" y="1450867"/>
                    </a:lnTo>
                    <a:lnTo>
                      <a:pt x="0" y="1341225"/>
                    </a:lnTo>
                    <a:lnTo>
                      <a:pt x="0" y="198790"/>
                    </a:lnTo>
                    <a:cubicBezTo>
                      <a:pt x="0" y="89001"/>
                      <a:pt x="89001" y="0"/>
                      <a:pt x="198789" y="1"/>
                    </a:cubicBezTo>
                    <a:lnTo>
                      <a:pt x="1709524" y="1"/>
                    </a:lnTo>
                    <a:cubicBezTo>
                      <a:pt x="1764418" y="0"/>
                      <a:pt x="1814115" y="22251"/>
                      <a:pt x="1850089" y="58225"/>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A3567B68-EBA8-DF13-4D84-F35D4B2E864B}"/>
                  </a:ext>
                </a:extLst>
              </p:cNvPr>
              <p:cNvSpPr/>
              <p:nvPr/>
            </p:nvSpPr>
            <p:spPr>
              <a:xfrm rot="18900000">
                <a:off x="2007074" y="7298477"/>
                <a:ext cx="449222" cy="604820"/>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6" name="Freeform: Shape 85">
                <a:extLst>
                  <a:ext uri="{FF2B5EF4-FFF2-40B4-BE49-F238E27FC236}">
                    <a16:creationId xmlns:a16="http://schemas.microsoft.com/office/drawing/2014/main" id="{3E040A46-8249-6AB4-5641-D532C8CB9887}"/>
                  </a:ext>
                </a:extLst>
              </p:cNvPr>
              <p:cNvSpPr/>
              <p:nvPr/>
            </p:nvSpPr>
            <p:spPr>
              <a:xfrm rot="18900000">
                <a:off x="2041265" y="5193291"/>
                <a:ext cx="438308" cy="752915"/>
              </a:xfrm>
              <a:custGeom>
                <a:avLst/>
                <a:gdLst>
                  <a:gd name="connsiteX0" fmla="*/ 384675 w 438308"/>
                  <a:gd name="connsiteY0" fmla="*/ 58224 h 475665"/>
                  <a:gd name="connsiteX1" fmla="*/ 427276 w 438308"/>
                  <a:gd name="connsiteY1" fmla="*/ 121412 h 475665"/>
                  <a:gd name="connsiteX2" fmla="*/ 428729 w 438308"/>
                  <a:gd name="connsiteY2" fmla="*/ 128605 h 475665"/>
                  <a:gd name="connsiteX3" fmla="*/ 438308 w 438308"/>
                  <a:gd name="connsiteY3" fmla="*/ 475665 h 475665"/>
                  <a:gd name="connsiteX4" fmla="*/ 197201 w 438308"/>
                  <a:gd name="connsiteY4" fmla="*/ 475665 h 475665"/>
                  <a:gd name="connsiteX5" fmla="*/ 14033 w 438308"/>
                  <a:gd name="connsiteY5" fmla="*/ 354253 h 475665"/>
                  <a:gd name="connsiteX6" fmla="*/ 3805 w 438308"/>
                  <a:gd name="connsiteY6" fmla="*/ 303589 h 475665"/>
                  <a:gd name="connsiteX7" fmla="*/ 0 w 438308"/>
                  <a:gd name="connsiteY7" fmla="*/ 1 h 475665"/>
                  <a:gd name="connsiteX8" fmla="*/ 244110 w 438308"/>
                  <a:gd name="connsiteY8" fmla="*/ 1 h 475665"/>
                  <a:gd name="connsiteX9" fmla="*/ 384675 w 438308"/>
                  <a:gd name="connsiteY9" fmla="*/ 58224 h 4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8308" h="475665">
                    <a:moveTo>
                      <a:pt x="384675" y="58224"/>
                    </a:moveTo>
                    <a:cubicBezTo>
                      <a:pt x="402662" y="76211"/>
                      <a:pt x="417218" y="97629"/>
                      <a:pt x="427276" y="121412"/>
                    </a:cubicBezTo>
                    <a:lnTo>
                      <a:pt x="428729" y="128605"/>
                    </a:lnTo>
                    <a:lnTo>
                      <a:pt x="438308" y="475665"/>
                    </a:lnTo>
                    <a:lnTo>
                      <a:pt x="197201" y="475665"/>
                    </a:lnTo>
                    <a:cubicBezTo>
                      <a:pt x="114860" y="475665"/>
                      <a:pt x="44211" y="425602"/>
                      <a:pt x="14033" y="354253"/>
                    </a:cubicBezTo>
                    <a:lnTo>
                      <a:pt x="3805" y="303589"/>
                    </a:lnTo>
                    <a:lnTo>
                      <a:pt x="0" y="1"/>
                    </a:lnTo>
                    <a:lnTo>
                      <a:pt x="244110" y="1"/>
                    </a:lnTo>
                    <a:cubicBezTo>
                      <a:pt x="299004" y="-1"/>
                      <a:pt x="348701" y="22250"/>
                      <a:pt x="384675"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5" name="Freeform: Shape 84">
                <a:extLst>
                  <a:ext uri="{FF2B5EF4-FFF2-40B4-BE49-F238E27FC236}">
                    <a16:creationId xmlns:a16="http://schemas.microsoft.com/office/drawing/2014/main" id="{AE4DE070-990B-8C75-F2EB-BDAB5DE04D01}"/>
                  </a:ext>
                </a:extLst>
              </p:cNvPr>
              <p:cNvSpPr/>
              <p:nvPr/>
            </p:nvSpPr>
            <p:spPr>
              <a:xfrm rot="18900000">
                <a:off x="1886938" y="5461917"/>
                <a:ext cx="1588" cy="92397"/>
              </a:xfrm>
              <a:custGeom>
                <a:avLst/>
                <a:gdLst>
                  <a:gd name="connsiteX0" fmla="*/ 431 w 1588"/>
                  <a:gd name="connsiteY0" fmla="*/ 0 h 92397"/>
                  <a:gd name="connsiteX1" fmla="*/ 1588 w 1588"/>
                  <a:gd name="connsiteY1" fmla="*/ 92397 h 92397"/>
                  <a:gd name="connsiteX2" fmla="*/ 0 w 1588"/>
                  <a:gd name="connsiteY2" fmla="*/ 92397 h 92397"/>
                  <a:gd name="connsiteX3" fmla="*/ 0 w 1588"/>
                  <a:gd name="connsiteY3" fmla="*/ 6 h 92397"/>
                  <a:gd name="connsiteX4" fmla="*/ 431 w 1588"/>
                  <a:gd name="connsiteY4" fmla="*/ 0 h 92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 h="92397">
                    <a:moveTo>
                      <a:pt x="431" y="0"/>
                    </a:moveTo>
                    <a:lnTo>
                      <a:pt x="1588" y="92397"/>
                    </a:lnTo>
                    <a:lnTo>
                      <a:pt x="0" y="92397"/>
                    </a:lnTo>
                    <a:lnTo>
                      <a:pt x="0" y="6"/>
                    </a:lnTo>
                    <a:lnTo>
                      <a:pt x="43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3" name="Freeform: Shape 82">
                <a:extLst>
                  <a:ext uri="{FF2B5EF4-FFF2-40B4-BE49-F238E27FC236}">
                    <a16:creationId xmlns:a16="http://schemas.microsoft.com/office/drawing/2014/main" id="{6E5870C2-4B80-B8E4-AE3B-D45A61173771}"/>
                  </a:ext>
                </a:extLst>
              </p:cNvPr>
              <p:cNvSpPr/>
              <p:nvPr/>
            </p:nvSpPr>
            <p:spPr>
              <a:xfrm rot="18900000">
                <a:off x="2601109" y="5550703"/>
                <a:ext cx="4591" cy="97710"/>
              </a:xfrm>
              <a:custGeom>
                <a:avLst/>
                <a:gdLst>
                  <a:gd name="connsiteX0" fmla="*/ 4591 w 4591"/>
                  <a:gd name="connsiteY0" fmla="*/ 0 h 97710"/>
                  <a:gd name="connsiteX1" fmla="*/ 4591 w 4591"/>
                  <a:gd name="connsiteY1" fmla="*/ 97658 h 97710"/>
                  <a:gd name="connsiteX2" fmla="*/ 2697 w 4591"/>
                  <a:gd name="connsiteY2" fmla="*/ 97710 h 97710"/>
                  <a:gd name="connsiteX3" fmla="*/ 0 w 4591"/>
                  <a:gd name="connsiteY3" fmla="*/ 0 h 97710"/>
                  <a:gd name="connsiteX4" fmla="*/ 4591 w 4591"/>
                  <a:gd name="connsiteY4" fmla="*/ 0 h 97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1" h="97710">
                    <a:moveTo>
                      <a:pt x="4591" y="0"/>
                    </a:moveTo>
                    <a:lnTo>
                      <a:pt x="4591" y="97658"/>
                    </a:lnTo>
                    <a:lnTo>
                      <a:pt x="2697" y="97710"/>
                    </a:lnTo>
                    <a:lnTo>
                      <a:pt x="0" y="0"/>
                    </a:lnTo>
                    <a:lnTo>
                      <a:pt x="459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Shape 81">
                <a:extLst>
                  <a:ext uri="{FF2B5EF4-FFF2-40B4-BE49-F238E27FC236}">
                    <a16:creationId xmlns:a16="http://schemas.microsoft.com/office/drawing/2014/main" id="{BE5185BE-671D-5A1B-940E-36ACA28E5DD3}"/>
                  </a:ext>
                </a:extLst>
              </p:cNvPr>
              <p:cNvSpPr/>
              <p:nvPr/>
            </p:nvSpPr>
            <p:spPr>
              <a:xfrm rot="18900000">
                <a:off x="1922453" y="3642829"/>
                <a:ext cx="1316334" cy="1582646"/>
              </a:xfrm>
              <a:custGeom>
                <a:avLst/>
                <a:gdLst>
                  <a:gd name="connsiteX0" fmla="*/ 1311519 w 1316334"/>
                  <a:gd name="connsiteY0" fmla="*/ 131780 h 1582646"/>
                  <a:gd name="connsiteX1" fmla="*/ 1314529 w 1316334"/>
                  <a:gd name="connsiteY1" fmla="*/ 228660 h 1582646"/>
                  <a:gd name="connsiteX2" fmla="*/ 1316334 w 1316334"/>
                  <a:gd name="connsiteY2" fmla="*/ 228603 h 1582646"/>
                  <a:gd name="connsiteX3" fmla="*/ 1316334 w 1316334"/>
                  <a:gd name="connsiteY3" fmla="*/ 1383857 h 1582646"/>
                  <a:gd name="connsiteX4" fmla="*/ 1117545 w 1316334"/>
                  <a:gd name="connsiteY4" fmla="*/ 1582646 h 1582646"/>
                  <a:gd name="connsiteX5" fmla="*/ 11809 w 1316334"/>
                  <a:gd name="connsiteY5" fmla="*/ 1582646 h 1582646"/>
                  <a:gd name="connsiteX6" fmla="*/ 0 w 1316334"/>
                  <a:gd name="connsiteY6" fmla="*/ 1154766 h 1582646"/>
                  <a:gd name="connsiteX7" fmla="*/ 773127 w 1316334"/>
                  <a:gd name="connsiteY7" fmla="*/ 1154766 h 1582646"/>
                  <a:gd name="connsiteX8" fmla="*/ 882822 w 1316334"/>
                  <a:gd name="connsiteY8" fmla="*/ 1045069 h 1582646"/>
                  <a:gd name="connsiteX9" fmla="*/ 882823 w 1316334"/>
                  <a:gd name="connsiteY9" fmla="*/ 211422 h 1582646"/>
                  <a:gd name="connsiteX10" fmla="*/ 877169 w 1316334"/>
                  <a:gd name="connsiteY10" fmla="*/ 183417 h 1582646"/>
                  <a:gd name="connsiteX11" fmla="*/ 878117 w 1316334"/>
                  <a:gd name="connsiteY11" fmla="*/ 183388 h 1582646"/>
                  <a:gd name="connsiteX12" fmla="*/ 872418 w 1316334"/>
                  <a:gd name="connsiteY12" fmla="*/ 0 h 1582646"/>
                  <a:gd name="connsiteX13" fmla="*/ 874511 w 1316334"/>
                  <a:gd name="connsiteY13" fmla="*/ 10367 h 1582646"/>
                  <a:gd name="connsiteX14" fmla="*/ 1057678 w 1316334"/>
                  <a:gd name="connsiteY14" fmla="*/ 131780 h 1582646"/>
                  <a:gd name="connsiteX15" fmla="*/ 1311519 w 1316334"/>
                  <a:gd name="connsiteY15" fmla="*/ 131780 h 1582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6334" h="1582646">
                    <a:moveTo>
                      <a:pt x="1311519" y="131780"/>
                    </a:moveTo>
                    <a:lnTo>
                      <a:pt x="1314529" y="228660"/>
                    </a:lnTo>
                    <a:lnTo>
                      <a:pt x="1316334" y="228603"/>
                    </a:lnTo>
                    <a:lnTo>
                      <a:pt x="1316334" y="1383857"/>
                    </a:lnTo>
                    <a:cubicBezTo>
                      <a:pt x="1316333" y="1493645"/>
                      <a:pt x="1227333" y="1582645"/>
                      <a:pt x="1117545" y="1582646"/>
                    </a:cubicBezTo>
                    <a:lnTo>
                      <a:pt x="11809" y="1582646"/>
                    </a:lnTo>
                    <a:lnTo>
                      <a:pt x="0" y="1154766"/>
                    </a:lnTo>
                    <a:lnTo>
                      <a:pt x="773127" y="1154766"/>
                    </a:lnTo>
                    <a:cubicBezTo>
                      <a:pt x="833711" y="1154766"/>
                      <a:pt x="882823" y="1105654"/>
                      <a:pt x="882822" y="1045069"/>
                    </a:cubicBezTo>
                    <a:lnTo>
                      <a:pt x="882823" y="211422"/>
                    </a:lnTo>
                    <a:lnTo>
                      <a:pt x="877169" y="183417"/>
                    </a:lnTo>
                    <a:lnTo>
                      <a:pt x="878117" y="183388"/>
                    </a:lnTo>
                    <a:lnTo>
                      <a:pt x="872418" y="0"/>
                    </a:lnTo>
                    <a:lnTo>
                      <a:pt x="874511" y="10367"/>
                    </a:lnTo>
                    <a:cubicBezTo>
                      <a:pt x="904689" y="81716"/>
                      <a:pt x="975337" y="131779"/>
                      <a:pt x="1057678" y="131780"/>
                    </a:cubicBezTo>
                    <a:lnTo>
                      <a:pt x="1311519" y="13178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Shape 80">
                <a:extLst>
                  <a:ext uri="{FF2B5EF4-FFF2-40B4-BE49-F238E27FC236}">
                    <a16:creationId xmlns:a16="http://schemas.microsoft.com/office/drawing/2014/main" id="{5CD7A751-9DA5-3B1C-6F13-5D5EC0F0D756}"/>
                  </a:ext>
                </a:extLst>
              </p:cNvPr>
              <p:cNvSpPr/>
              <p:nvPr/>
            </p:nvSpPr>
            <p:spPr>
              <a:xfrm rot="18900000">
                <a:off x="1261799" y="3824095"/>
                <a:ext cx="1345120" cy="1561254"/>
              </a:xfrm>
              <a:custGeom>
                <a:avLst/>
                <a:gdLst>
                  <a:gd name="connsiteX0" fmla="*/ 1331836 w 1345120"/>
                  <a:gd name="connsiteY0" fmla="*/ 0 h 1561254"/>
                  <a:gd name="connsiteX1" fmla="*/ 1345120 w 1345120"/>
                  <a:gd name="connsiteY1" fmla="*/ 427395 h 1561254"/>
                  <a:gd name="connsiteX2" fmla="*/ 531459 w 1345120"/>
                  <a:gd name="connsiteY2" fmla="*/ 427395 h 1561254"/>
                  <a:gd name="connsiteX3" fmla="*/ 421764 w 1345120"/>
                  <a:gd name="connsiteY3" fmla="*/ 537091 h 1561254"/>
                  <a:gd name="connsiteX4" fmla="*/ 421764 w 1345120"/>
                  <a:gd name="connsiteY4" fmla="*/ 1370739 h 1561254"/>
                  <a:gd name="connsiteX5" fmla="*/ 425580 w 1345120"/>
                  <a:gd name="connsiteY5" fmla="*/ 1389640 h 1561254"/>
                  <a:gd name="connsiteX6" fmla="*/ 430317 w 1345120"/>
                  <a:gd name="connsiteY6" fmla="*/ 1561254 h 1561254"/>
                  <a:gd name="connsiteX7" fmla="*/ 428864 w 1345120"/>
                  <a:gd name="connsiteY7" fmla="*/ 1554061 h 1561254"/>
                  <a:gd name="connsiteX8" fmla="*/ 386263 w 1345120"/>
                  <a:gd name="connsiteY8" fmla="*/ 1490873 h 1561254"/>
                  <a:gd name="connsiteX9" fmla="*/ 245698 w 1345120"/>
                  <a:gd name="connsiteY9" fmla="*/ 1432650 h 1561254"/>
                  <a:gd name="connsiteX10" fmla="*/ 1588 w 1345120"/>
                  <a:gd name="connsiteY10" fmla="*/ 1432650 h 1561254"/>
                  <a:gd name="connsiteX11" fmla="*/ 431 w 1345120"/>
                  <a:gd name="connsiteY11" fmla="*/ 1340253 h 1561254"/>
                  <a:gd name="connsiteX12" fmla="*/ 0 w 1345120"/>
                  <a:gd name="connsiteY12" fmla="*/ 1340259 h 1561254"/>
                  <a:gd name="connsiteX13" fmla="*/ 0 w 1345120"/>
                  <a:gd name="connsiteY13" fmla="*/ 198790 h 1561254"/>
                  <a:gd name="connsiteX14" fmla="*/ 198789 w 1345120"/>
                  <a:gd name="connsiteY14" fmla="*/ 1 h 1561254"/>
                  <a:gd name="connsiteX15" fmla="*/ 1331836 w 1345120"/>
                  <a:gd name="connsiteY15" fmla="*/ 0 h 1561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5120" h="1561254">
                    <a:moveTo>
                      <a:pt x="1331836" y="0"/>
                    </a:moveTo>
                    <a:lnTo>
                      <a:pt x="1345120" y="427395"/>
                    </a:lnTo>
                    <a:lnTo>
                      <a:pt x="531459" y="427395"/>
                    </a:lnTo>
                    <a:cubicBezTo>
                      <a:pt x="470876" y="427395"/>
                      <a:pt x="421764" y="476508"/>
                      <a:pt x="421764" y="537091"/>
                    </a:cubicBezTo>
                    <a:lnTo>
                      <a:pt x="421764" y="1370739"/>
                    </a:lnTo>
                    <a:lnTo>
                      <a:pt x="425580" y="1389640"/>
                    </a:lnTo>
                    <a:lnTo>
                      <a:pt x="430317" y="1561254"/>
                    </a:lnTo>
                    <a:lnTo>
                      <a:pt x="428864" y="1554061"/>
                    </a:lnTo>
                    <a:cubicBezTo>
                      <a:pt x="418806" y="1530278"/>
                      <a:pt x="404250" y="1508860"/>
                      <a:pt x="386263" y="1490873"/>
                    </a:cubicBezTo>
                    <a:cubicBezTo>
                      <a:pt x="350289" y="1454899"/>
                      <a:pt x="300592" y="1432648"/>
                      <a:pt x="245698" y="1432650"/>
                    </a:cubicBezTo>
                    <a:lnTo>
                      <a:pt x="1588" y="1432650"/>
                    </a:lnTo>
                    <a:lnTo>
                      <a:pt x="431" y="1340253"/>
                    </a:lnTo>
                    <a:lnTo>
                      <a:pt x="0" y="1340259"/>
                    </a:lnTo>
                    <a:lnTo>
                      <a:pt x="0" y="198790"/>
                    </a:lnTo>
                    <a:cubicBezTo>
                      <a:pt x="0" y="89002"/>
                      <a:pt x="89001" y="1"/>
                      <a:pt x="198789" y="1"/>
                    </a:cubicBezTo>
                    <a:lnTo>
                      <a:pt x="1331836"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Shape 78">
                <a:extLst>
                  <a:ext uri="{FF2B5EF4-FFF2-40B4-BE49-F238E27FC236}">
                    <a16:creationId xmlns:a16="http://schemas.microsoft.com/office/drawing/2014/main" id="{E81AA84C-35C9-E04D-8FE4-D91D3FDD7E6D}"/>
                  </a:ext>
                </a:extLst>
              </p:cNvPr>
              <p:cNvSpPr/>
              <p:nvPr/>
            </p:nvSpPr>
            <p:spPr>
              <a:xfrm rot="18900000">
                <a:off x="2435684" y="5272165"/>
                <a:ext cx="14170" cy="347060"/>
              </a:xfrm>
              <a:custGeom>
                <a:avLst/>
                <a:gdLst>
                  <a:gd name="connsiteX0" fmla="*/ 0 w 14170"/>
                  <a:gd name="connsiteY0" fmla="*/ 0 h 347060"/>
                  <a:gd name="connsiteX1" fmla="*/ 14170 w 14170"/>
                  <a:gd name="connsiteY1" fmla="*/ 70185 h 347060"/>
                  <a:gd name="connsiteX2" fmla="*/ 14170 w 14170"/>
                  <a:gd name="connsiteY2" fmla="*/ 347060 h 347060"/>
                  <a:gd name="connsiteX3" fmla="*/ 9579 w 14170"/>
                  <a:gd name="connsiteY3" fmla="*/ 347060 h 347060"/>
                  <a:gd name="connsiteX4" fmla="*/ 0 w 14170"/>
                  <a:gd name="connsiteY4" fmla="*/ 0 h 34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70" h="347060">
                    <a:moveTo>
                      <a:pt x="0" y="0"/>
                    </a:moveTo>
                    <a:lnTo>
                      <a:pt x="14170" y="70185"/>
                    </a:lnTo>
                    <a:lnTo>
                      <a:pt x="14170" y="347060"/>
                    </a:lnTo>
                    <a:lnTo>
                      <a:pt x="9579" y="347060"/>
                    </a:lnTo>
                    <a:lnTo>
                      <a:pt x="0"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6" name="Freeform: Shape 75">
                <a:extLst>
                  <a:ext uri="{FF2B5EF4-FFF2-40B4-BE49-F238E27FC236}">
                    <a16:creationId xmlns:a16="http://schemas.microsoft.com/office/drawing/2014/main" id="{036F009D-D0A0-4F24-0F5B-EBBB12E552B0}"/>
                  </a:ext>
                </a:extLst>
              </p:cNvPr>
              <p:cNvSpPr/>
              <p:nvPr/>
            </p:nvSpPr>
            <p:spPr>
              <a:xfrm rot="18900000">
                <a:off x="2026383" y="5494977"/>
                <a:ext cx="5393" cy="303588"/>
              </a:xfrm>
              <a:custGeom>
                <a:avLst/>
                <a:gdLst>
                  <a:gd name="connsiteX0" fmla="*/ 1588 w 5393"/>
                  <a:gd name="connsiteY0" fmla="*/ 0 h 303588"/>
                  <a:gd name="connsiteX1" fmla="*/ 5393 w 5393"/>
                  <a:gd name="connsiteY1" fmla="*/ 303588 h 303588"/>
                  <a:gd name="connsiteX2" fmla="*/ 0 w 5393"/>
                  <a:gd name="connsiteY2" fmla="*/ 276875 h 303588"/>
                  <a:gd name="connsiteX3" fmla="*/ 0 w 5393"/>
                  <a:gd name="connsiteY3" fmla="*/ 0 h 303588"/>
                  <a:gd name="connsiteX4" fmla="*/ 1588 w 5393"/>
                  <a:gd name="connsiteY4" fmla="*/ 0 h 303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3" h="303588">
                    <a:moveTo>
                      <a:pt x="1588" y="0"/>
                    </a:moveTo>
                    <a:lnTo>
                      <a:pt x="5393" y="303588"/>
                    </a:lnTo>
                    <a:lnTo>
                      <a:pt x="0" y="276875"/>
                    </a:lnTo>
                    <a:lnTo>
                      <a:pt x="0" y="0"/>
                    </a:lnTo>
                    <a:lnTo>
                      <a:pt x="1588"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5" name="Freeform: Shape 74">
                <a:extLst>
                  <a:ext uri="{FF2B5EF4-FFF2-40B4-BE49-F238E27FC236}">
                    <a16:creationId xmlns:a16="http://schemas.microsoft.com/office/drawing/2014/main" id="{48878DFA-0B92-2132-F0D9-7CEA9E667B13}"/>
                  </a:ext>
                </a:extLst>
              </p:cNvPr>
              <p:cNvSpPr/>
              <p:nvPr/>
            </p:nvSpPr>
            <p:spPr>
              <a:xfrm rot="18900000">
                <a:off x="1866818" y="5682781"/>
                <a:ext cx="1346542" cy="1604725"/>
              </a:xfrm>
              <a:custGeom>
                <a:avLst/>
                <a:gdLst>
                  <a:gd name="connsiteX0" fmla="*/ 1341951 w 1346542"/>
                  <a:gd name="connsiteY0" fmla="*/ 172076 h 1604725"/>
                  <a:gd name="connsiteX1" fmla="*/ 1344648 w 1346542"/>
                  <a:gd name="connsiteY1" fmla="*/ 269786 h 1604725"/>
                  <a:gd name="connsiteX2" fmla="*/ 1346542 w 1346542"/>
                  <a:gd name="connsiteY2" fmla="*/ 269734 h 1604725"/>
                  <a:gd name="connsiteX3" fmla="*/ 1346542 w 1346542"/>
                  <a:gd name="connsiteY3" fmla="*/ 1405936 h 1604725"/>
                  <a:gd name="connsiteX4" fmla="*/ 1147753 w 1346542"/>
                  <a:gd name="connsiteY4" fmla="*/ 1604725 h 1604725"/>
                  <a:gd name="connsiteX5" fmla="*/ 13298 w 1346542"/>
                  <a:gd name="connsiteY5" fmla="*/ 1604724 h 1604725"/>
                  <a:gd name="connsiteX6" fmla="*/ 0 w 1346542"/>
                  <a:gd name="connsiteY6" fmla="*/ 1176844 h 1604725"/>
                  <a:gd name="connsiteX7" fmla="*/ 803336 w 1346542"/>
                  <a:gd name="connsiteY7" fmla="*/ 1176844 h 1604725"/>
                  <a:gd name="connsiteX8" fmla="*/ 913031 w 1346542"/>
                  <a:gd name="connsiteY8" fmla="*/ 1067149 h 1604725"/>
                  <a:gd name="connsiteX9" fmla="*/ 913031 w 1346542"/>
                  <a:gd name="connsiteY9" fmla="*/ 233500 h 1604725"/>
                  <a:gd name="connsiteX10" fmla="*/ 910198 w 1346542"/>
                  <a:gd name="connsiteY10" fmla="*/ 219466 h 1604725"/>
                  <a:gd name="connsiteX11" fmla="*/ 907448 w 1346542"/>
                  <a:gd name="connsiteY11" fmla="*/ 0 h 1604725"/>
                  <a:gd name="connsiteX12" fmla="*/ 917676 w 1346542"/>
                  <a:gd name="connsiteY12" fmla="*/ 50664 h 1604725"/>
                  <a:gd name="connsiteX13" fmla="*/ 1100844 w 1346542"/>
                  <a:gd name="connsiteY13" fmla="*/ 172076 h 1604725"/>
                  <a:gd name="connsiteX14" fmla="*/ 1341951 w 1346542"/>
                  <a:gd name="connsiteY14" fmla="*/ 172076 h 1604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6542" h="1604725">
                    <a:moveTo>
                      <a:pt x="1341951" y="172076"/>
                    </a:moveTo>
                    <a:lnTo>
                      <a:pt x="1344648" y="269786"/>
                    </a:lnTo>
                    <a:lnTo>
                      <a:pt x="1346542" y="269734"/>
                    </a:lnTo>
                    <a:lnTo>
                      <a:pt x="1346542" y="1405936"/>
                    </a:lnTo>
                    <a:cubicBezTo>
                      <a:pt x="1346542" y="1515722"/>
                      <a:pt x="1257541" y="1604723"/>
                      <a:pt x="1147753" y="1604725"/>
                    </a:cubicBezTo>
                    <a:lnTo>
                      <a:pt x="13298" y="1604724"/>
                    </a:lnTo>
                    <a:lnTo>
                      <a:pt x="0" y="1176844"/>
                    </a:lnTo>
                    <a:lnTo>
                      <a:pt x="803336" y="1176844"/>
                    </a:lnTo>
                    <a:cubicBezTo>
                      <a:pt x="863919" y="1176843"/>
                      <a:pt x="913031" y="1127731"/>
                      <a:pt x="913031" y="1067149"/>
                    </a:cubicBezTo>
                    <a:lnTo>
                      <a:pt x="913031" y="233500"/>
                    </a:lnTo>
                    <a:lnTo>
                      <a:pt x="910198" y="219466"/>
                    </a:lnTo>
                    <a:lnTo>
                      <a:pt x="907448" y="0"/>
                    </a:lnTo>
                    <a:lnTo>
                      <a:pt x="917676" y="50664"/>
                    </a:lnTo>
                    <a:cubicBezTo>
                      <a:pt x="947854" y="122013"/>
                      <a:pt x="1018503" y="172076"/>
                      <a:pt x="1100844" y="172076"/>
                    </a:cubicBezTo>
                    <a:lnTo>
                      <a:pt x="1341951" y="172076"/>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4" name="Freeform: Shape 73">
                <a:extLst>
                  <a:ext uri="{FF2B5EF4-FFF2-40B4-BE49-F238E27FC236}">
                    <a16:creationId xmlns:a16="http://schemas.microsoft.com/office/drawing/2014/main" id="{14DD249B-647E-7DE2-96F2-9D1C18C71CF1}"/>
                  </a:ext>
                </a:extLst>
              </p:cNvPr>
              <p:cNvSpPr/>
              <p:nvPr/>
            </p:nvSpPr>
            <p:spPr>
              <a:xfrm rot="18900000">
                <a:off x="1249997" y="5883791"/>
                <a:ext cx="1306927" cy="1574403"/>
              </a:xfrm>
              <a:custGeom>
                <a:avLst/>
                <a:gdLst>
                  <a:gd name="connsiteX0" fmla="*/ 1301571 w 1306927"/>
                  <a:gd name="connsiteY0" fmla="*/ 1 h 1574403"/>
                  <a:gd name="connsiteX1" fmla="*/ 1306927 w 1306927"/>
                  <a:gd name="connsiteY1" fmla="*/ 427395 h 1574403"/>
                  <a:gd name="connsiteX2" fmla="*/ 531458 w 1306927"/>
                  <a:gd name="connsiteY2" fmla="*/ 427394 h 1574403"/>
                  <a:gd name="connsiteX3" fmla="*/ 421763 w 1306927"/>
                  <a:gd name="connsiteY3" fmla="*/ 537089 h 1574403"/>
                  <a:gd name="connsiteX4" fmla="*/ 421763 w 1306927"/>
                  <a:gd name="connsiteY4" fmla="*/ 1370738 h 1574403"/>
                  <a:gd name="connsiteX5" fmla="*/ 430385 w 1306927"/>
                  <a:gd name="connsiteY5" fmla="*/ 1413436 h 1574403"/>
                  <a:gd name="connsiteX6" fmla="*/ 437581 w 1306927"/>
                  <a:gd name="connsiteY6" fmla="*/ 1424109 h 1574403"/>
                  <a:gd name="connsiteX7" fmla="*/ 442252 w 1306927"/>
                  <a:gd name="connsiteY7" fmla="*/ 1574403 h 1574403"/>
                  <a:gd name="connsiteX8" fmla="*/ 441823 w 1306927"/>
                  <a:gd name="connsiteY8" fmla="*/ 1572277 h 1574403"/>
                  <a:gd name="connsiteX9" fmla="*/ 258656 w 1306927"/>
                  <a:gd name="connsiteY9" fmla="*/ 1450866 h 1574403"/>
                  <a:gd name="connsiteX10" fmla="*/ 3408 w 1306927"/>
                  <a:gd name="connsiteY10" fmla="*/ 1450866 h 1574403"/>
                  <a:gd name="connsiteX11" fmla="*/ 0 w 1306927"/>
                  <a:gd name="connsiteY11" fmla="*/ 1341224 h 1574403"/>
                  <a:gd name="connsiteX12" fmla="*/ 0 w 1306927"/>
                  <a:gd name="connsiteY12" fmla="*/ 198790 h 1574403"/>
                  <a:gd name="connsiteX13" fmla="*/ 198789 w 1306927"/>
                  <a:gd name="connsiteY13" fmla="*/ 1 h 1574403"/>
                  <a:gd name="connsiteX14" fmla="*/ 1301571 w 1306927"/>
                  <a:gd name="connsiteY14" fmla="*/ 1 h 1574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06927" h="1574403">
                    <a:moveTo>
                      <a:pt x="1301571" y="1"/>
                    </a:moveTo>
                    <a:lnTo>
                      <a:pt x="1306927" y="427395"/>
                    </a:lnTo>
                    <a:lnTo>
                      <a:pt x="531458" y="427394"/>
                    </a:lnTo>
                    <a:cubicBezTo>
                      <a:pt x="470876" y="427394"/>
                      <a:pt x="421764" y="476506"/>
                      <a:pt x="421763" y="537089"/>
                    </a:cubicBezTo>
                    <a:lnTo>
                      <a:pt x="421763" y="1370738"/>
                    </a:lnTo>
                    <a:cubicBezTo>
                      <a:pt x="421763" y="1385883"/>
                      <a:pt x="424834" y="1400312"/>
                      <a:pt x="430385" y="1413436"/>
                    </a:cubicBezTo>
                    <a:lnTo>
                      <a:pt x="437581" y="1424109"/>
                    </a:lnTo>
                    <a:lnTo>
                      <a:pt x="442252" y="1574403"/>
                    </a:lnTo>
                    <a:lnTo>
                      <a:pt x="441823" y="1572277"/>
                    </a:lnTo>
                    <a:cubicBezTo>
                      <a:pt x="411645" y="1500930"/>
                      <a:pt x="340997" y="1450866"/>
                      <a:pt x="258656" y="1450866"/>
                    </a:cubicBezTo>
                    <a:lnTo>
                      <a:pt x="3408" y="1450866"/>
                    </a:lnTo>
                    <a:lnTo>
                      <a:pt x="0" y="1341224"/>
                    </a:lnTo>
                    <a:lnTo>
                      <a:pt x="0" y="198790"/>
                    </a:lnTo>
                    <a:cubicBezTo>
                      <a:pt x="0" y="89000"/>
                      <a:pt x="89000" y="-1"/>
                      <a:pt x="198789" y="1"/>
                    </a:cubicBezTo>
                    <a:lnTo>
                      <a:pt x="1301571" y="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356B3DCB-9466-93AC-21E0-E26AE711172D}"/>
                  </a:ext>
                </a:extLst>
              </p:cNvPr>
              <p:cNvSpPr/>
              <p:nvPr/>
            </p:nvSpPr>
            <p:spPr>
              <a:xfrm rot="18900000">
                <a:off x="1279979" y="7674104"/>
                <a:ext cx="1908313" cy="1908313"/>
              </a:xfrm>
              <a:custGeom>
                <a:avLst/>
                <a:gdLst>
                  <a:gd name="connsiteX0" fmla="*/ 1903498 w 1908313"/>
                  <a:gd name="connsiteY0" fmla="*/ 457447 h 1908313"/>
                  <a:gd name="connsiteX1" fmla="*/ 1906509 w 1908313"/>
                  <a:gd name="connsiteY1" fmla="*/ 554327 h 1908313"/>
                  <a:gd name="connsiteX2" fmla="*/ 1908313 w 1908313"/>
                  <a:gd name="connsiteY2" fmla="*/ 554270 h 1908313"/>
                  <a:gd name="connsiteX3" fmla="*/ 1908313 w 1908313"/>
                  <a:gd name="connsiteY3" fmla="*/ 1709524 h 1908313"/>
                  <a:gd name="connsiteX4" fmla="*/ 1709524 w 1908313"/>
                  <a:gd name="connsiteY4" fmla="*/ 1908313 h 1908313"/>
                  <a:gd name="connsiteX5" fmla="*/ 198789 w 1908313"/>
                  <a:gd name="connsiteY5" fmla="*/ 1908313 h 1908313"/>
                  <a:gd name="connsiteX6" fmla="*/ 0 w 1908313"/>
                  <a:gd name="connsiteY6" fmla="*/ 1709524 h 1908313"/>
                  <a:gd name="connsiteX7" fmla="*/ 0 w 1908313"/>
                  <a:gd name="connsiteY7" fmla="*/ 198789 h 1908313"/>
                  <a:gd name="connsiteX8" fmla="*/ 198789 w 1908313"/>
                  <a:gd name="connsiteY8" fmla="*/ 0 h 1908313"/>
                  <a:gd name="connsiteX9" fmla="*/ 1331837 w 1908313"/>
                  <a:gd name="connsiteY9" fmla="*/ 0 h 1908313"/>
                  <a:gd name="connsiteX10" fmla="*/ 1345120 w 1908313"/>
                  <a:gd name="connsiteY10" fmla="*/ 427395 h 1908313"/>
                  <a:gd name="connsiteX11" fmla="*/ 531460 w 1908313"/>
                  <a:gd name="connsiteY11" fmla="*/ 427395 h 1908313"/>
                  <a:gd name="connsiteX12" fmla="*/ 421764 w 1908313"/>
                  <a:gd name="connsiteY12" fmla="*/ 537090 h 1908313"/>
                  <a:gd name="connsiteX13" fmla="*/ 421764 w 1908313"/>
                  <a:gd name="connsiteY13" fmla="*/ 1370738 h 1908313"/>
                  <a:gd name="connsiteX14" fmla="*/ 531459 w 1908313"/>
                  <a:gd name="connsiteY14" fmla="*/ 1480433 h 1908313"/>
                  <a:gd name="connsiteX15" fmla="*/ 1365107 w 1908313"/>
                  <a:gd name="connsiteY15" fmla="*/ 1480433 h 1908313"/>
                  <a:gd name="connsiteX16" fmla="*/ 1474802 w 1908313"/>
                  <a:gd name="connsiteY16" fmla="*/ 1370737 h 1908313"/>
                  <a:gd name="connsiteX17" fmla="*/ 1474802 w 1908313"/>
                  <a:gd name="connsiteY17" fmla="*/ 537090 h 1908313"/>
                  <a:gd name="connsiteX18" fmla="*/ 1469148 w 1908313"/>
                  <a:gd name="connsiteY18" fmla="*/ 509084 h 1908313"/>
                  <a:gd name="connsiteX19" fmla="*/ 1470096 w 1908313"/>
                  <a:gd name="connsiteY19" fmla="*/ 509055 h 1908313"/>
                  <a:gd name="connsiteX20" fmla="*/ 1464397 w 1908313"/>
                  <a:gd name="connsiteY20" fmla="*/ 325667 h 1908313"/>
                  <a:gd name="connsiteX21" fmla="*/ 1466490 w 1908313"/>
                  <a:gd name="connsiteY21" fmla="*/ 336034 h 1908313"/>
                  <a:gd name="connsiteX22" fmla="*/ 1649657 w 1908313"/>
                  <a:gd name="connsiteY22" fmla="*/ 457447 h 1908313"/>
                  <a:gd name="connsiteX23" fmla="*/ 1903498 w 1908313"/>
                  <a:gd name="connsiteY23" fmla="*/ 457447 h 1908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3">
                    <a:moveTo>
                      <a:pt x="1903498" y="457447"/>
                    </a:moveTo>
                    <a:lnTo>
                      <a:pt x="1906509" y="554327"/>
                    </a:lnTo>
                    <a:lnTo>
                      <a:pt x="1908313" y="554270"/>
                    </a:lnTo>
                    <a:lnTo>
                      <a:pt x="1908313" y="1709524"/>
                    </a:lnTo>
                    <a:cubicBezTo>
                      <a:pt x="1908312" y="1819312"/>
                      <a:pt x="1819312" y="1908312"/>
                      <a:pt x="1709524" y="1908313"/>
                    </a:cubicBezTo>
                    <a:lnTo>
                      <a:pt x="198789" y="1908313"/>
                    </a:lnTo>
                    <a:cubicBezTo>
                      <a:pt x="89001" y="1908313"/>
                      <a:pt x="-1" y="1819312"/>
                      <a:pt x="0" y="1709524"/>
                    </a:cubicBezTo>
                    <a:lnTo>
                      <a:pt x="0" y="198789"/>
                    </a:lnTo>
                    <a:cubicBezTo>
                      <a:pt x="0" y="89001"/>
                      <a:pt x="89001" y="0"/>
                      <a:pt x="198789" y="0"/>
                    </a:cubicBezTo>
                    <a:lnTo>
                      <a:pt x="1331837" y="0"/>
                    </a:lnTo>
                    <a:lnTo>
                      <a:pt x="1345120" y="427395"/>
                    </a:lnTo>
                    <a:lnTo>
                      <a:pt x="531460" y="427395"/>
                    </a:lnTo>
                    <a:cubicBezTo>
                      <a:pt x="470876" y="427395"/>
                      <a:pt x="421764" y="476507"/>
                      <a:pt x="421764" y="537090"/>
                    </a:cubicBezTo>
                    <a:lnTo>
                      <a:pt x="421764" y="1370738"/>
                    </a:lnTo>
                    <a:cubicBezTo>
                      <a:pt x="421765" y="1431321"/>
                      <a:pt x="470876" y="1480432"/>
                      <a:pt x="531459" y="1480433"/>
                    </a:cubicBezTo>
                    <a:lnTo>
                      <a:pt x="1365107" y="1480433"/>
                    </a:lnTo>
                    <a:cubicBezTo>
                      <a:pt x="1425690" y="1480433"/>
                      <a:pt x="1474802" y="1431321"/>
                      <a:pt x="1474802" y="1370737"/>
                    </a:cubicBezTo>
                    <a:lnTo>
                      <a:pt x="1474802" y="537090"/>
                    </a:lnTo>
                    <a:lnTo>
                      <a:pt x="1469148" y="509084"/>
                    </a:lnTo>
                    <a:lnTo>
                      <a:pt x="1470096" y="509055"/>
                    </a:lnTo>
                    <a:lnTo>
                      <a:pt x="1464397" y="325667"/>
                    </a:lnTo>
                    <a:lnTo>
                      <a:pt x="1466490" y="336034"/>
                    </a:lnTo>
                    <a:cubicBezTo>
                      <a:pt x="1496668" y="407383"/>
                      <a:pt x="1567316" y="457446"/>
                      <a:pt x="1649657" y="457447"/>
                    </a:cubicBezTo>
                    <a:lnTo>
                      <a:pt x="1903498" y="45744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Shape 69">
                <a:extLst>
                  <a:ext uri="{FF2B5EF4-FFF2-40B4-BE49-F238E27FC236}">
                    <a16:creationId xmlns:a16="http://schemas.microsoft.com/office/drawing/2014/main" id="{CBC799B7-749D-2FCD-6068-95ADE0B861CF}"/>
                  </a:ext>
                </a:extLst>
              </p:cNvPr>
              <p:cNvSpPr/>
              <p:nvPr/>
            </p:nvSpPr>
            <p:spPr>
              <a:xfrm rot="18805141">
                <a:off x="1930007" y="1404700"/>
                <a:ext cx="1098" cy="39787"/>
              </a:xfrm>
              <a:custGeom>
                <a:avLst/>
                <a:gdLst>
                  <a:gd name="connsiteX0" fmla="*/ 1098 w 1098"/>
                  <a:gd name="connsiteY0" fmla="*/ 0 h 39787"/>
                  <a:gd name="connsiteX1" fmla="*/ 499 w 1098"/>
                  <a:gd name="connsiteY1" fmla="*/ 39787 h 39787"/>
                  <a:gd name="connsiteX2" fmla="*/ 0 w 1098"/>
                  <a:gd name="connsiteY2" fmla="*/ 39773 h 39787"/>
                  <a:gd name="connsiteX3" fmla="*/ 1098 w 1098"/>
                  <a:gd name="connsiteY3" fmla="*/ 0 h 39787"/>
                </a:gdLst>
                <a:ahLst/>
                <a:cxnLst>
                  <a:cxn ang="0">
                    <a:pos x="connsiteX0" y="connsiteY0"/>
                  </a:cxn>
                  <a:cxn ang="0">
                    <a:pos x="connsiteX1" y="connsiteY1"/>
                  </a:cxn>
                  <a:cxn ang="0">
                    <a:pos x="connsiteX2" y="connsiteY2"/>
                  </a:cxn>
                  <a:cxn ang="0">
                    <a:pos x="connsiteX3" y="connsiteY3"/>
                  </a:cxn>
                </a:cxnLst>
                <a:rect l="l" t="t" r="r" b="b"/>
                <a:pathLst>
                  <a:path w="1098" h="39787">
                    <a:moveTo>
                      <a:pt x="1098" y="0"/>
                    </a:moveTo>
                    <a:lnTo>
                      <a:pt x="499" y="39787"/>
                    </a:lnTo>
                    <a:lnTo>
                      <a:pt x="0" y="39773"/>
                    </a:lnTo>
                    <a:lnTo>
                      <a:pt x="1098"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9" name="Freeform: Shape 68">
                <a:extLst>
                  <a:ext uri="{FF2B5EF4-FFF2-40B4-BE49-F238E27FC236}">
                    <a16:creationId xmlns:a16="http://schemas.microsoft.com/office/drawing/2014/main" id="{2E030EDA-00AD-B0B9-6090-5CB76EAD8B4B}"/>
                  </a:ext>
                </a:extLst>
              </p:cNvPr>
              <p:cNvSpPr/>
              <p:nvPr/>
            </p:nvSpPr>
            <p:spPr>
              <a:xfrm rot="18805141">
                <a:off x="2604346" y="1419307"/>
                <a:ext cx="3174" cy="115067"/>
              </a:xfrm>
              <a:custGeom>
                <a:avLst/>
                <a:gdLst>
                  <a:gd name="connsiteX0" fmla="*/ 3174 w 3174"/>
                  <a:gd name="connsiteY0" fmla="*/ 87 h 115067"/>
                  <a:gd name="connsiteX1" fmla="*/ 0 w 3174"/>
                  <a:gd name="connsiteY1" fmla="*/ 115067 h 115067"/>
                  <a:gd name="connsiteX2" fmla="*/ 0 w 3174"/>
                  <a:gd name="connsiteY2" fmla="*/ 0 h 115067"/>
                  <a:gd name="connsiteX3" fmla="*/ 3174 w 3174"/>
                  <a:gd name="connsiteY3" fmla="*/ 87 h 115067"/>
                </a:gdLst>
                <a:ahLst/>
                <a:cxnLst>
                  <a:cxn ang="0">
                    <a:pos x="connsiteX0" y="connsiteY0"/>
                  </a:cxn>
                  <a:cxn ang="0">
                    <a:pos x="connsiteX1" y="connsiteY1"/>
                  </a:cxn>
                  <a:cxn ang="0">
                    <a:pos x="connsiteX2" y="connsiteY2"/>
                  </a:cxn>
                  <a:cxn ang="0">
                    <a:pos x="connsiteX3" y="connsiteY3"/>
                  </a:cxn>
                </a:cxnLst>
                <a:rect l="l" t="t" r="r" b="b"/>
                <a:pathLst>
                  <a:path w="3174" h="115067">
                    <a:moveTo>
                      <a:pt x="3174" y="87"/>
                    </a:moveTo>
                    <a:lnTo>
                      <a:pt x="0" y="115067"/>
                    </a:lnTo>
                    <a:lnTo>
                      <a:pt x="0" y="0"/>
                    </a:lnTo>
                    <a:lnTo>
                      <a:pt x="3174" y="87"/>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4" name="Freeform: Shape 63">
                <a:extLst>
                  <a:ext uri="{FF2B5EF4-FFF2-40B4-BE49-F238E27FC236}">
                    <a16:creationId xmlns:a16="http://schemas.microsoft.com/office/drawing/2014/main" id="{83686274-08A6-7C58-0F38-5D20AC6BD5A9}"/>
                  </a:ext>
                </a:extLst>
              </p:cNvPr>
              <p:cNvSpPr/>
              <p:nvPr/>
            </p:nvSpPr>
            <p:spPr>
              <a:xfrm rot="18805141">
                <a:off x="2454629" y="1186489"/>
                <a:ext cx="9750" cy="294524"/>
              </a:xfrm>
              <a:custGeom>
                <a:avLst/>
                <a:gdLst>
                  <a:gd name="connsiteX0" fmla="*/ 0 w 9750"/>
                  <a:gd name="connsiteY0" fmla="*/ 0 h 294524"/>
                  <a:gd name="connsiteX1" fmla="*/ 9750 w 9750"/>
                  <a:gd name="connsiteY1" fmla="*/ 56251 h 294524"/>
                  <a:gd name="connsiteX2" fmla="*/ 3174 w 9750"/>
                  <a:gd name="connsiteY2" fmla="*/ 294524 h 294524"/>
                  <a:gd name="connsiteX3" fmla="*/ 0 w 9750"/>
                  <a:gd name="connsiteY3" fmla="*/ 294437 h 294524"/>
                  <a:gd name="connsiteX4" fmla="*/ 0 w 9750"/>
                  <a:gd name="connsiteY4" fmla="*/ 0 h 29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0" h="294524">
                    <a:moveTo>
                      <a:pt x="0" y="0"/>
                    </a:moveTo>
                    <a:lnTo>
                      <a:pt x="9750" y="56251"/>
                    </a:lnTo>
                    <a:lnTo>
                      <a:pt x="3174" y="294524"/>
                    </a:lnTo>
                    <a:lnTo>
                      <a:pt x="0" y="294437"/>
                    </a:lnTo>
                    <a:lnTo>
                      <a:pt x="0"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Freeform: Shape 60">
                <a:extLst>
                  <a:ext uri="{FF2B5EF4-FFF2-40B4-BE49-F238E27FC236}">
                    <a16:creationId xmlns:a16="http://schemas.microsoft.com/office/drawing/2014/main" id="{CCD11B05-5A9B-79BF-9582-7725B1E18B9F}"/>
                  </a:ext>
                </a:extLst>
              </p:cNvPr>
              <p:cNvSpPr/>
              <p:nvPr/>
            </p:nvSpPr>
            <p:spPr>
              <a:xfrm rot="18805141">
                <a:off x="2032248" y="1400720"/>
                <a:ext cx="7075" cy="256777"/>
              </a:xfrm>
              <a:custGeom>
                <a:avLst/>
                <a:gdLst>
                  <a:gd name="connsiteX0" fmla="*/ 7075 w 7075"/>
                  <a:gd name="connsiteY0" fmla="*/ 14 h 256777"/>
                  <a:gd name="connsiteX1" fmla="*/ 3207 w 7075"/>
                  <a:gd name="connsiteY1" fmla="*/ 256777 h 256777"/>
                  <a:gd name="connsiteX2" fmla="*/ 0 w 7075"/>
                  <a:gd name="connsiteY2" fmla="*/ 238273 h 256777"/>
                  <a:gd name="connsiteX3" fmla="*/ 6576 w 7075"/>
                  <a:gd name="connsiteY3" fmla="*/ 0 h 256777"/>
                  <a:gd name="connsiteX4" fmla="*/ 7075 w 7075"/>
                  <a:gd name="connsiteY4" fmla="*/ 14 h 256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 h="256777">
                    <a:moveTo>
                      <a:pt x="7075" y="14"/>
                    </a:moveTo>
                    <a:lnTo>
                      <a:pt x="3207" y="256777"/>
                    </a:lnTo>
                    <a:lnTo>
                      <a:pt x="0" y="238273"/>
                    </a:lnTo>
                    <a:lnTo>
                      <a:pt x="6576" y="0"/>
                    </a:lnTo>
                    <a:lnTo>
                      <a:pt x="7075" y="14"/>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94" name="Group 93">
                <a:extLst>
                  <a:ext uri="{FF2B5EF4-FFF2-40B4-BE49-F238E27FC236}">
                    <a16:creationId xmlns:a16="http://schemas.microsoft.com/office/drawing/2014/main" id="{C448370C-979A-D640-B30F-E8375F18E6EA}"/>
                  </a:ext>
                </a:extLst>
              </p:cNvPr>
              <p:cNvGrpSpPr/>
              <p:nvPr/>
            </p:nvGrpSpPr>
            <p:grpSpPr>
              <a:xfrm>
                <a:off x="1129831" y="-362379"/>
                <a:ext cx="2252938" cy="3596105"/>
                <a:chOff x="1129831" y="-362379"/>
                <a:chExt cx="2252938" cy="3596105"/>
              </a:xfrm>
            </p:grpSpPr>
            <p:sp>
              <p:nvSpPr>
                <p:cNvPr id="71" name="Freeform: Shape 70">
                  <a:extLst>
                    <a:ext uri="{FF2B5EF4-FFF2-40B4-BE49-F238E27FC236}">
                      <a16:creationId xmlns:a16="http://schemas.microsoft.com/office/drawing/2014/main" id="{CEF00BF5-882E-49FA-DDDA-B211DA35014C}"/>
                    </a:ext>
                  </a:extLst>
                </p:cNvPr>
                <p:cNvSpPr/>
                <p:nvPr/>
              </p:nvSpPr>
              <p:spPr>
                <a:xfrm rot="18805141">
                  <a:off x="2036107" y="1028973"/>
                  <a:ext cx="428587" cy="817294"/>
                </a:xfrm>
                <a:custGeom>
                  <a:avLst/>
                  <a:gdLst>
                    <a:gd name="connsiteX0" fmla="*/ 384013 w 428587"/>
                    <a:gd name="connsiteY0" fmla="*/ 68739 h 449042"/>
                    <a:gd name="connsiteX1" fmla="*/ 424856 w 428587"/>
                    <a:gd name="connsiteY1" fmla="*/ 133077 h 449042"/>
                    <a:gd name="connsiteX2" fmla="*/ 428587 w 428587"/>
                    <a:gd name="connsiteY2" fmla="*/ 154605 h 449042"/>
                    <a:gd name="connsiteX3" fmla="*/ 428587 w 428587"/>
                    <a:gd name="connsiteY3" fmla="*/ 449042 h 449042"/>
                    <a:gd name="connsiteX4" fmla="*/ 190021 w 428587"/>
                    <a:gd name="connsiteY4" fmla="*/ 442457 h 449042"/>
                    <a:gd name="connsiteX5" fmla="*/ 10273 w 428587"/>
                    <a:gd name="connsiteY5" fmla="*/ 316038 h 449042"/>
                    <a:gd name="connsiteX6" fmla="*/ 0 w 428587"/>
                    <a:gd name="connsiteY6" fmla="*/ 256763 h 449042"/>
                    <a:gd name="connsiteX7" fmla="*/ 3868 w 428587"/>
                    <a:gd name="connsiteY7" fmla="*/ 0 h 449042"/>
                    <a:gd name="connsiteX8" fmla="*/ 245108 w 428587"/>
                    <a:gd name="connsiteY8" fmla="*/ 6658 h 449042"/>
                    <a:gd name="connsiteX9" fmla="*/ 384013 w 428587"/>
                    <a:gd name="connsiteY9" fmla="*/ 68739 h 449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8587" h="449042">
                      <a:moveTo>
                        <a:pt x="384013" y="68739"/>
                      </a:moveTo>
                      <a:cubicBezTo>
                        <a:pt x="401497" y="87215"/>
                        <a:pt x="415456" y="109026"/>
                        <a:pt x="424856" y="133077"/>
                      </a:cubicBezTo>
                      <a:lnTo>
                        <a:pt x="428587" y="154605"/>
                      </a:lnTo>
                      <a:lnTo>
                        <a:pt x="428587" y="449042"/>
                      </a:lnTo>
                      <a:lnTo>
                        <a:pt x="190021" y="442457"/>
                      </a:lnTo>
                      <a:cubicBezTo>
                        <a:pt x="107712" y="440185"/>
                        <a:pt x="38471" y="388191"/>
                        <a:pt x="10273" y="316038"/>
                      </a:cubicBezTo>
                      <a:lnTo>
                        <a:pt x="0" y="256763"/>
                      </a:lnTo>
                      <a:lnTo>
                        <a:pt x="3868" y="0"/>
                      </a:lnTo>
                      <a:lnTo>
                        <a:pt x="245108" y="6658"/>
                      </a:lnTo>
                      <a:cubicBezTo>
                        <a:pt x="299981" y="8172"/>
                        <a:pt x="349045" y="31786"/>
                        <a:pt x="384013" y="68739"/>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Shape 66">
                  <a:extLst>
                    <a:ext uri="{FF2B5EF4-FFF2-40B4-BE49-F238E27FC236}">
                      <a16:creationId xmlns:a16="http://schemas.microsoft.com/office/drawing/2014/main" id="{DD755421-1E98-A4A1-CD21-08C47EF0E15F}"/>
                    </a:ext>
                  </a:extLst>
                </p:cNvPr>
                <p:cNvSpPr/>
                <p:nvPr/>
              </p:nvSpPr>
              <p:spPr>
                <a:xfrm rot="18805141">
                  <a:off x="1914076" y="-484903"/>
                  <a:ext cx="1343836" cy="1588884"/>
                </a:xfrm>
                <a:custGeom>
                  <a:avLst/>
                  <a:gdLst>
                    <a:gd name="connsiteX0" fmla="*/ 1341694 w 1343836"/>
                    <a:gd name="connsiteY0" fmla="*/ 143844 h 1588884"/>
                    <a:gd name="connsiteX1" fmla="*/ 1342031 w 1343836"/>
                    <a:gd name="connsiteY1" fmla="*/ 240770 h 1588884"/>
                    <a:gd name="connsiteX2" fmla="*/ 1343836 w 1343836"/>
                    <a:gd name="connsiteY2" fmla="*/ 240763 h 1588884"/>
                    <a:gd name="connsiteX3" fmla="*/ 1311963 w 1343836"/>
                    <a:gd name="connsiteY3" fmla="*/ 1395578 h 1588884"/>
                    <a:gd name="connsiteX4" fmla="*/ 1107764 w 1343836"/>
                    <a:gd name="connsiteY4" fmla="*/ 1588807 h 1588884"/>
                    <a:gd name="connsiteX5" fmla="*/ 0 w 1343836"/>
                    <a:gd name="connsiteY5" fmla="*/ 1558232 h 1588884"/>
                    <a:gd name="connsiteX6" fmla="*/ 0 w 1343836"/>
                    <a:gd name="connsiteY6" fmla="*/ 1130189 h 1588884"/>
                    <a:gd name="connsiteX7" fmla="*/ 775284 w 1343836"/>
                    <a:gd name="connsiteY7" fmla="*/ 1151586 h 1588884"/>
                    <a:gd name="connsiteX8" fmla="*/ 887963 w 1343836"/>
                    <a:gd name="connsiteY8" fmla="*/ 1044958 h 1588884"/>
                    <a:gd name="connsiteX9" fmla="*/ 910964 w 1343836"/>
                    <a:gd name="connsiteY9" fmla="*/ 211629 h 1588884"/>
                    <a:gd name="connsiteX10" fmla="*/ 906084 w 1343836"/>
                    <a:gd name="connsiteY10" fmla="*/ 183478 h 1588884"/>
                    <a:gd name="connsiteX11" fmla="*/ 907033 w 1343836"/>
                    <a:gd name="connsiteY11" fmla="*/ 183476 h 1588884"/>
                    <a:gd name="connsiteX12" fmla="*/ 906396 w 1343836"/>
                    <a:gd name="connsiteY12" fmla="*/ 0 h 1588884"/>
                    <a:gd name="connsiteX13" fmla="*/ 908203 w 1343836"/>
                    <a:gd name="connsiteY13" fmla="*/ 10421 h 1588884"/>
                    <a:gd name="connsiteX14" fmla="*/ 1087949 w 1343836"/>
                    <a:gd name="connsiteY14" fmla="*/ 136841 h 1588884"/>
                    <a:gd name="connsiteX15" fmla="*/ 1341694 w 1343836"/>
                    <a:gd name="connsiteY15" fmla="*/ 143844 h 158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3836" h="1588884">
                      <a:moveTo>
                        <a:pt x="1341694" y="143844"/>
                      </a:moveTo>
                      <a:lnTo>
                        <a:pt x="1342031" y="240770"/>
                      </a:lnTo>
                      <a:lnTo>
                        <a:pt x="1343836" y="240763"/>
                      </a:lnTo>
                      <a:lnTo>
                        <a:pt x="1311963" y="1395578"/>
                      </a:lnTo>
                      <a:cubicBezTo>
                        <a:pt x="1308932" y="1505324"/>
                        <a:pt x="1217511" y="1591835"/>
                        <a:pt x="1107764" y="1588807"/>
                      </a:cubicBezTo>
                      <a:lnTo>
                        <a:pt x="0" y="1558232"/>
                      </a:lnTo>
                      <a:lnTo>
                        <a:pt x="0" y="1130189"/>
                      </a:lnTo>
                      <a:lnTo>
                        <a:pt x="775284" y="1151586"/>
                      </a:lnTo>
                      <a:cubicBezTo>
                        <a:pt x="835843" y="1153259"/>
                        <a:pt x="886292" y="1105520"/>
                        <a:pt x="887963" y="1044958"/>
                      </a:cubicBezTo>
                      <a:lnTo>
                        <a:pt x="910964" y="211629"/>
                      </a:lnTo>
                      <a:lnTo>
                        <a:pt x="906084" y="183478"/>
                      </a:lnTo>
                      <a:lnTo>
                        <a:pt x="907033" y="183476"/>
                      </a:lnTo>
                      <a:lnTo>
                        <a:pt x="906396" y="0"/>
                      </a:lnTo>
                      <a:lnTo>
                        <a:pt x="908203" y="10421"/>
                      </a:lnTo>
                      <a:cubicBezTo>
                        <a:pt x="936400" y="82575"/>
                        <a:pt x="1005640" y="134569"/>
                        <a:pt x="1087949" y="136841"/>
                      </a:cubicBezTo>
                      <a:lnTo>
                        <a:pt x="1341694" y="143844"/>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6" name="Freeform: Shape 65">
                  <a:extLst>
                    <a:ext uri="{FF2B5EF4-FFF2-40B4-BE49-F238E27FC236}">
                      <a16:creationId xmlns:a16="http://schemas.microsoft.com/office/drawing/2014/main" id="{35B70B22-537A-7C11-BCE1-E0BA3359E0A9}"/>
                    </a:ext>
                  </a:extLst>
                </p:cNvPr>
                <p:cNvSpPr/>
                <p:nvPr/>
              </p:nvSpPr>
              <p:spPr>
                <a:xfrm rot="18805141">
                  <a:off x="1254361" y="-320613"/>
                  <a:ext cx="1372906" cy="1619812"/>
                </a:xfrm>
                <a:custGeom>
                  <a:avLst/>
                  <a:gdLst>
                    <a:gd name="connsiteX0" fmla="*/ 1371420 w 1372906"/>
                    <a:gd name="connsiteY0" fmla="*/ 31337 h 1619812"/>
                    <a:gd name="connsiteX1" fmla="*/ 1372906 w 1372906"/>
                    <a:gd name="connsiteY1" fmla="*/ 458936 h 1619812"/>
                    <a:gd name="connsiteX2" fmla="*/ 559556 w 1372906"/>
                    <a:gd name="connsiteY2" fmla="*/ 436487 h 1619812"/>
                    <a:gd name="connsiteX3" fmla="*/ 446876 w 1372906"/>
                    <a:gd name="connsiteY3" fmla="*/ 543114 h 1619812"/>
                    <a:gd name="connsiteX4" fmla="*/ 423875 w 1372906"/>
                    <a:gd name="connsiteY4" fmla="*/ 1376445 h 1619812"/>
                    <a:gd name="connsiteX5" fmla="*/ 424719 w 1372906"/>
                    <a:gd name="connsiteY5" fmla="*/ 1381316 h 1619812"/>
                    <a:gd name="connsiteX6" fmla="*/ 424719 w 1372906"/>
                    <a:gd name="connsiteY6" fmla="*/ 1619812 h 1619812"/>
                    <a:gd name="connsiteX7" fmla="*/ 420988 w 1372906"/>
                    <a:gd name="connsiteY7" fmla="*/ 1598284 h 1619812"/>
                    <a:gd name="connsiteX8" fmla="*/ 380145 w 1372906"/>
                    <a:gd name="connsiteY8" fmla="*/ 1533946 h 1619812"/>
                    <a:gd name="connsiteX9" fmla="*/ 241240 w 1372906"/>
                    <a:gd name="connsiteY9" fmla="*/ 1471865 h 1619812"/>
                    <a:gd name="connsiteX10" fmla="*/ 0 w 1372906"/>
                    <a:gd name="connsiteY10" fmla="*/ 1465207 h 1619812"/>
                    <a:gd name="connsiteX11" fmla="*/ 599 w 1372906"/>
                    <a:gd name="connsiteY11" fmla="*/ 1425420 h 1619812"/>
                    <a:gd name="connsiteX12" fmla="*/ 34606 w 1372906"/>
                    <a:gd name="connsiteY12" fmla="*/ 193306 h 1619812"/>
                    <a:gd name="connsiteX13" fmla="*/ 238804 w 1372906"/>
                    <a:gd name="connsiteY13" fmla="*/ 77 h 1619812"/>
                    <a:gd name="connsiteX14" fmla="*/ 1371420 w 1372906"/>
                    <a:gd name="connsiteY14" fmla="*/ 31337 h 1619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2906" h="1619812">
                      <a:moveTo>
                        <a:pt x="1371420" y="31337"/>
                      </a:moveTo>
                      <a:lnTo>
                        <a:pt x="1372906" y="458936"/>
                      </a:lnTo>
                      <a:lnTo>
                        <a:pt x="559556" y="436487"/>
                      </a:lnTo>
                      <a:cubicBezTo>
                        <a:pt x="498995" y="434816"/>
                        <a:pt x="448547" y="482554"/>
                        <a:pt x="446876" y="543114"/>
                      </a:cubicBezTo>
                      <a:lnTo>
                        <a:pt x="423875" y="1376445"/>
                      </a:lnTo>
                      <a:lnTo>
                        <a:pt x="424719" y="1381316"/>
                      </a:lnTo>
                      <a:lnTo>
                        <a:pt x="424719" y="1619812"/>
                      </a:lnTo>
                      <a:lnTo>
                        <a:pt x="420988" y="1598284"/>
                      </a:lnTo>
                      <a:cubicBezTo>
                        <a:pt x="411588" y="1574233"/>
                        <a:pt x="397629" y="1552422"/>
                        <a:pt x="380145" y="1533946"/>
                      </a:cubicBezTo>
                      <a:cubicBezTo>
                        <a:pt x="345177" y="1496993"/>
                        <a:pt x="296113" y="1473379"/>
                        <a:pt x="241240" y="1471865"/>
                      </a:cubicBezTo>
                      <a:lnTo>
                        <a:pt x="0" y="1465207"/>
                      </a:lnTo>
                      <a:lnTo>
                        <a:pt x="599" y="1425420"/>
                      </a:lnTo>
                      <a:lnTo>
                        <a:pt x="34606" y="193306"/>
                      </a:lnTo>
                      <a:cubicBezTo>
                        <a:pt x="37635" y="83560"/>
                        <a:pt x="129058" y="-2952"/>
                        <a:pt x="238804" y="77"/>
                      </a:cubicBezTo>
                      <a:lnTo>
                        <a:pt x="1371420" y="3133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Shape 59">
                  <a:extLst>
                    <a:ext uri="{FF2B5EF4-FFF2-40B4-BE49-F238E27FC236}">
                      <a16:creationId xmlns:a16="http://schemas.microsoft.com/office/drawing/2014/main" id="{0BD59348-27B7-A325-811B-D5699D81717F}"/>
                    </a:ext>
                  </a:extLst>
                </p:cNvPr>
                <p:cNvSpPr/>
                <p:nvPr/>
              </p:nvSpPr>
              <p:spPr>
                <a:xfrm rot="18805141">
                  <a:off x="1868169" y="1545298"/>
                  <a:ext cx="1371640" cy="1657560"/>
                </a:xfrm>
                <a:custGeom>
                  <a:avLst/>
                  <a:gdLst>
                    <a:gd name="connsiteX0" fmla="*/ 1371640 w 1371640"/>
                    <a:gd name="connsiteY0" fmla="*/ 192279 h 1657560"/>
                    <a:gd name="connsiteX1" fmla="*/ 1371640 w 1371640"/>
                    <a:gd name="connsiteY1" fmla="*/ 307346 h 1657560"/>
                    <a:gd name="connsiteX2" fmla="*/ 1339709 w 1371640"/>
                    <a:gd name="connsiteY2" fmla="*/ 1464253 h 1657560"/>
                    <a:gd name="connsiteX3" fmla="*/ 1135510 w 1371640"/>
                    <a:gd name="connsiteY3" fmla="*/ 1657483 h 1657560"/>
                    <a:gd name="connsiteX4" fmla="*/ 1488 w 1371640"/>
                    <a:gd name="connsiteY4" fmla="*/ 1626182 h 1657560"/>
                    <a:gd name="connsiteX5" fmla="*/ 0 w 1371640"/>
                    <a:gd name="connsiteY5" fmla="*/ 1198098 h 1657560"/>
                    <a:gd name="connsiteX6" fmla="*/ 803030 w 1371640"/>
                    <a:gd name="connsiteY6" fmla="*/ 1220262 h 1657560"/>
                    <a:gd name="connsiteX7" fmla="*/ 915710 w 1371640"/>
                    <a:gd name="connsiteY7" fmla="*/ 1113635 h 1657560"/>
                    <a:gd name="connsiteX8" fmla="*/ 937938 w 1371640"/>
                    <a:gd name="connsiteY8" fmla="*/ 308312 h 1657560"/>
                    <a:gd name="connsiteX9" fmla="*/ 938408 w 1371640"/>
                    <a:gd name="connsiteY9" fmla="*/ 308319 h 1657560"/>
                    <a:gd name="connsiteX10" fmla="*/ 943053 w 1371640"/>
                    <a:gd name="connsiteY10" fmla="*/ 0 h 1657560"/>
                    <a:gd name="connsiteX11" fmla="*/ 953326 w 1371640"/>
                    <a:gd name="connsiteY11" fmla="*/ 59275 h 1657560"/>
                    <a:gd name="connsiteX12" fmla="*/ 1133074 w 1371640"/>
                    <a:gd name="connsiteY12" fmla="*/ 185694 h 1657560"/>
                    <a:gd name="connsiteX13" fmla="*/ 1371640 w 1371640"/>
                    <a:gd name="connsiteY13" fmla="*/ 192279 h 1657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1640" h="1657560">
                      <a:moveTo>
                        <a:pt x="1371640" y="192279"/>
                      </a:moveTo>
                      <a:lnTo>
                        <a:pt x="1371640" y="307346"/>
                      </a:lnTo>
                      <a:lnTo>
                        <a:pt x="1339709" y="1464253"/>
                      </a:lnTo>
                      <a:cubicBezTo>
                        <a:pt x="1336679" y="1573999"/>
                        <a:pt x="1245257" y="1660510"/>
                        <a:pt x="1135510" y="1657483"/>
                      </a:cubicBezTo>
                      <a:lnTo>
                        <a:pt x="1488" y="1626182"/>
                      </a:lnTo>
                      <a:lnTo>
                        <a:pt x="0" y="1198098"/>
                      </a:lnTo>
                      <a:lnTo>
                        <a:pt x="803030" y="1220262"/>
                      </a:lnTo>
                      <a:cubicBezTo>
                        <a:pt x="863590" y="1221933"/>
                        <a:pt x="914038" y="1174194"/>
                        <a:pt x="915710" y="1113635"/>
                      </a:cubicBezTo>
                      <a:lnTo>
                        <a:pt x="937938" y="308312"/>
                      </a:lnTo>
                      <a:lnTo>
                        <a:pt x="938408" y="308319"/>
                      </a:lnTo>
                      <a:lnTo>
                        <a:pt x="943053" y="0"/>
                      </a:lnTo>
                      <a:lnTo>
                        <a:pt x="953326" y="59275"/>
                      </a:lnTo>
                      <a:cubicBezTo>
                        <a:pt x="981524" y="131428"/>
                        <a:pt x="1050765" y="183422"/>
                        <a:pt x="1133074" y="185694"/>
                      </a:cubicBezTo>
                      <a:lnTo>
                        <a:pt x="1371640" y="192279"/>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5783D664-EA51-6AFE-EA67-F96D4661F3C3}"/>
                    </a:ext>
                  </a:extLst>
                </p:cNvPr>
                <p:cNvSpPr/>
                <p:nvPr/>
              </p:nvSpPr>
              <p:spPr>
                <a:xfrm rot="18805141">
                  <a:off x="1249702" y="1772998"/>
                  <a:ext cx="1340857" cy="1580599"/>
                </a:xfrm>
                <a:custGeom>
                  <a:avLst/>
                  <a:gdLst>
                    <a:gd name="connsiteX0" fmla="*/ 1340857 w 1340857"/>
                    <a:gd name="connsiteY0" fmla="*/ 30581 h 1580599"/>
                    <a:gd name="connsiteX1" fmla="*/ 1334419 w 1340857"/>
                    <a:gd name="connsiteY1" fmla="*/ 457960 h 1580599"/>
                    <a:gd name="connsiteX2" fmla="*/ 556470 w 1340857"/>
                    <a:gd name="connsiteY2" fmla="*/ 436488 h 1580599"/>
                    <a:gd name="connsiteX3" fmla="*/ 443789 w 1340857"/>
                    <a:gd name="connsiteY3" fmla="*/ 543115 h 1580599"/>
                    <a:gd name="connsiteX4" fmla="*/ 420790 w 1340857"/>
                    <a:gd name="connsiteY4" fmla="*/ 1376446 h 1580599"/>
                    <a:gd name="connsiteX5" fmla="*/ 428230 w 1340857"/>
                    <a:gd name="connsiteY5" fmla="*/ 1419366 h 1580599"/>
                    <a:gd name="connsiteX6" fmla="*/ 435129 w 1340857"/>
                    <a:gd name="connsiteY6" fmla="*/ 1430234 h 1580599"/>
                    <a:gd name="connsiteX7" fmla="*/ 435651 w 1340857"/>
                    <a:gd name="connsiteY7" fmla="*/ 1580599 h 1580599"/>
                    <a:gd name="connsiteX8" fmla="*/ 435281 w 1340857"/>
                    <a:gd name="connsiteY8" fmla="*/ 1578463 h 1580599"/>
                    <a:gd name="connsiteX9" fmla="*/ 255534 w 1340857"/>
                    <a:gd name="connsiteY9" fmla="*/ 1452044 h 1580599"/>
                    <a:gd name="connsiteX10" fmla="*/ 382 w 1340857"/>
                    <a:gd name="connsiteY10" fmla="*/ 1445002 h 1580599"/>
                    <a:gd name="connsiteX11" fmla="*/ 0 w 1340857"/>
                    <a:gd name="connsiteY11" fmla="*/ 1335307 h 1580599"/>
                    <a:gd name="connsiteX12" fmla="*/ 31520 w 1340857"/>
                    <a:gd name="connsiteY12" fmla="*/ 193308 h 1580599"/>
                    <a:gd name="connsiteX13" fmla="*/ 235718 w 1340857"/>
                    <a:gd name="connsiteY13" fmla="*/ 78 h 1580599"/>
                    <a:gd name="connsiteX14" fmla="*/ 1340857 w 1340857"/>
                    <a:gd name="connsiteY14" fmla="*/ 30581 h 158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0857" h="1580599">
                      <a:moveTo>
                        <a:pt x="1340857" y="30581"/>
                      </a:moveTo>
                      <a:lnTo>
                        <a:pt x="1334419" y="457960"/>
                      </a:lnTo>
                      <a:lnTo>
                        <a:pt x="556470" y="436488"/>
                      </a:lnTo>
                      <a:cubicBezTo>
                        <a:pt x="495910" y="434817"/>
                        <a:pt x="445462" y="482555"/>
                        <a:pt x="443789" y="543115"/>
                      </a:cubicBezTo>
                      <a:lnTo>
                        <a:pt x="420790" y="1376446"/>
                      </a:lnTo>
                      <a:cubicBezTo>
                        <a:pt x="420371" y="1391586"/>
                        <a:pt x="423042" y="1406094"/>
                        <a:pt x="428230" y="1419366"/>
                      </a:cubicBezTo>
                      <a:lnTo>
                        <a:pt x="435129" y="1430234"/>
                      </a:lnTo>
                      <a:lnTo>
                        <a:pt x="435651" y="1580599"/>
                      </a:lnTo>
                      <a:lnTo>
                        <a:pt x="435281" y="1578463"/>
                      </a:lnTo>
                      <a:cubicBezTo>
                        <a:pt x="407082" y="1506309"/>
                        <a:pt x="337843" y="1454315"/>
                        <a:pt x="255534" y="1452044"/>
                      </a:cubicBezTo>
                      <a:lnTo>
                        <a:pt x="382" y="1445002"/>
                      </a:lnTo>
                      <a:lnTo>
                        <a:pt x="0" y="1335307"/>
                      </a:lnTo>
                      <a:lnTo>
                        <a:pt x="31520" y="193308"/>
                      </a:lnTo>
                      <a:cubicBezTo>
                        <a:pt x="34549" y="83560"/>
                        <a:pt x="125971" y="-2951"/>
                        <a:pt x="235718" y="78"/>
                      </a:cubicBezTo>
                      <a:lnTo>
                        <a:pt x="1340857" y="3058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97" name="Rectangle: Rounded Corners 96">
              <a:extLst>
                <a:ext uri="{FF2B5EF4-FFF2-40B4-BE49-F238E27FC236}">
                  <a16:creationId xmlns:a16="http://schemas.microsoft.com/office/drawing/2014/main" id="{5DD7803C-CCD7-7806-A3F4-F6A201F1CEDA}"/>
                </a:ext>
              </a:extLst>
            </p:cNvPr>
            <p:cNvSpPr/>
            <p:nvPr/>
          </p:nvSpPr>
          <p:spPr>
            <a:xfrm rot="2783698">
              <a:off x="2458262" y="1127903"/>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Rounded Corners 97">
              <a:extLst>
                <a:ext uri="{FF2B5EF4-FFF2-40B4-BE49-F238E27FC236}">
                  <a16:creationId xmlns:a16="http://schemas.microsoft.com/office/drawing/2014/main" id="{AF5EC2F5-E72D-B4C4-6B03-44BDC4B52725}"/>
                </a:ext>
              </a:extLst>
            </p:cNvPr>
            <p:cNvSpPr/>
            <p:nvPr/>
          </p:nvSpPr>
          <p:spPr>
            <a:xfrm rot="2783698">
              <a:off x="2458261" y="3175759"/>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Rounded Corners 99">
              <a:extLst>
                <a:ext uri="{FF2B5EF4-FFF2-40B4-BE49-F238E27FC236}">
                  <a16:creationId xmlns:a16="http://schemas.microsoft.com/office/drawing/2014/main" id="{7D9C98E7-5A78-698A-30AC-0AC252CB57AD}"/>
                </a:ext>
              </a:extLst>
            </p:cNvPr>
            <p:cNvSpPr/>
            <p:nvPr/>
          </p:nvSpPr>
          <p:spPr>
            <a:xfrm rot="2783698">
              <a:off x="2439446" y="5223615"/>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Rounded Corners 106">
              <a:extLst>
                <a:ext uri="{FF2B5EF4-FFF2-40B4-BE49-F238E27FC236}">
                  <a16:creationId xmlns:a16="http://schemas.microsoft.com/office/drawing/2014/main" id="{A9AF457E-B3BE-D09A-3A83-27D38CA582E1}"/>
                </a:ext>
              </a:extLst>
            </p:cNvPr>
            <p:cNvSpPr/>
            <p:nvPr/>
          </p:nvSpPr>
          <p:spPr>
            <a:xfrm rot="2783698">
              <a:off x="2497495" y="7271470"/>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Rounded Corners 107">
              <a:extLst>
                <a:ext uri="{FF2B5EF4-FFF2-40B4-BE49-F238E27FC236}">
                  <a16:creationId xmlns:a16="http://schemas.microsoft.com/office/drawing/2014/main" id="{76E107FE-3C2E-2EB1-DF31-A856EDED09E0}"/>
                </a:ext>
              </a:extLst>
            </p:cNvPr>
            <p:cNvSpPr/>
            <p:nvPr/>
          </p:nvSpPr>
          <p:spPr>
            <a:xfrm rot="2783698">
              <a:off x="2497494" y="9319326"/>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881AA320-8117-127E-A330-1F036D835DBD}"/>
              </a:ext>
            </a:extLst>
          </p:cNvPr>
          <p:cNvSpPr txBox="1"/>
          <p:nvPr/>
        </p:nvSpPr>
        <p:spPr>
          <a:xfrm>
            <a:off x="5667429" y="-6362090"/>
            <a:ext cx="3608287" cy="5909310"/>
          </a:xfrm>
          <a:prstGeom prst="rect">
            <a:avLst/>
          </a:prstGeom>
          <a:noFill/>
        </p:spPr>
        <p:txBody>
          <a:bodyPr wrap="square" rtlCol="0">
            <a:spAutoFit/>
          </a:bodyPr>
          <a:lstStyle/>
          <a:p>
            <a:r>
              <a:rPr lang="en-US" sz="1400" dirty="0"/>
              <a:t>Abstract</a:t>
            </a:r>
          </a:p>
          <a:p>
            <a:endParaRPr lang="en-US" sz="1400" dirty="0"/>
          </a:p>
          <a:p>
            <a:r>
              <a:rPr lang="en-US" sz="1400" dirty="0"/>
              <a:t>1.Introduction</a:t>
            </a:r>
          </a:p>
          <a:p>
            <a:endParaRPr lang="en-US" sz="1400" dirty="0"/>
          </a:p>
          <a:p>
            <a:r>
              <a:rPr lang="en-US" sz="1400" dirty="0"/>
              <a:t>2.TikTok Revolution</a:t>
            </a:r>
          </a:p>
          <a:p>
            <a:endParaRPr lang="my-MM" sz="1400" dirty="0"/>
          </a:p>
          <a:p>
            <a:r>
              <a:rPr lang="my-MM" sz="1400" dirty="0"/>
              <a:t>3.</a:t>
            </a:r>
            <a:r>
              <a:rPr lang="en-US" sz="1400" dirty="0"/>
              <a:t>Algorithm</a:t>
            </a:r>
          </a:p>
          <a:p>
            <a:endParaRPr lang="my-MM" sz="1400" dirty="0"/>
          </a:p>
          <a:p>
            <a:r>
              <a:rPr lang="my-MM" sz="1400" dirty="0"/>
              <a:t>4.</a:t>
            </a:r>
            <a:r>
              <a:rPr lang="en-US" sz="1400" dirty="0"/>
              <a:t>Shift in Content Creation</a:t>
            </a:r>
          </a:p>
          <a:p>
            <a:endParaRPr lang="my-MM" sz="1400" dirty="0"/>
          </a:p>
          <a:p>
            <a:r>
              <a:rPr lang="my-MM" sz="1400" dirty="0"/>
              <a:t>5.</a:t>
            </a:r>
            <a:r>
              <a:rPr lang="en-US" sz="1400" dirty="0"/>
              <a:t>Cultural &amp; Global Impact</a:t>
            </a:r>
          </a:p>
          <a:p>
            <a:endParaRPr lang="my-MM" sz="1400" dirty="0"/>
          </a:p>
          <a:p>
            <a:r>
              <a:rPr lang="my-MM" sz="1400" dirty="0"/>
              <a:t>6.</a:t>
            </a:r>
            <a:r>
              <a:rPr lang="en-US" sz="1400" dirty="0"/>
              <a:t>New Era of Marketing &amp; Commerce</a:t>
            </a:r>
            <a:endParaRPr lang="my-MM" sz="1400" dirty="0"/>
          </a:p>
          <a:p>
            <a:endParaRPr lang="my-MM" sz="1400" dirty="0"/>
          </a:p>
          <a:p>
            <a:r>
              <a:rPr lang="my-MM" sz="1400" dirty="0"/>
              <a:t>7.</a:t>
            </a:r>
            <a:r>
              <a:rPr lang="en-US" sz="1400" dirty="0"/>
              <a:t>Information &amp; Learning</a:t>
            </a:r>
            <a:endParaRPr lang="my-MM" sz="1400" dirty="0"/>
          </a:p>
          <a:p>
            <a:endParaRPr lang="my-MM" sz="1400" dirty="0"/>
          </a:p>
          <a:p>
            <a:r>
              <a:rPr lang="my-MM" sz="1400" dirty="0"/>
              <a:t>8.</a:t>
            </a:r>
            <a:r>
              <a:rPr lang="en-US" sz="1400" dirty="0"/>
              <a:t>Challenges &amp; Ethical Concerns</a:t>
            </a:r>
          </a:p>
          <a:p>
            <a:endParaRPr lang="my-MM" sz="1400" dirty="0"/>
          </a:p>
          <a:p>
            <a:r>
              <a:rPr lang="my-MM" sz="1400" dirty="0"/>
              <a:t>9.</a:t>
            </a:r>
            <a:r>
              <a:rPr lang="en-US" sz="1400" dirty="0"/>
              <a:t>Future Landscape of TikTok</a:t>
            </a:r>
          </a:p>
          <a:p>
            <a:endParaRPr lang="en-US" sz="1400" dirty="0"/>
          </a:p>
          <a:p>
            <a:r>
              <a:rPr lang="en-US" sz="1400" dirty="0"/>
              <a:t>10.Power of Sound and Music</a:t>
            </a:r>
          </a:p>
          <a:p>
            <a:endParaRPr lang="en-US" sz="1400" dirty="0"/>
          </a:p>
          <a:p>
            <a:r>
              <a:rPr lang="en-US" sz="1400" dirty="0"/>
              <a:t>11.Trust in Real User Content</a:t>
            </a:r>
          </a:p>
          <a:p>
            <a:endParaRPr lang="en-US" sz="1400" dirty="0"/>
          </a:p>
          <a:p>
            <a:r>
              <a:rPr lang="en-US" sz="1400" dirty="0"/>
              <a:t>12.Security</a:t>
            </a:r>
          </a:p>
          <a:p>
            <a:endParaRPr lang="en-US" sz="1400" dirty="0"/>
          </a:p>
          <a:p>
            <a:r>
              <a:rPr lang="en-US" sz="1400" dirty="0"/>
              <a:t>Conclusion</a:t>
            </a:r>
          </a:p>
        </p:txBody>
      </p:sp>
      <p:sp>
        <p:nvSpPr>
          <p:cNvPr id="10" name="TextBox 9">
            <a:extLst>
              <a:ext uri="{FF2B5EF4-FFF2-40B4-BE49-F238E27FC236}">
                <a16:creationId xmlns:a16="http://schemas.microsoft.com/office/drawing/2014/main" id="{E05F4626-DCF1-3E71-8E4F-1D38A732C6A2}"/>
              </a:ext>
            </a:extLst>
          </p:cNvPr>
          <p:cNvSpPr txBox="1"/>
          <p:nvPr/>
        </p:nvSpPr>
        <p:spPr>
          <a:xfrm rot="2226459">
            <a:off x="11827627" y="-666604"/>
            <a:ext cx="2021130" cy="707886"/>
          </a:xfrm>
          <a:prstGeom prst="rect">
            <a:avLst/>
          </a:prstGeom>
          <a:noFill/>
        </p:spPr>
        <p:txBody>
          <a:bodyPr wrap="square" rtlCol="0">
            <a:spAutoFit/>
          </a:bodyPr>
          <a:lstStyle/>
          <a:p>
            <a:r>
              <a:rPr lang="en-US" sz="4000" b="1" dirty="0">
                <a:solidFill>
                  <a:schemeClr val="bg1"/>
                </a:solidFill>
              </a:rPr>
              <a:t>Outline </a:t>
            </a:r>
          </a:p>
        </p:txBody>
      </p:sp>
      <p:sp>
        <p:nvSpPr>
          <p:cNvPr id="11" name="Rectangle: Rounded Corners 10">
            <a:extLst>
              <a:ext uri="{FF2B5EF4-FFF2-40B4-BE49-F238E27FC236}">
                <a16:creationId xmlns:a16="http://schemas.microsoft.com/office/drawing/2014/main" id="{0FD95739-C737-15CD-F3F7-B8B97A89BDB2}"/>
              </a:ext>
            </a:extLst>
          </p:cNvPr>
          <p:cNvSpPr/>
          <p:nvPr/>
        </p:nvSpPr>
        <p:spPr>
          <a:xfrm rot="19946113">
            <a:off x="9798210" y="6110872"/>
            <a:ext cx="1516050" cy="1516050"/>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E5A4BF5-9B4E-DCE0-ABF1-ADA6092520A0}"/>
              </a:ext>
            </a:extLst>
          </p:cNvPr>
          <p:cNvSpPr txBox="1"/>
          <p:nvPr/>
        </p:nvSpPr>
        <p:spPr>
          <a:xfrm>
            <a:off x="4123259" y="947497"/>
            <a:ext cx="2748889" cy="707886"/>
          </a:xfrm>
          <a:prstGeom prst="rect">
            <a:avLst/>
          </a:prstGeom>
          <a:noFill/>
        </p:spPr>
        <p:txBody>
          <a:bodyPr wrap="square" rtlCol="0">
            <a:spAutoFit/>
          </a:bodyPr>
          <a:lstStyle/>
          <a:p>
            <a:r>
              <a:rPr lang="en-US" sz="4000" dirty="0">
                <a:latin typeface="Times New Roman" panose="02020603050405020304" pitchFamily="18" charset="0"/>
              </a:rPr>
              <a:t>Abstract</a:t>
            </a:r>
          </a:p>
        </p:txBody>
      </p:sp>
      <p:sp>
        <p:nvSpPr>
          <p:cNvPr id="5" name="TextBox 4">
            <a:extLst>
              <a:ext uri="{FF2B5EF4-FFF2-40B4-BE49-F238E27FC236}">
                <a16:creationId xmlns:a16="http://schemas.microsoft.com/office/drawing/2014/main" id="{BE3C2751-8015-F5AC-2F64-5B99F944518A}"/>
              </a:ext>
            </a:extLst>
          </p:cNvPr>
          <p:cNvSpPr txBox="1"/>
          <p:nvPr/>
        </p:nvSpPr>
        <p:spPr>
          <a:xfrm>
            <a:off x="4123259" y="1800290"/>
            <a:ext cx="7068731" cy="420435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latin typeface="Times New Roman" panose="02020603050405020304" pitchFamily="18" charset="0"/>
              </a:rPr>
              <a:t>TikTok is now the top app for fun, creative, and short-form entertainment.  </a:t>
            </a:r>
          </a:p>
          <a:p>
            <a:pPr marL="285750" indent="-285750">
              <a:lnSpc>
                <a:spcPct val="150000"/>
              </a:lnSpc>
              <a:buFont typeface="Arial" panose="020B0604020202020204" pitchFamily="34" charset="0"/>
              <a:buChar char="•"/>
            </a:pPr>
            <a:r>
              <a:rPr lang="en-US" dirty="0">
                <a:latin typeface="Times New Roman" panose="02020603050405020304" pitchFamily="18" charset="0"/>
              </a:rPr>
              <a:t>We explore how it grew from a small platform into a global sensation used by billions of people.  </a:t>
            </a:r>
          </a:p>
          <a:p>
            <a:pPr marL="285750" indent="-285750">
              <a:lnSpc>
                <a:spcPct val="150000"/>
              </a:lnSpc>
              <a:buFont typeface="Arial" panose="020B0604020202020204" pitchFamily="34" charset="0"/>
              <a:buChar char="•"/>
            </a:pPr>
            <a:r>
              <a:rPr lang="en-US" dirty="0">
                <a:latin typeface="Times New Roman" panose="02020603050405020304" pitchFamily="18" charset="0"/>
              </a:rPr>
              <a:t>This presentation explains the AI "Secret Weapon" that shows you videos you love in just a few minutes.  </a:t>
            </a:r>
          </a:p>
          <a:p>
            <a:pPr marL="285750" indent="-285750">
              <a:lnSpc>
                <a:spcPct val="150000"/>
              </a:lnSpc>
              <a:buFont typeface="Arial" panose="020B0604020202020204" pitchFamily="34" charset="0"/>
              <a:buChar char="•"/>
            </a:pPr>
            <a:r>
              <a:rPr lang="en-US" dirty="0">
                <a:latin typeface="Times New Roman" panose="02020603050405020304" pitchFamily="18" charset="0"/>
              </a:rPr>
              <a:t>We show how ordinary people can become stars using only a smartphone and simple editing tools.  </a:t>
            </a:r>
          </a:p>
          <a:p>
            <a:pPr marL="285750" indent="-285750">
              <a:lnSpc>
                <a:spcPct val="150000"/>
              </a:lnSpc>
              <a:buFont typeface="Arial" panose="020B0604020202020204" pitchFamily="34" charset="0"/>
              <a:buChar char="•"/>
            </a:pPr>
            <a:r>
              <a:rPr lang="en-US" dirty="0">
                <a:latin typeface="Times New Roman" panose="02020603050405020304" pitchFamily="18" charset="0"/>
              </a:rPr>
              <a:t>Finally, we look at important issues like data privacy and how to keep young users safe online.</a:t>
            </a:r>
          </a:p>
        </p:txBody>
      </p:sp>
      <p:sp>
        <p:nvSpPr>
          <p:cNvPr id="13" name="TextBox 12">
            <a:extLst>
              <a:ext uri="{FF2B5EF4-FFF2-40B4-BE49-F238E27FC236}">
                <a16:creationId xmlns:a16="http://schemas.microsoft.com/office/drawing/2014/main" id="{8AE65826-EA62-52BC-20CA-6F1A4C451238}"/>
              </a:ext>
            </a:extLst>
          </p:cNvPr>
          <p:cNvSpPr txBox="1"/>
          <p:nvPr/>
        </p:nvSpPr>
        <p:spPr>
          <a:xfrm>
            <a:off x="4329551" y="9281443"/>
            <a:ext cx="6102891" cy="2092881"/>
          </a:xfrm>
          <a:prstGeom prst="rect">
            <a:avLst/>
          </a:prstGeom>
          <a:noFill/>
        </p:spPr>
        <p:txBody>
          <a:bodyPr wrap="square" rtlCol="0">
            <a:spAutoFit/>
          </a:bodyPr>
          <a:lstStyle/>
          <a:p>
            <a:r>
              <a:rPr lang="en-US" sz="2000" b="1" dirty="0"/>
              <a:t>Social Media</a:t>
            </a:r>
          </a:p>
          <a:p>
            <a:endParaRPr lang="en-US" sz="2000" b="1" dirty="0"/>
          </a:p>
          <a:p>
            <a:pPr marL="285750" indent="-285750">
              <a:buFont typeface="Arial" panose="020B0604020202020204" pitchFamily="34" charset="0"/>
              <a:buChar char="•"/>
            </a:pPr>
            <a:r>
              <a:rPr lang="en-US" dirty="0"/>
              <a:t>the heart of the digital era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how we talk, share ideas, and stay connected with friends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King of Digital Fun and Creativity. (TikTok)</a:t>
            </a:r>
          </a:p>
        </p:txBody>
      </p:sp>
      <p:sp>
        <p:nvSpPr>
          <p:cNvPr id="14" name="TextBox 13">
            <a:extLst>
              <a:ext uri="{FF2B5EF4-FFF2-40B4-BE49-F238E27FC236}">
                <a16:creationId xmlns:a16="http://schemas.microsoft.com/office/drawing/2014/main" id="{A5266AA4-6EB5-C5C6-10BC-C6349887160F}"/>
              </a:ext>
            </a:extLst>
          </p:cNvPr>
          <p:cNvSpPr txBox="1"/>
          <p:nvPr/>
        </p:nvSpPr>
        <p:spPr>
          <a:xfrm>
            <a:off x="3770522" y="7467446"/>
            <a:ext cx="3484791" cy="707886"/>
          </a:xfrm>
          <a:prstGeom prst="rect">
            <a:avLst/>
          </a:prstGeom>
          <a:noFill/>
        </p:spPr>
        <p:txBody>
          <a:bodyPr wrap="square" rtlCol="0">
            <a:spAutoFit/>
          </a:bodyPr>
          <a:lstStyle/>
          <a:p>
            <a:pPr algn="ctr"/>
            <a:r>
              <a:rPr lang="en-US" sz="4000" dirty="0"/>
              <a:t>Introduction</a:t>
            </a:r>
          </a:p>
        </p:txBody>
      </p:sp>
    </p:spTree>
    <p:extLst>
      <p:ext uri="{BB962C8B-B14F-4D97-AF65-F5344CB8AC3E}">
        <p14:creationId xmlns:p14="http://schemas.microsoft.com/office/powerpoint/2010/main" val="26966334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B89B1-B04F-62F5-FCB1-37D46E6B8294}"/>
            </a:ext>
          </a:extLst>
        </p:cNvPr>
        <p:cNvGrpSpPr/>
        <p:nvPr/>
      </p:nvGrpSpPr>
      <p:grpSpPr>
        <a:xfrm>
          <a:off x="0" y="0"/>
          <a:ext cx="0" cy="0"/>
          <a:chOff x="0" y="0"/>
          <a:chExt cx="0" cy="0"/>
        </a:xfrm>
      </p:grpSpPr>
      <p:sp>
        <p:nvSpPr>
          <p:cNvPr id="20" name="TextBox 19">
            <a:extLst>
              <a:ext uri="{FF2B5EF4-FFF2-40B4-BE49-F238E27FC236}">
                <a16:creationId xmlns:a16="http://schemas.microsoft.com/office/drawing/2014/main" id="{821ECE2A-ED55-C7FD-4FCE-5D51150B3418}"/>
              </a:ext>
            </a:extLst>
          </p:cNvPr>
          <p:cNvSpPr txBox="1"/>
          <p:nvPr/>
        </p:nvSpPr>
        <p:spPr>
          <a:xfrm>
            <a:off x="12656845" y="2969672"/>
            <a:ext cx="6102891" cy="2092881"/>
          </a:xfrm>
          <a:prstGeom prst="rect">
            <a:avLst/>
          </a:prstGeom>
          <a:noFill/>
        </p:spPr>
        <p:txBody>
          <a:bodyPr wrap="square" rtlCol="0">
            <a:spAutoFit/>
          </a:bodyPr>
          <a:lstStyle/>
          <a:p>
            <a:r>
              <a:rPr lang="en-US" sz="2000" b="1" dirty="0"/>
              <a:t>TikTok</a:t>
            </a:r>
          </a:p>
          <a:p>
            <a:endParaRPr lang="en-US" sz="2000" b="1" dirty="0"/>
          </a:p>
          <a:p>
            <a:pPr marL="285750" indent="-285750">
              <a:buFont typeface="Arial" panose="020B0604020202020204" pitchFamily="34" charset="0"/>
              <a:buChar char="•"/>
            </a:pPr>
            <a:r>
              <a:rPr lang="en-US" dirty="0"/>
              <a:t>Today's most popular video app.</a:t>
            </a:r>
          </a:p>
          <a:p>
            <a:pPr marL="285750" indent="-285750">
              <a:buFont typeface="Arial" panose="020B0604020202020204" pitchFamily="34" charset="0"/>
              <a:buChar char="•"/>
            </a:pPr>
            <a:r>
              <a:rPr lang="en-US" dirty="0"/>
              <a:t>Short, fun, and easy-to-make videos for everyone.</a:t>
            </a:r>
          </a:p>
          <a:p>
            <a:pPr marL="285750" indent="-285750">
              <a:buFont typeface="Arial" panose="020B0604020202020204" pitchFamily="34" charset="0"/>
              <a:buChar char="•"/>
            </a:pPr>
            <a:r>
              <a:rPr lang="en-US" dirty="0"/>
              <a:t>Growing fast in entertainment, learning, and business.</a:t>
            </a:r>
          </a:p>
          <a:p>
            <a:pPr marL="285750" indent="-285750">
              <a:buFont typeface="Arial" panose="020B0604020202020204" pitchFamily="34" charset="0"/>
              <a:buChar char="•"/>
            </a:pPr>
            <a:r>
              <a:rPr lang="en-US" dirty="0"/>
              <a:t>People spend more time on TikTok than other apps.</a:t>
            </a:r>
          </a:p>
          <a:p>
            <a:pPr marL="285750" indent="-285750">
              <a:buFont typeface="Arial" panose="020B0604020202020204" pitchFamily="34" charset="0"/>
              <a:buChar char="•"/>
            </a:pPr>
            <a:r>
              <a:rPr lang="en-US" dirty="0"/>
              <a:t>Connecting billions of users across the world every day.</a:t>
            </a:r>
          </a:p>
        </p:txBody>
      </p:sp>
      <p:sp>
        <p:nvSpPr>
          <p:cNvPr id="21" name="TextBox 20">
            <a:extLst>
              <a:ext uri="{FF2B5EF4-FFF2-40B4-BE49-F238E27FC236}">
                <a16:creationId xmlns:a16="http://schemas.microsoft.com/office/drawing/2014/main" id="{F56CBAD2-8DDB-578E-D120-2C9DD7F88B13}"/>
              </a:ext>
            </a:extLst>
          </p:cNvPr>
          <p:cNvSpPr txBox="1"/>
          <p:nvPr/>
        </p:nvSpPr>
        <p:spPr>
          <a:xfrm>
            <a:off x="12682573" y="1553656"/>
            <a:ext cx="2509657" cy="707886"/>
          </a:xfrm>
          <a:prstGeom prst="rect">
            <a:avLst/>
          </a:prstGeom>
          <a:noFill/>
        </p:spPr>
        <p:txBody>
          <a:bodyPr wrap="square" rtlCol="0">
            <a:spAutoFit/>
          </a:bodyPr>
          <a:lstStyle/>
          <a:p>
            <a:r>
              <a:rPr lang="en-US" sz="4000" dirty="0"/>
              <a:t>Cont’d</a:t>
            </a:r>
          </a:p>
        </p:txBody>
      </p:sp>
      <p:sp>
        <p:nvSpPr>
          <p:cNvPr id="7" name="Rectangle: Rounded Corners 6">
            <a:extLst>
              <a:ext uri="{FF2B5EF4-FFF2-40B4-BE49-F238E27FC236}">
                <a16:creationId xmlns:a16="http://schemas.microsoft.com/office/drawing/2014/main" id="{710F90A2-C50B-3DA1-574E-DE2A272B69EE}"/>
              </a:ext>
            </a:extLst>
          </p:cNvPr>
          <p:cNvSpPr/>
          <p:nvPr/>
        </p:nvSpPr>
        <p:spPr>
          <a:xfrm rot="2512415">
            <a:off x="3976726" y="713198"/>
            <a:ext cx="1000723" cy="1000723"/>
          </a:xfrm>
          <a:prstGeom prst="roundRect">
            <a:avLst>
              <a:gd name="adj" fmla="val 15727"/>
            </a:avLst>
          </a:prstGeom>
          <a:solidFill>
            <a:schemeClr val="tx1"/>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D1615A50-D812-6E61-CEA1-5BC86F9771CB}"/>
              </a:ext>
            </a:extLst>
          </p:cNvPr>
          <p:cNvSpPr/>
          <p:nvPr/>
        </p:nvSpPr>
        <p:spPr>
          <a:xfrm rot="18969007">
            <a:off x="10455029" y="5066308"/>
            <a:ext cx="1473920" cy="1473920"/>
          </a:xfrm>
          <a:prstGeom prst="roundRect">
            <a:avLst>
              <a:gd name="adj" fmla="val 15727"/>
            </a:avLst>
          </a:prstGeom>
          <a:solidFill>
            <a:srgbClr val="FFC000"/>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8C71CBD6-2508-F6BB-93D3-D1F4B4538237}"/>
              </a:ext>
            </a:extLst>
          </p:cNvPr>
          <p:cNvSpPr/>
          <p:nvPr/>
        </p:nvSpPr>
        <p:spPr>
          <a:xfrm rot="13254863">
            <a:off x="4198651" y="699064"/>
            <a:ext cx="955832" cy="982720"/>
          </a:xfrm>
          <a:prstGeom prst="roundRect">
            <a:avLst>
              <a:gd name="adj" fmla="val 15727"/>
            </a:avLst>
          </a:prstGeom>
          <a:solidFill>
            <a:srgbClr val="FFC000"/>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DAD2D85-F71A-C821-C19E-8F9D69687CF9}"/>
              </a:ext>
            </a:extLst>
          </p:cNvPr>
          <p:cNvSpPr/>
          <p:nvPr/>
        </p:nvSpPr>
        <p:spPr>
          <a:xfrm>
            <a:off x="1" y="0"/>
            <a:ext cx="1685556"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33DD97C2-FC80-9691-2F8D-4369040709A6}"/>
              </a:ext>
            </a:extLst>
          </p:cNvPr>
          <p:cNvGrpSpPr/>
          <p:nvPr/>
        </p:nvGrpSpPr>
        <p:grpSpPr>
          <a:xfrm>
            <a:off x="584276" y="-5870372"/>
            <a:ext cx="3111918" cy="12190023"/>
            <a:chOff x="503251" y="-297934"/>
            <a:chExt cx="3111918" cy="12190023"/>
          </a:xfrm>
        </p:grpSpPr>
        <p:grpSp>
          <p:nvGrpSpPr>
            <p:cNvPr id="96" name="Group 95">
              <a:extLst>
                <a:ext uri="{FF2B5EF4-FFF2-40B4-BE49-F238E27FC236}">
                  <a16:creationId xmlns:a16="http://schemas.microsoft.com/office/drawing/2014/main" id="{2FDDEFE6-7675-AA11-5D7F-B171D3EA8629}"/>
                </a:ext>
              </a:extLst>
            </p:cNvPr>
            <p:cNvGrpSpPr/>
            <p:nvPr/>
          </p:nvGrpSpPr>
          <p:grpSpPr>
            <a:xfrm>
              <a:off x="503251" y="-297934"/>
              <a:ext cx="2252938" cy="12190023"/>
              <a:chOff x="1129831" y="-2607606"/>
              <a:chExt cx="2252938" cy="12190023"/>
            </a:xfrm>
            <a:effectLst>
              <a:outerShdw blurRad="228600" dist="76200" dir="7620000" algn="ctr" rotWithShape="0">
                <a:srgbClr val="000000">
                  <a:alpha val="81000"/>
                </a:srgbClr>
              </a:outerShdw>
            </a:effectLst>
            <a:scene3d>
              <a:camera prst="orthographicFront">
                <a:rot lat="0" lon="0" rev="0"/>
              </a:camera>
              <a:lightRig rig="threePt" dir="t"/>
            </a:scene3d>
          </p:grpSpPr>
          <p:sp>
            <p:nvSpPr>
              <p:cNvPr id="28" name="Freeform: Shape 27">
                <a:extLst>
                  <a:ext uri="{FF2B5EF4-FFF2-40B4-BE49-F238E27FC236}">
                    <a16:creationId xmlns:a16="http://schemas.microsoft.com/office/drawing/2014/main" id="{7AD2E672-715E-335E-F035-1F44859985FD}"/>
                  </a:ext>
                </a:extLst>
              </p:cNvPr>
              <p:cNvSpPr/>
              <p:nvPr/>
            </p:nvSpPr>
            <p:spPr>
              <a:xfrm rot="18900000">
                <a:off x="2054245" y="3149353"/>
                <a:ext cx="449222" cy="753409"/>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E681E4CB-F0CA-82BF-5688-269273617D66}"/>
                  </a:ext>
                </a:extLst>
              </p:cNvPr>
              <p:cNvSpPr/>
              <p:nvPr/>
            </p:nvSpPr>
            <p:spPr>
              <a:xfrm rot="18900000">
                <a:off x="2004188" y="-1066606"/>
                <a:ext cx="449222" cy="830275"/>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93C61F59-5E3E-0575-9A69-26D5B3D27481}"/>
                  </a:ext>
                </a:extLst>
              </p:cNvPr>
              <p:cNvSpPr/>
              <p:nvPr/>
            </p:nvSpPr>
            <p:spPr>
              <a:xfrm rot="18900000">
                <a:off x="1299576" y="-2607606"/>
                <a:ext cx="1908313" cy="1908314"/>
              </a:xfrm>
              <a:custGeom>
                <a:avLst/>
                <a:gdLst>
                  <a:gd name="connsiteX0" fmla="*/ 1850089 w 1908313"/>
                  <a:gd name="connsiteY0" fmla="*/ 58225 h 1908314"/>
                  <a:gd name="connsiteX1" fmla="*/ 1908313 w 1908313"/>
                  <a:gd name="connsiteY1" fmla="*/ 198790 h 1908314"/>
                  <a:gd name="connsiteX2" fmla="*/ 1908313 w 1908313"/>
                  <a:gd name="connsiteY2" fmla="*/ 1709525 h 1908314"/>
                  <a:gd name="connsiteX3" fmla="*/ 1709524 w 1908313"/>
                  <a:gd name="connsiteY3" fmla="*/ 1908314 h 1908314"/>
                  <a:gd name="connsiteX4" fmla="*/ 575069 w 1908313"/>
                  <a:gd name="connsiteY4" fmla="*/ 1908314 h 1908314"/>
                  <a:gd name="connsiteX5" fmla="*/ 561771 w 1908313"/>
                  <a:gd name="connsiteY5" fmla="*/ 1480433 h 1908314"/>
                  <a:gd name="connsiteX6" fmla="*/ 1365107 w 1908313"/>
                  <a:gd name="connsiteY6" fmla="*/ 1480433 h 1908314"/>
                  <a:gd name="connsiteX7" fmla="*/ 1474802 w 1908313"/>
                  <a:gd name="connsiteY7" fmla="*/ 1370738 h 1908314"/>
                  <a:gd name="connsiteX8" fmla="*/ 1474802 w 1908313"/>
                  <a:gd name="connsiteY8" fmla="*/ 537090 h 1908314"/>
                  <a:gd name="connsiteX9" fmla="*/ 1365107 w 1908313"/>
                  <a:gd name="connsiteY9" fmla="*/ 427395 h 1908314"/>
                  <a:gd name="connsiteX10" fmla="*/ 531459 w 1908313"/>
                  <a:gd name="connsiteY10" fmla="*/ 427395 h 1908314"/>
                  <a:gd name="connsiteX11" fmla="*/ 421764 w 1908313"/>
                  <a:gd name="connsiteY11" fmla="*/ 537090 h 1908314"/>
                  <a:gd name="connsiteX12" fmla="*/ 421764 w 1908313"/>
                  <a:gd name="connsiteY12" fmla="*/ 1370739 h 1908314"/>
                  <a:gd name="connsiteX13" fmla="*/ 430385 w 1908313"/>
                  <a:gd name="connsiteY13" fmla="*/ 1413436 h 1908314"/>
                  <a:gd name="connsiteX14" fmla="*/ 437581 w 1908313"/>
                  <a:gd name="connsiteY14" fmla="*/ 1424110 h 1908314"/>
                  <a:gd name="connsiteX15" fmla="*/ 442252 w 1908313"/>
                  <a:gd name="connsiteY15" fmla="*/ 1574404 h 1908314"/>
                  <a:gd name="connsiteX16" fmla="*/ 441823 w 1908313"/>
                  <a:gd name="connsiteY16" fmla="*/ 1572278 h 1908314"/>
                  <a:gd name="connsiteX17" fmla="*/ 258656 w 1908313"/>
                  <a:gd name="connsiteY17" fmla="*/ 1450867 h 1908314"/>
                  <a:gd name="connsiteX18" fmla="*/ 3408 w 1908313"/>
                  <a:gd name="connsiteY18" fmla="*/ 1450867 h 1908314"/>
                  <a:gd name="connsiteX19" fmla="*/ 0 w 1908313"/>
                  <a:gd name="connsiteY19" fmla="*/ 1341225 h 1908314"/>
                  <a:gd name="connsiteX20" fmla="*/ 0 w 1908313"/>
                  <a:gd name="connsiteY20" fmla="*/ 198790 h 1908314"/>
                  <a:gd name="connsiteX21" fmla="*/ 198789 w 1908313"/>
                  <a:gd name="connsiteY21" fmla="*/ 1 h 1908314"/>
                  <a:gd name="connsiteX22" fmla="*/ 1709524 w 1908313"/>
                  <a:gd name="connsiteY22" fmla="*/ 1 h 1908314"/>
                  <a:gd name="connsiteX23" fmla="*/ 1850089 w 1908313"/>
                  <a:gd name="connsiteY23" fmla="*/ 58225 h 190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4">
                    <a:moveTo>
                      <a:pt x="1850089" y="58225"/>
                    </a:moveTo>
                    <a:cubicBezTo>
                      <a:pt x="1886063" y="94198"/>
                      <a:pt x="1908313" y="143896"/>
                      <a:pt x="1908313" y="198790"/>
                    </a:cubicBezTo>
                    <a:lnTo>
                      <a:pt x="1908313" y="1709525"/>
                    </a:lnTo>
                    <a:cubicBezTo>
                      <a:pt x="1908313" y="1819312"/>
                      <a:pt x="1819312" y="1908313"/>
                      <a:pt x="1709524" y="1908314"/>
                    </a:cubicBezTo>
                    <a:lnTo>
                      <a:pt x="575069" y="1908314"/>
                    </a:lnTo>
                    <a:lnTo>
                      <a:pt x="561771" y="1480433"/>
                    </a:lnTo>
                    <a:lnTo>
                      <a:pt x="1365107" y="1480433"/>
                    </a:lnTo>
                    <a:cubicBezTo>
                      <a:pt x="1425690" y="1480433"/>
                      <a:pt x="1474802" y="1431321"/>
                      <a:pt x="1474802" y="1370738"/>
                    </a:cubicBezTo>
                    <a:lnTo>
                      <a:pt x="1474802" y="537090"/>
                    </a:lnTo>
                    <a:cubicBezTo>
                      <a:pt x="1474802" y="476507"/>
                      <a:pt x="1425691" y="427395"/>
                      <a:pt x="1365107" y="427395"/>
                    </a:cubicBezTo>
                    <a:lnTo>
                      <a:pt x="531459" y="427395"/>
                    </a:lnTo>
                    <a:cubicBezTo>
                      <a:pt x="470876" y="427395"/>
                      <a:pt x="421764" y="476507"/>
                      <a:pt x="421764" y="537090"/>
                    </a:cubicBezTo>
                    <a:lnTo>
                      <a:pt x="421764" y="1370739"/>
                    </a:lnTo>
                    <a:cubicBezTo>
                      <a:pt x="421764" y="1385884"/>
                      <a:pt x="424834" y="1400313"/>
                      <a:pt x="430385" y="1413436"/>
                    </a:cubicBezTo>
                    <a:lnTo>
                      <a:pt x="437581" y="1424110"/>
                    </a:lnTo>
                    <a:lnTo>
                      <a:pt x="442252" y="1574404"/>
                    </a:lnTo>
                    <a:lnTo>
                      <a:pt x="441823" y="1572278"/>
                    </a:lnTo>
                    <a:cubicBezTo>
                      <a:pt x="411645" y="1500930"/>
                      <a:pt x="340997" y="1450867"/>
                      <a:pt x="258656" y="1450867"/>
                    </a:cubicBezTo>
                    <a:lnTo>
                      <a:pt x="3408" y="1450867"/>
                    </a:lnTo>
                    <a:lnTo>
                      <a:pt x="0" y="1341225"/>
                    </a:lnTo>
                    <a:lnTo>
                      <a:pt x="0" y="198790"/>
                    </a:lnTo>
                    <a:cubicBezTo>
                      <a:pt x="0" y="89001"/>
                      <a:pt x="89001" y="0"/>
                      <a:pt x="198789" y="1"/>
                    </a:cubicBezTo>
                    <a:lnTo>
                      <a:pt x="1709524" y="1"/>
                    </a:lnTo>
                    <a:cubicBezTo>
                      <a:pt x="1764418" y="0"/>
                      <a:pt x="1814115" y="22251"/>
                      <a:pt x="1850089" y="58225"/>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AE68BD06-91E2-F241-2947-B0EA5B376853}"/>
                  </a:ext>
                </a:extLst>
              </p:cNvPr>
              <p:cNvSpPr/>
              <p:nvPr/>
            </p:nvSpPr>
            <p:spPr>
              <a:xfrm rot="18900000">
                <a:off x="2007074" y="7298477"/>
                <a:ext cx="449222" cy="604820"/>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6" name="Freeform: Shape 85">
                <a:extLst>
                  <a:ext uri="{FF2B5EF4-FFF2-40B4-BE49-F238E27FC236}">
                    <a16:creationId xmlns:a16="http://schemas.microsoft.com/office/drawing/2014/main" id="{5B3C404C-77E8-0C01-1165-F55F626EE29C}"/>
                  </a:ext>
                </a:extLst>
              </p:cNvPr>
              <p:cNvSpPr/>
              <p:nvPr/>
            </p:nvSpPr>
            <p:spPr>
              <a:xfrm rot="18900000">
                <a:off x="2041265" y="5193291"/>
                <a:ext cx="438308" cy="752915"/>
              </a:xfrm>
              <a:custGeom>
                <a:avLst/>
                <a:gdLst>
                  <a:gd name="connsiteX0" fmla="*/ 384675 w 438308"/>
                  <a:gd name="connsiteY0" fmla="*/ 58224 h 475665"/>
                  <a:gd name="connsiteX1" fmla="*/ 427276 w 438308"/>
                  <a:gd name="connsiteY1" fmla="*/ 121412 h 475665"/>
                  <a:gd name="connsiteX2" fmla="*/ 428729 w 438308"/>
                  <a:gd name="connsiteY2" fmla="*/ 128605 h 475665"/>
                  <a:gd name="connsiteX3" fmla="*/ 438308 w 438308"/>
                  <a:gd name="connsiteY3" fmla="*/ 475665 h 475665"/>
                  <a:gd name="connsiteX4" fmla="*/ 197201 w 438308"/>
                  <a:gd name="connsiteY4" fmla="*/ 475665 h 475665"/>
                  <a:gd name="connsiteX5" fmla="*/ 14033 w 438308"/>
                  <a:gd name="connsiteY5" fmla="*/ 354253 h 475665"/>
                  <a:gd name="connsiteX6" fmla="*/ 3805 w 438308"/>
                  <a:gd name="connsiteY6" fmla="*/ 303589 h 475665"/>
                  <a:gd name="connsiteX7" fmla="*/ 0 w 438308"/>
                  <a:gd name="connsiteY7" fmla="*/ 1 h 475665"/>
                  <a:gd name="connsiteX8" fmla="*/ 244110 w 438308"/>
                  <a:gd name="connsiteY8" fmla="*/ 1 h 475665"/>
                  <a:gd name="connsiteX9" fmla="*/ 384675 w 438308"/>
                  <a:gd name="connsiteY9" fmla="*/ 58224 h 4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8308" h="475665">
                    <a:moveTo>
                      <a:pt x="384675" y="58224"/>
                    </a:moveTo>
                    <a:cubicBezTo>
                      <a:pt x="402662" y="76211"/>
                      <a:pt x="417218" y="97629"/>
                      <a:pt x="427276" y="121412"/>
                    </a:cubicBezTo>
                    <a:lnTo>
                      <a:pt x="428729" y="128605"/>
                    </a:lnTo>
                    <a:lnTo>
                      <a:pt x="438308" y="475665"/>
                    </a:lnTo>
                    <a:lnTo>
                      <a:pt x="197201" y="475665"/>
                    </a:lnTo>
                    <a:cubicBezTo>
                      <a:pt x="114860" y="475665"/>
                      <a:pt x="44211" y="425602"/>
                      <a:pt x="14033" y="354253"/>
                    </a:cubicBezTo>
                    <a:lnTo>
                      <a:pt x="3805" y="303589"/>
                    </a:lnTo>
                    <a:lnTo>
                      <a:pt x="0" y="1"/>
                    </a:lnTo>
                    <a:lnTo>
                      <a:pt x="244110" y="1"/>
                    </a:lnTo>
                    <a:cubicBezTo>
                      <a:pt x="299004" y="-1"/>
                      <a:pt x="348701" y="22250"/>
                      <a:pt x="384675"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5" name="Freeform: Shape 84">
                <a:extLst>
                  <a:ext uri="{FF2B5EF4-FFF2-40B4-BE49-F238E27FC236}">
                    <a16:creationId xmlns:a16="http://schemas.microsoft.com/office/drawing/2014/main" id="{95C133B1-419D-3444-C1A0-FD1BF007E696}"/>
                  </a:ext>
                </a:extLst>
              </p:cNvPr>
              <p:cNvSpPr/>
              <p:nvPr/>
            </p:nvSpPr>
            <p:spPr>
              <a:xfrm rot="18900000">
                <a:off x="1886938" y="5461917"/>
                <a:ext cx="1588" cy="92397"/>
              </a:xfrm>
              <a:custGeom>
                <a:avLst/>
                <a:gdLst>
                  <a:gd name="connsiteX0" fmla="*/ 431 w 1588"/>
                  <a:gd name="connsiteY0" fmla="*/ 0 h 92397"/>
                  <a:gd name="connsiteX1" fmla="*/ 1588 w 1588"/>
                  <a:gd name="connsiteY1" fmla="*/ 92397 h 92397"/>
                  <a:gd name="connsiteX2" fmla="*/ 0 w 1588"/>
                  <a:gd name="connsiteY2" fmla="*/ 92397 h 92397"/>
                  <a:gd name="connsiteX3" fmla="*/ 0 w 1588"/>
                  <a:gd name="connsiteY3" fmla="*/ 6 h 92397"/>
                  <a:gd name="connsiteX4" fmla="*/ 431 w 1588"/>
                  <a:gd name="connsiteY4" fmla="*/ 0 h 92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 h="92397">
                    <a:moveTo>
                      <a:pt x="431" y="0"/>
                    </a:moveTo>
                    <a:lnTo>
                      <a:pt x="1588" y="92397"/>
                    </a:lnTo>
                    <a:lnTo>
                      <a:pt x="0" y="92397"/>
                    </a:lnTo>
                    <a:lnTo>
                      <a:pt x="0" y="6"/>
                    </a:lnTo>
                    <a:lnTo>
                      <a:pt x="43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3" name="Freeform: Shape 82">
                <a:extLst>
                  <a:ext uri="{FF2B5EF4-FFF2-40B4-BE49-F238E27FC236}">
                    <a16:creationId xmlns:a16="http://schemas.microsoft.com/office/drawing/2014/main" id="{51120FB6-771E-9FCA-C252-FC174FE10C40}"/>
                  </a:ext>
                </a:extLst>
              </p:cNvPr>
              <p:cNvSpPr/>
              <p:nvPr/>
            </p:nvSpPr>
            <p:spPr>
              <a:xfrm rot="18900000">
                <a:off x="2601109" y="5550703"/>
                <a:ext cx="4591" cy="97710"/>
              </a:xfrm>
              <a:custGeom>
                <a:avLst/>
                <a:gdLst>
                  <a:gd name="connsiteX0" fmla="*/ 4591 w 4591"/>
                  <a:gd name="connsiteY0" fmla="*/ 0 h 97710"/>
                  <a:gd name="connsiteX1" fmla="*/ 4591 w 4591"/>
                  <a:gd name="connsiteY1" fmla="*/ 97658 h 97710"/>
                  <a:gd name="connsiteX2" fmla="*/ 2697 w 4591"/>
                  <a:gd name="connsiteY2" fmla="*/ 97710 h 97710"/>
                  <a:gd name="connsiteX3" fmla="*/ 0 w 4591"/>
                  <a:gd name="connsiteY3" fmla="*/ 0 h 97710"/>
                  <a:gd name="connsiteX4" fmla="*/ 4591 w 4591"/>
                  <a:gd name="connsiteY4" fmla="*/ 0 h 97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1" h="97710">
                    <a:moveTo>
                      <a:pt x="4591" y="0"/>
                    </a:moveTo>
                    <a:lnTo>
                      <a:pt x="4591" y="97658"/>
                    </a:lnTo>
                    <a:lnTo>
                      <a:pt x="2697" y="97710"/>
                    </a:lnTo>
                    <a:lnTo>
                      <a:pt x="0" y="0"/>
                    </a:lnTo>
                    <a:lnTo>
                      <a:pt x="459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Shape 81">
                <a:extLst>
                  <a:ext uri="{FF2B5EF4-FFF2-40B4-BE49-F238E27FC236}">
                    <a16:creationId xmlns:a16="http://schemas.microsoft.com/office/drawing/2014/main" id="{8798DB75-D734-8048-4ACD-0BDFC4CD9A44}"/>
                  </a:ext>
                </a:extLst>
              </p:cNvPr>
              <p:cNvSpPr/>
              <p:nvPr/>
            </p:nvSpPr>
            <p:spPr>
              <a:xfrm rot="18900000">
                <a:off x="1922453" y="3642829"/>
                <a:ext cx="1316334" cy="1582646"/>
              </a:xfrm>
              <a:custGeom>
                <a:avLst/>
                <a:gdLst>
                  <a:gd name="connsiteX0" fmla="*/ 1311519 w 1316334"/>
                  <a:gd name="connsiteY0" fmla="*/ 131780 h 1582646"/>
                  <a:gd name="connsiteX1" fmla="*/ 1314529 w 1316334"/>
                  <a:gd name="connsiteY1" fmla="*/ 228660 h 1582646"/>
                  <a:gd name="connsiteX2" fmla="*/ 1316334 w 1316334"/>
                  <a:gd name="connsiteY2" fmla="*/ 228603 h 1582646"/>
                  <a:gd name="connsiteX3" fmla="*/ 1316334 w 1316334"/>
                  <a:gd name="connsiteY3" fmla="*/ 1383857 h 1582646"/>
                  <a:gd name="connsiteX4" fmla="*/ 1117545 w 1316334"/>
                  <a:gd name="connsiteY4" fmla="*/ 1582646 h 1582646"/>
                  <a:gd name="connsiteX5" fmla="*/ 11809 w 1316334"/>
                  <a:gd name="connsiteY5" fmla="*/ 1582646 h 1582646"/>
                  <a:gd name="connsiteX6" fmla="*/ 0 w 1316334"/>
                  <a:gd name="connsiteY6" fmla="*/ 1154766 h 1582646"/>
                  <a:gd name="connsiteX7" fmla="*/ 773127 w 1316334"/>
                  <a:gd name="connsiteY7" fmla="*/ 1154766 h 1582646"/>
                  <a:gd name="connsiteX8" fmla="*/ 882822 w 1316334"/>
                  <a:gd name="connsiteY8" fmla="*/ 1045069 h 1582646"/>
                  <a:gd name="connsiteX9" fmla="*/ 882823 w 1316334"/>
                  <a:gd name="connsiteY9" fmla="*/ 211422 h 1582646"/>
                  <a:gd name="connsiteX10" fmla="*/ 877169 w 1316334"/>
                  <a:gd name="connsiteY10" fmla="*/ 183417 h 1582646"/>
                  <a:gd name="connsiteX11" fmla="*/ 878117 w 1316334"/>
                  <a:gd name="connsiteY11" fmla="*/ 183388 h 1582646"/>
                  <a:gd name="connsiteX12" fmla="*/ 872418 w 1316334"/>
                  <a:gd name="connsiteY12" fmla="*/ 0 h 1582646"/>
                  <a:gd name="connsiteX13" fmla="*/ 874511 w 1316334"/>
                  <a:gd name="connsiteY13" fmla="*/ 10367 h 1582646"/>
                  <a:gd name="connsiteX14" fmla="*/ 1057678 w 1316334"/>
                  <a:gd name="connsiteY14" fmla="*/ 131780 h 1582646"/>
                  <a:gd name="connsiteX15" fmla="*/ 1311519 w 1316334"/>
                  <a:gd name="connsiteY15" fmla="*/ 131780 h 1582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6334" h="1582646">
                    <a:moveTo>
                      <a:pt x="1311519" y="131780"/>
                    </a:moveTo>
                    <a:lnTo>
                      <a:pt x="1314529" y="228660"/>
                    </a:lnTo>
                    <a:lnTo>
                      <a:pt x="1316334" y="228603"/>
                    </a:lnTo>
                    <a:lnTo>
                      <a:pt x="1316334" y="1383857"/>
                    </a:lnTo>
                    <a:cubicBezTo>
                      <a:pt x="1316333" y="1493645"/>
                      <a:pt x="1227333" y="1582645"/>
                      <a:pt x="1117545" y="1582646"/>
                    </a:cubicBezTo>
                    <a:lnTo>
                      <a:pt x="11809" y="1582646"/>
                    </a:lnTo>
                    <a:lnTo>
                      <a:pt x="0" y="1154766"/>
                    </a:lnTo>
                    <a:lnTo>
                      <a:pt x="773127" y="1154766"/>
                    </a:lnTo>
                    <a:cubicBezTo>
                      <a:pt x="833711" y="1154766"/>
                      <a:pt x="882823" y="1105654"/>
                      <a:pt x="882822" y="1045069"/>
                    </a:cubicBezTo>
                    <a:lnTo>
                      <a:pt x="882823" y="211422"/>
                    </a:lnTo>
                    <a:lnTo>
                      <a:pt x="877169" y="183417"/>
                    </a:lnTo>
                    <a:lnTo>
                      <a:pt x="878117" y="183388"/>
                    </a:lnTo>
                    <a:lnTo>
                      <a:pt x="872418" y="0"/>
                    </a:lnTo>
                    <a:lnTo>
                      <a:pt x="874511" y="10367"/>
                    </a:lnTo>
                    <a:cubicBezTo>
                      <a:pt x="904689" y="81716"/>
                      <a:pt x="975337" y="131779"/>
                      <a:pt x="1057678" y="131780"/>
                    </a:cubicBezTo>
                    <a:lnTo>
                      <a:pt x="1311519" y="13178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Shape 80">
                <a:extLst>
                  <a:ext uri="{FF2B5EF4-FFF2-40B4-BE49-F238E27FC236}">
                    <a16:creationId xmlns:a16="http://schemas.microsoft.com/office/drawing/2014/main" id="{81CFF32F-4D22-54D5-CB96-8392096DE49D}"/>
                  </a:ext>
                </a:extLst>
              </p:cNvPr>
              <p:cNvSpPr/>
              <p:nvPr/>
            </p:nvSpPr>
            <p:spPr>
              <a:xfrm rot="18900000">
                <a:off x="1261799" y="3824095"/>
                <a:ext cx="1345120" cy="1561254"/>
              </a:xfrm>
              <a:custGeom>
                <a:avLst/>
                <a:gdLst>
                  <a:gd name="connsiteX0" fmla="*/ 1331836 w 1345120"/>
                  <a:gd name="connsiteY0" fmla="*/ 0 h 1561254"/>
                  <a:gd name="connsiteX1" fmla="*/ 1345120 w 1345120"/>
                  <a:gd name="connsiteY1" fmla="*/ 427395 h 1561254"/>
                  <a:gd name="connsiteX2" fmla="*/ 531459 w 1345120"/>
                  <a:gd name="connsiteY2" fmla="*/ 427395 h 1561254"/>
                  <a:gd name="connsiteX3" fmla="*/ 421764 w 1345120"/>
                  <a:gd name="connsiteY3" fmla="*/ 537091 h 1561254"/>
                  <a:gd name="connsiteX4" fmla="*/ 421764 w 1345120"/>
                  <a:gd name="connsiteY4" fmla="*/ 1370739 h 1561254"/>
                  <a:gd name="connsiteX5" fmla="*/ 425580 w 1345120"/>
                  <a:gd name="connsiteY5" fmla="*/ 1389640 h 1561254"/>
                  <a:gd name="connsiteX6" fmla="*/ 430317 w 1345120"/>
                  <a:gd name="connsiteY6" fmla="*/ 1561254 h 1561254"/>
                  <a:gd name="connsiteX7" fmla="*/ 428864 w 1345120"/>
                  <a:gd name="connsiteY7" fmla="*/ 1554061 h 1561254"/>
                  <a:gd name="connsiteX8" fmla="*/ 386263 w 1345120"/>
                  <a:gd name="connsiteY8" fmla="*/ 1490873 h 1561254"/>
                  <a:gd name="connsiteX9" fmla="*/ 245698 w 1345120"/>
                  <a:gd name="connsiteY9" fmla="*/ 1432650 h 1561254"/>
                  <a:gd name="connsiteX10" fmla="*/ 1588 w 1345120"/>
                  <a:gd name="connsiteY10" fmla="*/ 1432650 h 1561254"/>
                  <a:gd name="connsiteX11" fmla="*/ 431 w 1345120"/>
                  <a:gd name="connsiteY11" fmla="*/ 1340253 h 1561254"/>
                  <a:gd name="connsiteX12" fmla="*/ 0 w 1345120"/>
                  <a:gd name="connsiteY12" fmla="*/ 1340259 h 1561254"/>
                  <a:gd name="connsiteX13" fmla="*/ 0 w 1345120"/>
                  <a:gd name="connsiteY13" fmla="*/ 198790 h 1561254"/>
                  <a:gd name="connsiteX14" fmla="*/ 198789 w 1345120"/>
                  <a:gd name="connsiteY14" fmla="*/ 1 h 1561254"/>
                  <a:gd name="connsiteX15" fmla="*/ 1331836 w 1345120"/>
                  <a:gd name="connsiteY15" fmla="*/ 0 h 1561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5120" h="1561254">
                    <a:moveTo>
                      <a:pt x="1331836" y="0"/>
                    </a:moveTo>
                    <a:lnTo>
                      <a:pt x="1345120" y="427395"/>
                    </a:lnTo>
                    <a:lnTo>
                      <a:pt x="531459" y="427395"/>
                    </a:lnTo>
                    <a:cubicBezTo>
                      <a:pt x="470876" y="427395"/>
                      <a:pt x="421764" y="476508"/>
                      <a:pt x="421764" y="537091"/>
                    </a:cubicBezTo>
                    <a:lnTo>
                      <a:pt x="421764" y="1370739"/>
                    </a:lnTo>
                    <a:lnTo>
                      <a:pt x="425580" y="1389640"/>
                    </a:lnTo>
                    <a:lnTo>
                      <a:pt x="430317" y="1561254"/>
                    </a:lnTo>
                    <a:lnTo>
                      <a:pt x="428864" y="1554061"/>
                    </a:lnTo>
                    <a:cubicBezTo>
                      <a:pt x="418806" y="1530278"/>
                      <a:pt x="404250" y="1508860"/>
                      <a:pt x="386263" y="1490873"/>
                    </a:cubicBezTo>
                    <a:cubicBezTo>
                      <a:pt x="350289" y="1454899"/>
                      <a:pt x="300592" y="1432648"/>
                      <a:pt x="245698" y="1432650"/>
                    </a:cubicBezTo>
                    <a:lnTo>
                      <a:pt x="1588" y="1432650"/>
                    </a:lnTo>
                    <a:lnTo>
                      <a:pt x="431" y="1340253"/>
                    </a:lnTo>
                    <a:lnTo>
                      <a:pt x="0" y="1340259"/>
                    </a:lnTo>
                    <a:lnTo>
                      <a:pt x="0" y="198790"/>
                    </a:lnTo>
                    <a:cubicBezTo>
                      <a:pt x="0" y="89002"/>
                      <a:pt x="89001" y="1"/>
                      <a:pt x="198789" y="1"/>
                    </a:cubicBezTo>
                    <a:lnTo>
                      <a:pt x="1331836"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Shape 78">
                <a:extLst>
                  <a:ext uri="{FF2B5EF4-FFF2-40B4-BE49-F238E27FC236}">
                    <a16:creationId xmlns:a16="http://schemas.microsoft.com/office/drawing/2014/main" id="{CDC50DFF-5CC2-BD0B-D20D-5BD070BAA578}"/>
                  </a:ext>
                </a:extLst>
              </p:cNvPr>
              <p:cNvSpPr/>
              <p:nvPr/>
            </p:nvSpPr>
            <p:spPr>
              <a:xfrm rot="18900000">
                <a:off x="2435684" y="5272165"/>
                <a:ext cx="14170" cy="347060"/>
              </a:xfrm>
              <a:custGeom>
                <a:avLst/>
                <a:gdLst>
                  <a:gd name="connsiteX0" fmla="*/ 0 w 14170"/>
                  <a:gd name="connsiteY0" fmla="*/ 0 h 347060"/>
                  <a:gd name="connsiteX1" fmla="*/ 14170 w 14170"/>
                  <a:gd name="connsiteY1" fmla="*/ 70185 h 347060"/>
                  <a:gd name="connsiteX2" fmla="*/ 14170 w 14170"/>
                  <a:gd name="connsiteY2" fmla="*/ 347060 h 347060"/>
                  <a:gd name="connsiteX3" fmla="*/ 9579 w 14170"/>
                  <a:gd name="connsiteY3" fmla="*/ 347060 h 347060"/>
                  <a:gd name="connsiteX4" fmla="*/ 0 w 14170"/>
                  <a:gd name="connsiteY4" fmla="*/ 0 h 34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70" h="347060">
                    <a:moveTo>
                      <a:pt x="0" y="0"/>
                    </a:moveTo>
                    <a:lnTo>
                      <a:pt x="14170" y="70185"/>
                    </a:lnTo>
                    <a:lnTo>
                      <a:pt x="14170" y="347060"/>
                    </a:lnTo>
                    <a:lnTo>
                      <a:pt x="9579" y="347060"/>
                    </a:lnTo>
                    <a:lnTo>
                      <a:pt x="0"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6" name="Freeform: Shape 75">
                <a:extLst>
                  <a:ext uri="{FF2B5EF4-FFF2-40B4-BE49-F238E27FC236}">
                    <a16:creationId xmlns:a16="http://schemas.microsoft.com/office/drawing/2014/main" id="{2B312C5E-CBB8-1992-67E3-F5E879998AA6}"/>
                  </a:ext>
                </a:extLst>
              </p:cNvPr>
              <p:cNvSpPr/>
              <p:nvPr/>
            </p:nvSpPr>
            <p:spPr>
              <a:xfrm rot="18900000">
                <a:off x="2026383" y="5494977"/>
                <a:ext cx="5393" cy="303588"/>
              </a:xfrm>
              <a:custGeom>
                <a:avLst/>
                <a:gdLst>
                  <a:gd name="connsiteX0" fmla="*/ 1588 w 5393"/>
                  <a:gd name="connsiteY0" fmla="*/ 0 h 303588"/>
                  <a:gd name="connsiteX1" fmla="*/ 5393 w 5393"/>
                  <a:gd name="connsiteY1" fmla="*/ 303588 h 303588"/>
                  <a:gd name="connsiteX2" fmla="*/ 0 w 5393"/>
                  <a:gd name="connsiteY2" fmla="*/ 276875 h 303588"/>
                  <a:gd name="connsiteX3" fmla="*/ 0 w 5393"/>
                  <a:gd name="connsiteY3" fmla="*/ 0 h 303588"/>
                  <a:gd name="connsiteX4" fmla="*/ 1588 w 5393"/>
                  <a:gd name="connsiteY4" fmla="*/ 0 h 303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3" h="303588">
                    <a:moveTo>
                      <a:pt x="1588" y="0"/>
                    </a:moveTo>
                    <a:lnTo>
                      <a:pt x="5393" y="303588"/>
                    </a:lnTo>
                    <a:lnTo>
                      <a:pt x="0" y="276875"/>
                    </a:lnTo>
                    <a:lnTo>
                      <a:pt x="0" y="0"/>
                    </a:lnTo>
                    <a:lnTo>
                      <a:pt x="1588"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5" name="Freeform: Shape 74">
                <a:extLst>
                  <a:ext uri="{FF2B5EF4-FFF2-40B4-BE49-F238E27FC236}">
                    <a16:creationId xmlns:a16="http://schemas.microsoft.com/office/drawing/2014/main" id="{36AC66E6-DCCD-1249-DEE2-62B06DEC1196}"/>
                  </a:ext>
                </a:extLst>
              </p:cNvPr>
              <p:cNvSpPr/>
              <p:nvPr/>
            </p:nvSpPr>
            <p:spPr>
              <a:xfrm rot="18900000">
                <a:off x="1866818" y="5682781"/>
                <a:ext cx="1346542" cy="1604725"/>
              </a:xfrm>
              <a:custGeom>
                <a:avLst/>
                <a:gdLst>
                  <a:gd name="connsiteX0" fmla="*/ 1341951 w 1346542"/>
                  <a:gd name="connsiteY0" fmla="*/ 172076 h 1604725"/>
                  <a:gd name="connsiteX1" fmla="*/ 1344648 w 1346542"/>
                  <a:gd name="connsiteY1" fmla="*/ 269786 h 1604725"/>
                  <a:gd name="connsiteX2" fmla="*/ 1346542 w 1346542"/>
                  <a:gd name="connsiteY2" fmla="*/ 269734 h 1604725"/>
                  <a:gd name="connsiteX3" fmla="*/ 1346542 w 1346542"/>
                  <a:gd name="connsiteY3" fmla="*/ 1405936 h 1604725"/>
                  <a:gd name="connsiteX4" fmla="*/ 1147753 w 1346542"/>
                  <a:gd name="connsiteY4" fmla="*/ 1604725 h 1604725"/>
                  <a:gd name="connsiteX5" fmla="*/ 13298 w 1346542"/>
                  <a:gd name="connsiteY5" fmla="*/ 1604724 h 1604725"/>
                  <a:gd name="connsiteX6" fmla="*/ 0 w 1346542"/>
                  <a:gd name="connsiteY6" fmla="*/ 1176844 h 1604725"/>
                  <a:gd name="connsiteX7" fmla="*/ 803336 w 1346542"/>
                  <a:gd name="connsiteY7" fmla="*/ 1176844 h 1604725"/>
                  <a:gd name="connsiteX8" fmla="*/ 913031 w 1346542"/>
                  <a:gd name="connsiteY8" fmla="*/ 1067149 h 1604725"/>
                  <a:gd name="connsiteX9" fmla="*/ 913031 w 1346542"/>
                  <a:gd name="connsiteY9" fmla="*/ 233500 h 1604725"/>
                  <a:gd name="connsiteX10" fmla="*/ 910198 w 1346542"/>
                  <a:gd name="connsiteY10" fmla="*/ 219466 h 1604725"/>
                  <a:gd name="connsiteX11" fmla="*/ 907448 w 1346542"/>
                  <a:gd name="connsiteY11" fmla="*/ 0 h 1604725"/>
                  <a:gd name="connsiteX12" fmla="*/ 917676 w 1346542"/>
                  <a:gd name="connsiteY12" fmla="*/ 50664 h 1604725"/>
                  <a:gd name="connsiteX13" fmla="*/ 1100844 w 1346542"/>
                  <a:gd name="connsiteY13" fmla="*/ 172076 h 1604725"/>
                  <a:gd name="connsiteX14" fmla="*/ 1341951 w 1346542"/>
                  <a:gd name="connsiteY14" fmla="*/ 172076 h 1604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6542" h="1604725">
                    <a:moveTo>
                      <a:pt x="1341951" y="172076"/>
                    </a:moveTo>
                    <a:lnTo>
                      <a:pt x="1344648" y="269786"/>
                    </a:lnTo>
                    <a:lnTo>
                      <a:pt x="1346542" y="269734"/>
                    </a:lnTo>
                    <a:lnTo>
                      <a:pt x="1346542" y="1405936"/>
                    </a:lnTo>
                    <a:cubicBezTo>
                      <a:pt x="1346542" y="1515722"/>
                      <a:pt x="1257541" y="1604723"/>
                      <a:pt x="1147753" y="1604725"/>
                    </a:cubicBezTo>
                    <a:lnTo>
                      <a:pt x="13298" y="1604724"/>
                    </a:lnTo>
                    <a:lnTo>
                      <a:pt x="0" y="1176844"/>
                    </a:lnTo>
                    <a:lnTo>
                      <a:pt x="803336" y="1176844"/>
                    </a:lnTo>
                    <a:cubicBezTo>
                      <a:pt x="863919" y="1176843"/>
                      <a:pt x="913031" y="1127731"/>
                      <a:pt x="913031" y="1067149"/>
                    </a:cubicBezTo>
                    <a:lnTo>
                      <a:pt x="913031" y="233500"/>
                    </a:lnTo>
                    <a:lnTo>
                      <a:pt x="910198" y="219466"/>
                    </a:lnTo>
                    <a:lnTo>
                      <a:pt x="907448" y="0"/>
                    </a:lnTo>
                    <a:lnTo>
                      <a:pt x="917676" y="50664"/>
                    </a:lnTo>
                    <a:cubicBezTo>
                      <a:pt x="947854" y="122013"/>
                      <a:pt x="1018503" y="172076"/>
                      <a:pt x="1100844" y="172076"/>
                    </a:cubicBezTo>
                    <a:lnTo>
                      <a:pt x="1341951" y="172076"/>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4" name="Freeform: Shape 73">
                <a:extLst>
                  <a:ext uri="{FF2B5EF4-FFF2-40B4-BE49-F238E27FC236}">
                    <a16:creationId xmlns:a16="http://schemas.microsoft.com/office/drawing/2014/main" id="{87CDD62B-5B6D-F9B1-B686-B14FDD26B01D}"/>
                  </a:ext>
                </a:extLst>
              </p:cNvPr>
              <p:cNvSpPr/>
              <p:nvPr/>
            </p:nvSpPr>
            <p:spPr>
              <a:xfrm rot="18900000">
                <a:off x="1249997" y="5883791"/>
                <a:ext cx="1306927" cy="1574403"/>
              </a:xfrm>
              <a:custGeom>
                <a:avLst/>
                <a:gdLst>
                  <a:gd name="connsiteX0" fmla="*/ 1301571 w 1306927"/>
                  <a:gd name="connsiteY0" fmla="*/ 1 h 1574403"/>
                  <a:gd name="connsiteX1" fmla="*/ 1306927 w 1306927"/>
                  <a:gd name="connsiteY1" fmla="*/ 427395 h 1574403"/>
                  <a:gd name="connsiteX2" fmla="*/ 531458 w 1306927"/>
                  <a:gd name="connsiteY2" fmla="*/ 427394 h 1574403"/>
                  <a:gd name="connsiteX3" fmla="*/ 421763 w 1306927"/>
                  <a:gd name="connsiteY3" fmla="*/ 537089 h 1574403"/>
                  <a:gd name="connsiteX4" fmla="*/ 421763 w 1306927"/>
                  <a:gd name="connsiteY4" fmla="*/ 1370738 h 1574403"/>
                  <a:gd name="connsiteX5" fmla="*/ 430385 w 1306927"/>
                  <a:gd name="connsiteY5" fmla="*/ 1413436 h 1574403"/>
                  <a:gd name="connsiteX6" fmla="*/ 437581 w 1306927"/>
                  <a:gd name="connsiteY6" fmla="*/ 1424109 h 1574403"/>
                  <a:gd name="connsiteX7" fmla="*/ 442252 w 1306927"/>
                  <a:gd name="connsiteY7" fmla="*/ 1574403 h 1574403"/>
                  <a:gd name="connsiteX8" fmla="*/ 441823 w 1306927"/>
                  <a:gd name="connsiteY8" fmla="*/ 1572277 h 1574403"/>
                  <a:gd name="connsiteX9" fmla="*/ 258656 w 1306927"/>
                  <a:gd name="connsiteY9" fmla="*/ 1450866 h 1574403"/>
                  <a:gd name="connsiteX10" fmla="*/ 3408 w 1306927"/>
                  <a:gd name="connsiteY10" fmla="*/ 1450866 h 1574403"/>
                  <a:gd name="connsiteX11" fmla="*/ 0 w 1306927"/>
                  <a:gd name="connsiteY11" fmla="*/ 1341224 h 1574403"/>
                  <a:gd name="connsiteX12" fmla="*/ 0 w 1306927"/>
                  <a:gd name="connsiteY12" fmla="*/ 198790 h 1574403"/>
                  <a:gd name="connsiteX13" fmla="*/ 198789 w 1306927"/>
                  <a:gd name="connsiteY13" fmla="*/ 1 h 1574403"/>
                  <a:gd name="connsiteX14" fmla="*/ 1301571 w 1306927"/>
                  <a:gd name="connsiteY14" fmla="*/ 1 h 1574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06927" h="1574403">
                    <a:moveTo>
                      <a:pt x="1301571" y="1"/>
                    </a:moveTo>
                    <a:lnTo>
                      <a:pt x="1306927" y="427395"/>
                    </a:lnTo>
                    <a:lnTo>
                      <a:pt x="531458" y="427394"/>
                    </a:lnTo>
                    <a:cubicBezTo>
                      <a:pt x="470876" y="427394"/>
                      <a:pt x="421764" y="476506"/>
                      <a:pt x="421763" y="537089"/>
                    </a:cubicBezTo>
                    <a:lnTo>
                      <a:pt x="421763" y="1370738"/>
                    </a:lnTo>
                    <a:cubicBezTo>
                      <a:pt x="421763" y="1385883"/>
                      <a:pt x="424834" y="1400312"/>
                      <a:pt x="430385" y="1413436"/>
                    </a:cubicBezTo>
                    <a:lnTo>
                      <a:pt x="437581" y="1424109"/>
                    </a:lnTo>
                    <a:lnTo>
                      <a:pt x="442252" y="1574403"/>
                    </a:lnTo>
                    <a:lnTo>
                      <a:pt x="441823" y="1572277"/>
                    </a:lnTo>
                    <a:cubicBezTo>
                      <a:pt x="411645" y="1500930"/>
                      <a:pt x="340997" y="1450866"/>
                      <a:pt x="258656" y="1450866"/>
                    </a:cubicBezTo>
                    <a:lnTo>
                      <a:pt x="3408" y="1450866"/>
                    </a:lnTo>
                    <a:lnTo>
                      <a:pt x="0" y="1341224"/>
                    </a:lnTo>
                    <a:lnTo>
                      <a:pt x="0" y="198790"/>
                    </a:lnTo>
                    <a:cubicBezTo>
                      <a:pt x="0" y="89000"/>
                      <a:pt x="89000" y="-1"/>
                      <a:pt x="198789" y="1"/>
                    </a:cubicBezTo>
                    <a:lnTo>
                      <a:pt x="1301571" y="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5E4A4F0B-8097-027F-CA55-9C04BF786624}"/>
                  </a:ext>
                </a:extLst>
              </p:cNvPr>
              <p:cNvSpPr/>
              <p:nvPr/>
            </p:nvSpPr>
            <p:spPr>
              <a:xfrm rot="18900000">
                <a:off x="1279979" y="7674104"/>
                <a:ext cx="1908313" cy="1908313"/>
              </a:xfrm>
              <a:custGeom>
                <a:avLst/>
                <a:gdLst>
                  <a:gd name="connsiteX0" fmla="*/ 1903498 w 1908313"/>
                  <a:gd name="connsiteY0" fmla="*/ 457447 h 1908313"/>
                  <a:gd name="connsiteX1" fmla="*/ 1906509 w 1908313"/>
                  <a:gd name="connsiteY1" fmla="*/ 554327 h 1908313"/>
                  <a:gd name="connsiteX2" fmla="*/ 1908313 w 1908313"/>
                  <a:gd name="connsiteY2" fmla="*/ 554270 h 1908313"/>
                  <a:gd name="connsiteX3" fmla="*/ 1908313 w 1908313"/>
                  <a:gd name="connsiteY3" fmla="*/ 1709524 h 1908313"/>
                  <a:gd name="connsiteX4" fmla="*/ 1709524 w 1908313"/>
                  <a:gd name="connsiteY4" fmla="*/ 1908313 h 1908313"/>
                  <a:gd name="connsiteX5" fmla="*/ 198789 w 1908313"/>
                  <a:gd name="connsiteY5" fmla="*/ 1908313 h 1908313"/>
                  <a:gd name="connsiteX6" fmla="*/ 0 w 1908313"/>
                  <a:gd name="connsiteY6" fmla="*/ 1709524 h 1908313"/>
                  <a:gd name="connsiteX7" fmla="*/ 0 w 1908313"/>
                  <a:gd name="connsiteY7" fmla="*/ 198789 h 1908313"/>
                  <a:gd name="connsiteX8" fmla="*/ 198789 w 1908313"/>
                  <a:gd name="connsiteY8" fmla="*/ 0 h 1908313"/>
                  <a:gd name="connsiteX9" fmla="*/ 1331837 w 1908313"/>
                  <a:gd name="connsiteY9" fmla="*/ 0 h 1908313"/>
                  <a:gd name="connsiteX10" fmla="*/ 1345120 w 1908313"/>
                  <a:gd name="connsiteY10" fmla="*/ 427395 h 1908313"/>
                  <a:gd name="connsiteX11" fmla="*/ 531460 w 1908313"/>
                  <a:gd name="connsiteY11" fmla="*/ 427395 h 1908313"/>
                  <a:gd name="connsiteX12" fmla="*/ 421764 w 1908313"/>
                  <a:gd name="connsiteY12" fmla="*/ 537090 h 1908313"/>
                  <a:gd name="connsiteX13" fmla="*/ 421764 w 1908313"/>
                  <a:gd name="connsiteY13" fmla="*/ 1370738 h 1908313"/>
                  <a:gd name="connsiteX14" fmla="*/ 531459 w 1908313"/>
                  <a:gd name="connsiteY14" fmla="*/ 1480433 h 1908313"/>
                  <a:gd name="connsiteX15" fmla="*/ 1365107 w 1908313"/>
                  <a:gd name="connsiteY15" fmla="*/ 1480433 h 1908313"/>
                  <a:gd name="connsiteX16" fmla="*/ 1474802 w 1908313"/>
                  <a:gd name="connsiteY16" fmla="*/ 1370737 h 1908313"/>
                  <a:gd name="connsiteX17" fmla="*/ 1474802 w 1908313"/>
                  <a:gd name="connsiteY17" fmla="*/ 537090 h 1908313"/>
                  <a:gd name="connsiteX18" fmla="*/ 1469148 w 1908313"/>
                  <a:gd name="connsiteY18" fmla="*/ 509084 h 1908313"/>
                  <a:gd name="connsiteX19" fmla="*/ 1470096 w 1908313"/>
                  <a:gd name="connsiteY19" fmla="*/ 509055 h 1908313"/>
                  <a:gd name="connsiteX20" fmla="*/ 1464397 w 1908313"/>
                  <a:gd name="connsiteY20" fmla="*/ 325667 h 1908313"/>
                  <a:gd name="connsiteX21" fmla="*/ 1466490 w 1908313"/>
                  <a:gd name="connsiteY21" fmla="*/ 336034 h 1908313"/>
                  <a:gd name="connsiteX22" fmla="*/ 1649657 w 1908313"/>
                  <a:gd name="connsiteY22" fmla="*/ 457447 h 1908313"/>
                  <a:gd name="connsiteX23" fmla="*/ 1903498 w 1908313"/>
                  <a:gd name="connsiteY23" fmla="*/ 457447 h 1908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3">
                    <a:moveTo>
                      <a:pt x="1903498" y="457447"/>
                    </a:moveTo>
                    <a:lnTo>
                      <a:pt x="1906509" y="554327"/>
                    </a:lnTo>
                    <a:lnTo>
                      <a:pt x="1908313" y="554270"/>
                    </a:lnTo>
                    <a:lnTo>
                      <a:pt x="1908313" y="1709524"/>
                    </a:lnTo>
                    <a:cubicBezTo>
                      <a:pt x="1908312" y="1819312"/>
                      <a:pt x="1819312" y="1908312"/>
                      <a:pt x="1709524" y="1908313"/>
                    </a:cubicBezTo>
                    <a:lnTo>
                      <a:pt x="198789" y="1908313"/>
                    </a:lnTo>
                    <a:cubicBezTo>
                      <a:pt x="89001" y="1908313"/>
                      <a:pt x="-1" y="1819312"/>
                      <a:pt x="0" y="1709524"/>
                    </a:cubicBezTo>
                    <a:lnTo>
                      <a:pt x="0" y="198789"/>
                    </a:lnTo>
                    <a:cubicBezTo>
                      <a:pt x="0" y="89001"/>
                      <a:pt x="89001" y="0"/>
                      <a:pt x="198789" y="0"/>
                    </a:cubicBezTo>
                    <a:lnTo>
                      <a:pt x="1331837" y="0"/>
                    </a:lnTo>
                    <a:lnTo>
                      <a:pt x="1345120" y="427395"/>
                    </a:lnTo>
                    <a:lnTo>
                      <a:pt x="531460" y="427395"/>
                    </a:lnTo>
                    <a:cubicBezTo>
                      <a:pt x="470876" y="427395"/>
                      <a:pt x="421764" y="476507"/>
                      <a:pt x="421764" y="537090"/>
                    </a:cubicBezTo>
                    <a:lnTo>
                      <a:pt x="421764" y="1370738"/>
                    </a:lnTo>
                    <a:cubicBezTo>
                      <a:pt x="421765" y="1431321"/>
                      <a:pt x="470876" y="1480432"/>
                      <a:pt x="531459" y="1480433"/>
                    </a:cubicBezTo>
                    <a:lnTo>
                      <a:pt x="1365107" y="1480433"/>
                    </a:lnTo>
                    <a:cubicBezTo>
                      <a:pt x="1425690" y="1480433"/>
                      <a:pt x="1474802" y="1431321"/>
                      <a:pt x="1474802" y="1370737"/>
                    </a:cubicBezTo>
                    <a:lnTo>
                      <a:pt x="1474802" y="537090"/>
                    </a:lnTo>
                    <a:lnTo>
                      <a:pt x="1469148" y="509084"/>
                    </a:lnTo>
                    <a:lnTo>
                      <a:pt x="1470096" y="509055"/>
                    </a:lnTo>
                    <a:lnTo>
                      <a:pt x="1464397" y="325667"/>
                    </a:lnTo>
                    <a:lnTo>
                      <a:pt x="1466490" y="336034"/>
                    </a:lnTo>
                    <a:cubicBezTo>
                      <a:pt x="1496668" y="407383"/>
                      <a:pt x="1567316" y="457446"/>
                      <a:pt x="1649657" y="457447"/>
                    </a:cubicBezTo>
                    <a:lnTo>
                      <a:pt x="1903498" y="45744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Shape 69">
                <a:extLst>
                  <a:ext uri="{FF2B5EF4-FFF2-40B4-BE49-F238E27FC236}">
                    <a16:creationId xmlns:a16="http://schemas.microsoft.com/office/drawing/2014/main" id="{584F5946-898B-8C57-92DF-F783984B75BF}"/>
                  </a:ext>
                </a:extLst>
              </p:cNvPr>
              <p:cNvSpPr/>
              <p:nvPr/>
            </p:nvSpPr>
            <p:spPr>
              <a:xfrm rot="18805141">
                <a:off x="1930007" y="1404700"/>
                <a:ext cx="1098" cy="39787"/>
              </a:xfrm>
              <a:custGeom>
                <a:avLst/>
                <a:gdLst>
                  <a:gd name="connsiteX0" fmla="*/ 1098 w 1098"/>
                  <a:gd name="connsiteY0" fmla="*/ 0 h 39787"/>
                  <a:gd name="connsiteX1" fmla="*/ 499 w 1098"/>
                  <a:gd name="connsiteY1" fmla="*/ 39787 h 39787"/>
                  <a:gd name="connsiteX2" fmla="*/ 0 w 1098"/>
                  <a:gd name="connsiteY2" fmla="*/ 39773 h 39787"/>
                  <a:gd name="connsiteX3" fmla="*/ 1098 w 1098"/>
                  <a:gd name="connsiteY3" fmla="*/ 0 h 39787"/>
                </a:gdLst>
                <a:ahLst/>
                <a:cxnLst>
                  <a:cxn ang="0">
                    <a:pos x="connsiteX0" y="connsiteY0"/>
                  </a:cxn>
                  <a:cxn ang="0">
                    <a:pos x="connsiteX1" y="connsiteY1"/>
                  </a:cxn>
                  <a:cxn ang="0">
                    <a:pos x="connsiteX2" y="connsiteY2"/>
                  </a:cxn>
                  <a:cxn ang="0">
                    <a:pos x="connsiteX3" y="connsiteY3"/>
                  </a:cxn>
                </a:cxnLst>
                <a:rect l="l" t="t" r="r" b="b"/>
                <a:pathLst>
                  <a:path w="1098" h="39787">
                    <a:moveTo>
                      <a:pt x="1098" y="0"/>
                    </a:moveTo>
                    <a:lnTo>
                      <a:pt x="499" y="39787"/>
                    </a:lnTo>
                    <a:lnTo>
                      <a:pt x="0" y="39773"/>
                    </a:lnTo>
                    <a:lnTo>
                      <a:pt x="1098"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9" name="Freeform: Shape 68">
                <a:extLst>
                  <a:ext uri="{FF2B5EF4-FFF2-40B4-BE49-F238E27FC236}">
                    <a16:creationId xmlns:a16="http://schemas.microsoft.com/office/drawing/2014/main" id="{282FD5B7-77D7-A798-1015-AC83FFCCFE5D}"/>
                  </a:ext>
                </a:extLst>
              </p:cNvPr>
              <p:cNvSpPr/>
              <p:nvPr/>
            </p:nvSpPr>
            <p:spPr>
              <a:xfrm rot="18805141">
                <a:off x="2604346" y="1419307"/>
                <a:ext cx="3174" cy="115067"/>
              </a:xfrm>
              <a:custGeom>
                <a:avLst/>
                <a:gdLst>
                  <a:gd name="connsiteX0" fmla="*/ 3174 w 3174"/>
                  <a:gd name="connsiteY0" fmla="*/ 87 h 115067"/>
                  <a:gd name="connsiteX1" fmla="*/ 0 w 3174"/>
                  <a:gd name="connsiteY1" fmla="*/ 115067 h 115067"/>
                  <a:gd name="connsiteX2" fmla="*/ 0 w 3174"/>
                  <a:gd name="connsiteY2" fmla="*/ 0 h 115067"/>
                  <a:gd name="connsiteX3" fmla="*/ 3174 w 3174"/>
                  <a:gd name="connsiteY3" fmla="*/ 87 h 115067"/>
                </a:gdLst>
                <a:ahLst/>
                <a:cxnLst>
                  <a:cxn ang="0">
                    <a:pos x="connsiteX0" y="connsiteY0"/>
                  </a:cxn>
                  <a:cxn ang="0">
                    <a:pos x="connsiteX1" y="connsiteY1"/>
                  </a:cxn>
                  <a:cxn ang="0">
                    <a:pos x="connsiteX2" y="connsiteY2"/>
                  </a:cxn>
                  <a:cxn ang="0">
                    <a:pos x="connsiteX3" y="connsiteY3"/>
                  </a:cxn>
                </a:cxnLst>
                <a:rect l="l" t="t" r="r" b="b"/>
                <a:pathLst>
                  <a:path w="3174" h="115067">
                    <a:moveTo>
                      <a:pt x="3174" y="87"/>
                    </a:moveTo>
                    <a:lnTo>
                      <a:pt x="0" y="115067"/>
                    </a:lnTo>
                    <a:lnTo>
                      <a:pt x="0" y="0"/>
                    </a:lnTo>
                    <a:lnTo>
                      <a:pt x="3174" y="87"/>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4" name="Freeform: Shape 63">
                <a:extLst>
                  <a:ext uri="{FF2B5EF4-FFF2-40B4-BE49-F238E27FC236}">
                    <a16:creationId xmlns:a16="http://schemas.microsoft.com/office/drawing/2014/main" id="{B18D5EB1-0D3E-043F-EDCA-26BB68929A3C}"/>
                  </a:ext>
                </a:extLst>
              </p:cNvPr>
              <p:cNvSpPr/>
              <p:nvPr/>
            </p:nvSpPr>
            <p:spPr>
              <a:xfrm rot="18805141">
                <a:off x="2454629" y="1186489"/>
                <a:ext cx="9750" cy="294524"/>
              </a:xfrm>
              <a:custGeom>
                <a:avLst/>
                <a:gdLst>
                  <a:gd name="connsiteX0" fmla="*/ 0 w 9750"/>
                  <a:gd name="connsiteY0" fmla="*/ 0 h 294524"/>
                  <a:gd name="connsiteX1" fmla="*/ 9750 w 9750"/>
                  <a:gd name="connsiteY1" fmla="*/ 56251 h 294524"/>
                  <a:gd name="connsiteX2" fmla="*/ 3174 w 9750"/>
                  <a:gd name="connsiteY2" fmla="*/ 294524 h 294524"/>
                  <a:gd name="connsiteX3" fmla="*/ 0 w 9750"/>
                  <a:gd name="connsiteY3" fmla="*/ 294437 h 294524"/>
                  <a:gd name="connsiteX4" fmla="*/ 0 w 9750"/>
                  <a:gd name="connsiteY4" fmla="*/ 0 h 29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0" h="294524">
                    <a:moveTo>
                      <a:pt x="0" y="0"/>
                    </a:moveTo>
                    <a:lnTo>
                      <a:pt x="9750" y="56251"/>
                    </a:lnTo>
                    <a:lnTo>
                      <a:pt x="3174" y="294524"/>
                    </a:lnTo>
                    <a:lnTo>
                      <a:pt x="0" y="294437"/>
                    </a:lnTo>
                    <a:lnTo>
                      <a:pt x="0"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Freeform: Shape 60">
                <a:extLst>
                  <a:ext uri="{FF2B5EF4-FFF2-40B4-BE49-F238E27FC236}">
                    <a16:creationId xmlns:a16="http://schemas.microsoft.com/office/drawing/2014/main" id="{567B0A1C-40A1-75D3-59C2-D009E042AF66}"/>
                  </a:ext>
                </a:extLst>
              </p:cNvPr>
              <p:cNvSpPr/>
              <p:nvPr/>
            </p:nvSpPr>
            <p:spPr>
              <a:xfrm rot="18805141">
                <a:off x="2032248" y="1400720"/>
                <a:ext cx="7075" cy="256777"/>
              </a:xfrm>
              <a:custGeom>
                <a:avLst/>
                <a:gdLst>
                  <a:gd name="connsiteX0" fmla="*/ 7075 w 7075"/>
                  <a:gd name="connsiteY0" fmla="*/ 14 h 256777"/>
                  <a:gd name="connsiteX1" fmla="*/ 3207 w 7075"/>
                  <a:gd name="connsiteY1" fmla="*/ 256777 h 256777"/>
                  <a:gd name="connsiteX2" fmla="*/ 0 w 7075"/>
                  <a:gd name="connsiteY2" fmla="*/ 238273 h 256777"/>
                  <a:gd name="connsiteX3" fmla="*/ 6576 w 7075"/>
                  <a:gd name="connsiteY3" fmla="*/ 0 h 256777"/>
                  <a:gd name="connsiteX4" fmla="*/ 7075 w 7075"/>
                  <a:gd name="connsiteY4" fmla="*/ 14 h 256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 h="256777">
                    <a:moveTo>
                      <a:pt x="7075" y="14"/>
                    </a:moveTo>
                    <a:lnTo>
                      <a:pt x="3207" y="256777"/>
                    </a:lnTo>
                    <a:lnTo>
                      <a:pt x="0" y="238273"/>
                    </a:lnTo>
                    <a:lnTo>
                      <a:pt x="6576" y="0"/>
                    </a:lnTo>
                    <a:lnTo>
                      <a:pt x="7075" y="14"/>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94" name="Group 93">
                <a:extLst>
                  <a:ext uri="{FF2B5EF4-FFF2-40B4-BE49-F238E27FC236}">
                    <a16:creationId xmlns:a16="http://schemas.microsoft.com/office/drawing/2014/main" id="{07061AA7-D52B-E9E8-4D13-3DB862A6ACF3}"/>
                  </a:ext>
                </a:extLst>
              </p:cNvPr>
              <p:cNvGrpSpPr/>
              <p:nvPr/>
            </p:nvGrpSpPr>
            <p:grpSpPr>
              <a:xfrm>
                <a:off x="1129831" y="-362379"/>
                <a:ext cx="2252938" cy="3596105"/>
                <a:chOff x="1129831" y="-362379"/>
                <a:chExt cx="2252938" cy="3596105"/>
              </a:xfrm>
            </p:grpSpPr>
            <p:sp>
              <p:nvSpPr>
                <p:cNvPr id="71" name="Freeform: Shape 70">
                  <a:extLst>
                    <a:ext uri="{FF2B5EF4-FFF2-40B4-BE49-F238E27FC236}">
                      <a16:creationId xmlns:a16="http://schemas.microsoft.com/office/drawing/2014/main" id="{35668BD1-7B80-8184-2B61-4B8B916C0D99}"/>
                    </a:ext>
                  </a:extLst>
                </p:cNvPr>
                <p:cNvSpPr/>
                <p:nvPr/>
              </p:nvSpPr>
              <p:spPr>
                <a:xfrm rot="18805141">
                  <a:off x="2036107" y="1028973"/>
                  <a:ext cx="428587" cy="817294"/>
                </a:xfrm>
                <a:custGeom>
                  <a:avLst/>
                  <a:gdLst>
                    <a:gd name="connsiteX0" fmla="*/ 384013 w 428587"/>
                    <a:gd name="connsiteY0" fmla="*/ 68739 h 449042"/>
                    <a:gd name="connsiteX1" fmla="*/ 424856 w 428587"/>
                    <a:gd name="connsiteY1" fmla="*/ 133077 h 449042"/>
                    <a:gd name="connsiteX2" fmla="*/ 428587 w 428587"/>
                    <a:gd name="connsiteY2" fmla="*/ 154605 h 449042"/>
                    <a:gd name="connsiteX3" fmla="*/ 428587 w 428587"/>
                    <a:gd name="connsiteY3" fmla="*/ 449042 h 449042"/>
                    <a:gd name="connsiteX4" fmla="*/ 190021 w 428587"/>
                    <a:gd name="connsiteY4" fmla="*/ 442457 h 449042"/>
                    <a:gd name="connsiteX5" fmla="*/ 10273 w 428587"/>
                    <a:gd name="connsiteY5" fmla="*/ 316038 h 449042"/>
                    <a:gd name="connsiteX6" fmla="*/ 0 w 428587"/>
                    <a:gd name="connsiteY6" fmla="*/ 256763 h 449042"/>
                    <a:gd name="connsiteX7" fmla="*/ 3868 w 428587"/>
                    <a:gd name="connsiteY7" fmla="*/ 0 h 449042"/>
                    <a:gd name="connsiteX8" fmla="*/ 245108 w 428587"/>
                    <a:gd name="connsiteY8" fmla="*/ 6658 h 449042"/>
                    <a:gd name="connsiteX9" fmla="*/ 384013 w 428587"/>
                    <a:gd name="connsiteY9" fmla="*/ 68739 h 449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8587" h="449042">
                      <a:moveTo>
                        <a:pt x="384013" y="68739"/>
                      </a:moveTo>
                      <a:cubicBezTo>
                        <a:pt x="401497" y="87215"/>
                        <a:pt x="415456" y="109026"/>
                        <a:pt x="424856" y="133077"/>
                      </a:cubicBezTo>
                      <a:lnTo>
                        <a:pt x="428587" y="154605"/>
                      </a:lnTo>
                      <a:lnTo>
                        <a:pt x="428587" y="449042"/>
                      </a:lnTo>
                      <a:lnTo>
                        <a:pt x="190021" y="442457"/>
                      </a:lnTo>
                      <a:cubicBezTo>
                        <a:pt x="107712" y="440185"/>
                        <a:pt x="38471" y="388191"/>
                        <a:pt x="10273" y="316038"/>
                      </a:cubicBezTo>
                      <a:lnTo>
                        <a:pt x="0" y="256763"/>
                      </a:lnTo>
                      <a:lnTo>
                        <a:pt x="3868" y="0"/>
                      </a:lnTo>
                      <a:lnTo>
                        <a:pt x="245108" y="6658"/>
                      </a:lnTo>
                      <a:cubicBezTo>
                        <a:pt x="299981" y="8172"/>
                        <a:pt x="349045" y="31786"/>
                        <a:pt x="384013" y="68739"/>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Shape 66">
                  <a:extLst>
                    <a:ext uri="{FF2B5EF4-FFF2-40B4-BE49-F238E27FC236}">
                      <a16:creationId xmlns:a16="http://schemas.microsoft.com/office/drawing/2014/main" id="{4E59C65A-9D41-1E1E-E95D-C5C2322D5C59}"/>
                    </a:ext>
                  </a:extLst>
                </p:cNvPr>
                <p:cNvSpPr/>
                <p:nvPr/>
              </p:nvSpPr>
              <p:spPr>
                <a:xfrm rot="18805141">
                  <a:off x="1914076" y="-484903"/>
                  <a:ext cx="1343836" cy="1588884"/>
                </a:xfrm>
                <a:custGeom>
                  <a:avLst/>
                  <a:gdLst>
                    <a:gd name="connsiteX0" fmla="*/ 1341694 w 1343836"/>
                    <a:gd name="connsiteY0" fmla="*/ 143844 h 1588884"/>
                    <a:gd name="connsiteX1" fmla="*/ 1342031 w 1343836"/>
                    <a:gd name="connsiteY1" fmla="*/ 240770 h 1588884"/>
                    <a:gd name="connsiteX2" fmla="*/ 1343836 w 1343836"/>
                    <a:gd name="connsiteY2" fmla="*/ 240763 h 1588884"/>
                    <a:gd name="connsiteX3" fmla="*/ 1311963 w 1343836"/>
                    <a:gd name="connsiteY3" fmla="*/ 1395578 h 1588884"/>
                    <a:gd name="connsiteX4" fmla="*/ 1107764 w 1343836"/>
                    <a:gd name="connsiteY4" fmla="*/ 1588807 h 1588884"/>
                    <a:gd name="connsiteX5" fmla="*/ 0 w 1343836"/>
                    <a:gd name="connsiteY5" fmla="*/ 1558232 h 1588884"/>
                    <a:gd name="connsiteX6" fmla="*/ 0 w 1343836"/>
                    <a:gd name="connsiteY6" fmla="*/ 1130189 h 1588884"/>
                    <a:gd name="connsiteX7" fmla="*/ 775284 w 1343836"/>
                    <a:gd name="connsiteY7" fmla="*/ 1151586 h 1588884"/>
                    <a:gd name="connsiteX8" fmla="*/ 887963 w 1343836"/>
                    <a:gd name="connsiteY8" fmla="*/ 1044958 h 1588884"/>
                    <a:gd name="connsiteX9" fmla="*/ 910964 w 1343836"/>
                    <a:gd name="connsiteY9" fmla="*/ 211629 h 1588884"/>
                    <a:gd name="connsiteX10" fmla="*/ 906084 w 1343836"/>
                    <a:gd name="connsiteY10" fmla="*/ 183478 h 1588884"/>
                    <a:gd name="connsiteX11" fmla="*/ 907033 w 1343836"/>
                    <a:gd name="connsiteY11" fmla="*/ 183476 h 1588884"/>
                    <a:gd name="connsiteX12" fmla="*/ 906396 w 1343836"/>
                    <a:gd name="connsiteY12" fmla="*/ 0 h 1588884"/>
                    <a:gd name="connsiteX13" fmla="*/ 908203 w 1343836"/>
                    <a:gd name="connsiteY13" fmla="*/ 10421 h 1588884"/>
                    <a:gd name="connsiteX14" fmla="*/ 1087949 w 1343836"/>
                    <a:gd name="connsiteY14" fmla="*/ 136841 h 1588884"/>
                    <a:gd name="connsiteX15" fmla="*/ 1341694 w 1343836"/>
                    <a:gd name="connsiteY15" fmla="*/ 143844 h 158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3836" h="1588884">
                      <a:moveTo>
                        <a:pt x="1341694" y="143844"/>
                      </a:moveTo>
                      <a:lnTo>
                        <a:pt x="1342031" y="240770"/>
                      </a:lnTo>
                      <a:lnTo>
                        <a:pt x="1343836" y="240763"/>
                      </a:lnTo>
                      <a:lnTo>
                        <a:pt x="1311963" y="1395578"/>
                      </a:lnTo>
                      <a:cubicBezTo>
                        <a:pt x="1308932" y="1505324"/>
                        <a:pt x="1217511" y="1591835"/>
                        <a:pt x="1107764" y="1588807"/>
                      </a:cubicBezTo>
                      <a:lnTo>
                        <a:pt x="0" y="1558232"/>
                      </a:lnTo>
                      <a:lnTo>
                        <a:pt x="0" y="1130189"/>
                      </a:lnTo>
                      <a:lnTo>
                        <a:pt x="775284" y="1151586"/>
                      </a:lnTo>
                      <a:cubicBezTo>
                        <a:pt x="835843" y="1153259"/>
                        <a:pt x="886292" y="1105520"/>
                        <a:pt x="887963" y="1044958"/>
                      </a:cubicBezTo>
                      <a:lnTo>
                        <a:pt x="910964" y="211629"/>
                      </a:lnTo>
                      <a:lnTo>
                        <a:pt x="906084" y="183478"/>
                      </a:lnTo>
                      <a:lnTo>
                        <a:pt x="907033" y="183476"/>
                      </a:lnTo>
                      <a:lnTo>
                        <a:pt x="906396" y="0"/>
                      </a:lnTo>
                      <a:lnTo>
                        <a:pt x="908203" y="10421"/>
                      </a:lnTo>
                      <a:cubicBezTo>
                        <a:pt x="936400" y="82575"/>
                        <a:pt x="1005640" y="134569"/>
                        <a:pt x="1087949" y="136841"/>
                      </a:cubicBezTo>
                      <a:lnTo>
                        <a:pt x="1341694" y="143844"/>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6" name="Freeform: Shape 65">
                  <a:extLst>
                    <a:ext uri="{FF2B5EF4-FFF2-40B4-BE49-F238E27FC236}">
                      <a16:creationId xmlns:a16="http://schemas.microsoft.com/office/drawing/2014/main" id="{9BEB899A-56A3-BF27-6CD5-8F9F0F1720B0}"/>
                    </a:ext>
                  </a:extLst>
                </p:cNvPr>
                <p:cNvSpPr/>
                <p:nvPr/>
              </p:nvSpPr>
              <p:spPr>
                <a:xfrm rot="18805141">
                  <a:off x="1254361" y="-320613"/>
                  <a:ext cx="1372906" cy="1619812"/>
                </a:xfrm>
                <a:custGeom>
                  <a:avLst/>
                  <a:gdLst>
                    <a:gd name="connsiteX0" fmla="*/ 1371420 w 1372906"/>
                    <a:gd name="connsiteY0" fmla="*/ 31337 h 1619812"/>
                    <a:gd name="connsiteX1" fmla="*/ 1372906 w 1372906"/>
                    <a:gd name="connsiteY1" fmla="*/ 458936 h 1619812"/>
                    <a:gd name="connsiteX2" fmla="*/ 559556 w 1372906"/>
                    <a:gd name="connsiteY2" fmla="*/ 436487 h 1619812"/>
                    <a:gd name="connsiteX3" fmla="*/ 446876 w 1372906"/>
                    <a:gd name="connsiteY3" fmla="*/ 543114 h 1619812"/>
                    <a:gd name="connsiteX4" fmla="*/ 423875 w 1372906"/>
                    <a:gd name="connsiteY4" fmla="*/ 1376445 h 1619812"/>
                    <a:gd name="connsiteX5" fmla="*/ 424719 w 1372906"/>
                    <a:gd name="connsiteY5" fmla="*/ 1381316 h 1619812"/>
                    <a:gd name="connsiteX6" fmla="*/ 424719 w 1372906"/>
                    <a:gd name="connsiteY6" fmla="*/ 1619812 h 1619812"/>
                    <a:gd name="connsiteX7" fmla="*/ 420988 w 1372906"/>
                    <a:gd name="connsiteY7" fmla="*/ 1598284 h 1619812"/>
                    <a:gd name="connsiteX8" fmla="*/ 380145 w 1372906"/>
                    <a:gd name="connsiteY8" fmla="*/ 1533946 h 1619812"/>
                    <a:gd name="connsiteX9" fmla="*/ 241240 w 1372906"/>
                    <a:gd name="connsiteY9" fmla="*/ 1471865 h 1619812"/>
                    <a:gd name="connsiteX10" fmla="*/ 0 w 1372906"/>
                    <a:gd name="connsiteY10" fmla="*/ 1465207 h 1619812"/>
                    <a:gd name="connsiteX11" fmla="*/ 599 w 1372906"/>
                    <a:gd name="connsiteY11" fmla="*/ 1425420 h 1619812"/>
                    <a:gd name="connsiteX12" fmla="*/ 34606 w 1372906"/>
                    <a:gd name="connsiteY12" fmla="*/ 193306 h 1619812"/>
                    <a:gd name="connsiteX13" fmla="*/ 238804 w 1372906"/>
                    <a:gd name="connsiteY13" fmla="*/ 77 h 1619812"/>
                    <a:gd name="connsiteX14" fmla="*/ 1371420 w 1372906"/>
                    <a:gd name="connsiteY14" fmla="*/ 31337 h 1619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2906" h="1619812">
                      <a:moveTo>
                        <a:pt x="1371420" y="31337"/>
                      </a:moveTo>
                      <a:lnTo>
                        <a:pt x="1372906" y="458936"/>
                      </a:lnTo>
                      <a:lnTo>
                        <a:pt x="559556" y="436487"/>
                      </a:lnTo>
                      <a:cubicBezTo>
                        <a:pt x="498995" y="434816"/>
                        <a:pt x="448547" y="482554"/>
                        <a:pt x="446876" y="543114"/>
                      </a:cubicBezTo>
                      <a:lnTo>
                        <a:pt x="423875" y="1376445"/>
                      </a:lnTo>
                      <a:lnTo>
                        <a:pt x="424719" y="1381316"/>
                      </a:lnTo>
                      <a:lnTo>
                        <a:pt x="424719" y="1619812"/>
                      </a:lnTo>
                      <a:lnTo>
                        <a:pt x="420988" y="1598284"/>
                      </a:lnTo>
                      <a:cubicBezTo>
                        <a:pt x="411588" y="1574233"/>
                        <a:pt x="397629" y="1552422"/>
                        <a:pt x="380145" y="1533946"/>
                      </a:cubicBezTo>
                      <a:cubicBezTo>
                        <a:pt x="345177" y="1496993"/>
                        <a:pt x="296113" y="1473379"/>
                        <a:pt x="241240" y="1471865"/>
                      </a:cubicBezTo>
                      <a:lnTo>
                        <a:pt x="0" y="1465207"/>
                      </a:lnTo>
                      <a:lnTo>
                        <a:pt x="599" y="1425420"/>
                      </a:lnTo>
                      <a:lnTo>
                        <a:pt x="34606" y="193306"/>
                      </a:lnTo>
                      <a:cubicBezTo>
                        <a:pt x="37635" y="83560"/>
                        <a:pt x="129058" y="-2952"/>
                        <a:pt x="238804" y="77"/>
                      </a:cubicBezTo>
                      <a:lnTo>
                        <a:pt x="1371420" y="3133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Shape 59">
                  <a:extLst>
                    <a:ext uri="{FF2B5EF4-FFF2-40B4-BE49-F238E27FC236}">
                      <a16:creationId xmlns:a16="http://schemas.microsoft.com/office/drawing/2014/main" id="{18ECE89C-9197-681E-9B1C-F2C3478DE6B0}"/>
                    </a:ext>
                  </a:extLst>
                </p:cNvPr>
                <p:cNvSpPr/>
                <p:nvPr/>
              </p:nvSpPr>
              <p:spPr>
                <a:xfrm rot="18805141">
                  <a:off x="1868169" y="1545298"/>
                  <a:ext cx="1371640" cy="1657560"/>
                </a:xfrm>
                <a:custGeom>
                  <a:avLst/>
                  <a:gdLst>
                    <a:gd name="connsiteX0" fmla="*/ 1371640 w 1371640"/>
                    <a:gd name="connsiteY0" fmla="*/ 192279 h 1657560"/>
                    <a:gd name="connsiteX1" fmla="*/ 1371640 w 1371640"/>
                    <a:gd name="connsiteY1" fmla="*/ 307346 h 1657560"/>
                    <a:gd name="connsiteX2" fmla="*/ 1339709 w 1371640"/>
                    <a:gd name="connsiteY2" fmla="*/ 1464253 h 1657560"/>
                    <a:gd name="connsiteX3" fmla="*/ 1135510 w 1371640"/>
                    <a:gd name="connsiteY3" fmla="*/ 1657483 h 1657560"/>
                    <a:gd name="connsiteX4" fmla="*/ 1488 w 1371640"/>
                    <a:gd name="connsiteY4" fmla="*/ 1626182 h 1657560"/>
                    <a:gd name="connsiteX5" fmla="*/ 0 w 1371640"/>
                    <a:gd name="connsiteY5" fmla="*/ 1198098 h 1657560"/>
                    <a:gd name="connsiteX6" fmla="*/ 803030 w 1371640"/>
                    <a:gd name="connsiteY6" fmla="*/ 1220262 h 1657560"/>
                    <a:gd name="connsiteX7" fmla="*/ 915710 w 1371640"/>
                    <a:gd name="connsiteY7" fmla="*/ 1113635 h 1657560"/>
                    <a:gd name="connsiteX8" fmla="*/ 937938 w 1371640"/>
                    <a:gd name="connsiteY8" fmla="*/ 308312 h 1657560"/>
                    <a:gd name="connsiteX9" fmla="*/ 938408 w 1371640"/>
                    <a:gd name="connsiteY9" fmla="*/ 308319 h 1657560"/>
                    <a:gd name="connsiteX10" fmla="*/ 943053 w 1371640"/>
                    <a:gd name="connsiteY10" fmla="*/ 0 h 1657560"/>
                    <a:gd name="connsiteX11" fmla="*/ 953326 w 1371640"/>
                    <a:gd name="connsiteY11" fmla="*/ 59275 h 1657560"/>
                    <a:gd name="connsiteX12" fmla="*/ 1133074 w 1371640"/>
                    <a:gd name="connsiteY12" fmla="*/ 185694 h 1657560"/>
                    <a:gd name="connsiteX13" fmla="*/ 1371640 w 1371640"/>
                    <a:gd name="connsiteY13" fmla="*/ 192279 h 1657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1640" h="1657560">
                      <a:moveTo>
                        <a:pt x="1371640" y="192279"/>
                      </a:moveTo>
                      <a:lnTo>
                        <a:pt x="1371640" y="307346"/>
                      </a:lnTo>
                      <a:lnTo>
                        <a:pt x="1339709" y="1464253"/>
                      </a:lnTo>
                      <a:cubicBezTo>
                        <a:pt x="1336679" y="1573999"/>
                        <a:pt x="1245257" y="1660510"/>
                        <a:pt x="1135510" y="1657483"/>
                      </a:cubicBezTo>
                      <a:lnTo>
                        <a:pt x="1488" y="1626182"/>
                      </a:lnTo>
                      <a:lnTo>
                        <a:pt x="0" y="1198098"/>
                      </a:lnTo>
                      <a:lnTo>
                        <a:pt x="803030" y="1220262"/>
                      </a:lnTo>
                      <a:cubicBezTo>
                        <a:pt x="863590" y="1221933"/>
                        <a:pt x="914038" y="1174194"/>
                        <a:pt x="915710" y="1113635"/>
                      </a:cubicBezTo>
                      <a:lnTo>
                        <a:pt x="937938" y="308312"/>
                      </a:lnTo>
                      <a:lnTo>
                        <a:pt x="938408" y="308319"/>
                      </a:lnTo>
                      <a:lnTo>
                        <a:pt x="943053" y="0"/>
                      </a:lnTo>
                      <a:lnTo>
                        <a:pt x="953326" y="59275"/>
                      </a:lnTo>
                      <a:cubicBezTo>
                        <a:pt x="981524" y="131428"/>
                        <a:pt x="1050765" y="183422"/>
                        <a:pt x="1133074" y="185694"/>
                      </a:cubicBezTo>
                      <a:lnTo>
                        <a:pt x="1371640" y="192279"/>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FEF5BF04-BB96-6BCE-ADB4-672A155B0B18}"/>
                    </a:ext>
                  </a:extLst>
                </p:cNvPr>
                <p:cNvSpPr/>
                <p:nvPr/>
              </p:nvSpPr>
              <p:spPr>
                <a:xfrm rot="18805141">
                  <a:off x="1249702" y="1772998"/>
                  <a:ext cx="1340857" cy="1580599"/>
                </a:xfrm>
                <a:custGeom>
                  <a:avLst/>
                  <a:gdLst>
                    <a:gd name="connsiteX0" fmla="*/ 1340857 w 1340857"/>
                    <a:gd name="connsiteY0" fmla="*/ 30581 h 1580599"/>
                    <a:gd name="connsiteX1" fmla="*/ 1334419 w 1340857"/>
                    <a:gd name="connsiteY1" fmla="*/ 457960 h 1580599"/>
                    <a:gd name="connsiteX2" fmla="*/ 556470 w 1340857"/>
                    <a:gd name="connsiteY2" fmla="*/ 436488 h 1580599"/>
                    <a:gd name="connsiteX3" fmla="*/ 443789 w 1340857"/>
                    <a:gd name="connsiteY3" fmla="*/ 543115 h 1580599"/>
                    <a:gd name="connsiteX4" fmla="*/ 420790 w 1340857"/>
                    <a:gd name="connsiteY4" fmla="*/ 1376446 h 1580599"/>
                    <a:gd name="connsiteX5" fmla="*/ 428230 w 1340857"/>
                    <a:gd name="connsiteY5" fmla="*/ 1419366 h 1580599"/>
                    <a:gd name="connsiteX6" fmla="*/ 435129 w 1340857"/>
                    <a:gd name="connsiteY6" fmla="*/ 1430234 h 1580599"/>
                    <a:gd name="connsiteX7" fmla="*/ 435651 w 1340857"/>
                    <a:gd name="connsiteY7" fmla="*/ 1580599 h 1580599"/>
                    <a:gd name="connsiteX8" fmla="*/ 435281 w 1340857"/>
                    <a:gd name="connsiteY8" fmla="*/ 1578463 h 1580599"/>
                    <a:gd name="connsiteX9" fmla="*/ 255534 w 1340857"/>
                    <a:gd name="connsiteY9" fmla="*/ 1452044 h 1580599"/>
                    <a:gd name="connsiteX10" fmla="*/ 382 w 1340857"/>
                    <a:gd name="connsiteY10" fmla="*/ 1445002 h 1580599"/>
                    <a:gd name="connsiteX11" fmla="*/ 0 w 1340857"/>
                    <a:gd name="connsiteY11" fmla="*/ 1335307 h 1580599"/>
                    <a:gd name="connsiteX12" fmla="*/ 31520 w 1340857"/>
                    <a:gd name="connsiteY12" fmla="*/ 193308 h 1580599"/>
                    <a:gd name="connsiteX13" fmla="*/ 235718 w 1340857"/>
                    <a:gd name="connsiteY13" fmla="*/ 78 h 1580599"/>
                    <a:gd name="connsiteX14" fmla="*/ 1340857 w 1340857"/>
                    <a:gd name="connsiteY14" fmla="*/ 30581 h 158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0857" h="1580599">
                      <a:moveTo>
                        <a:pt x="1340857" y="30581"/>
                      </a:moveTo>
                      <a:lnTo>
                        <a:pt x="1334419" y="457960"/>
                      </a:lnTo>
                      <a:lnTo>
                        <a:pt x="556470" y="436488"/>
                      </a:lnTo>
                      <a:cubicBezTo>
                        <a:pt x="495910" y="434817"/>
                        <a:pt x="445462" y="482555"/>
                        <a:pt x="443789" y="543115"/>
                      </a:cubicBezTo>
                      <a:lnTo>
                        <a:pt x="420790" y="1376446"/>
                      </a:lnTo>
                      <a:cubicBezTo>
                        <a:pt x="420371" y="1391586"/>
                        <a:pt x="423042" y="1406094"/>
                        <a:pt x="428230" y="1419366"/>
                      </a:cubicBezTo>
                      <a:lnTo>
                        <a:pt x="435129" y="1430234"/>
                      </a:lnTo>
                      <a:lnTo>
                        <a:pt x="435651" y="1580599"/>
                      </a:lnTo>
                      <a:lnTo>
                        <a:pt x="435281" y="1578463"/>
                      </a:lnTo>
                      <a:cubicBezTo>
                        <a:pt x="407082" y="1506309"/>
                        <a:pt x="337843" y="1454315"/>
                        <a:pt x="255534" y="1452044"/>
                      </a:cubicBezTo>
                      <a:lnTo>
                        <a:pt x="382" y="1445002"/>
                      </a:lnTo>
                      <a:lnTo>
                        <a:pt x="0" y="1335307"/>
                      </a:lnTo>
                      <a:lnTo>
                        <a:pt x="31520" y="193308"/>
                      </a:lnTo>
                      <a:cubicBezTo>
                        <a:pt x="34549" y="83560"/>
                        <a:pt x="125971" y="-2951"/>
                        <a:pt x="235718" y="78"/>
                      </a:cubicBezTo>
                      <a:lnTo>
                        <a:pt x="1340857" y="3058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97" name="Rectangle: Rounded Corners 96">
              <a:extLst>
                <a:ext uri="{FF2B5EF4-FFF2-40B4-BE49-F238E27FC236}">
                  <a16:creationId xmlns:a16="http://schemas.microsoft.com/office/drawing/2014/main" id="{4B54BE43-A7F0-E9F4-7E15-14B6637A270E}"/>
                </a:ext>
              </a:extLst>
            </p:cNvPr>
            <p:cNvSpPr/>
            <p:nvPr/>
          </p:nvSpPr>
          <p:spPr>
            <a:xfrm rot="2783698">
              <a:off x="2458262" y="1127903"/>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Rounded Corners 97">
              <a:extLst>
                <a:ext uri="{FF2B5EF4-FFF2-40B4-BE49-F238E27FC236}">
                  <a16:creationId xmlns:a16="http://schemas.microsoft.com/office/drawing/2014/main" id="{664BADD1-C989-2FA4-7FB2-000B5EB763D0}"/>
                </a:ext>
              </a:extLst>
            </p:cNvPr>
            <p:cNvSpPr/>
            <p:nvPr/>
          </p:nvSpPr>
          <p:spPr>
            <a:xfrm rot="2783698">
              <a:off x="2458261" y="3175759"/>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Rounded Corners 99">
              <a:extLst>
                <a:ext uri="{FF2B5EF4-FFF2-40B4-BE49-F238E27FC236}">
                  <a16:creationId xmlns:a16="http://schemas.microsoft.com/office/drawing/2014/main" id="{AB49DC41-711E-E7C1-B825-C9117AFEB5B7}"/>
                </a:ext>
              </a:extLst>
            </p:cNvPr>
            <p:cNvSpPr/>
            <p:nvPr/>
          </p:nvSpPr>
          <p:spPr>
            <a:xfrm rot="2783698">
              <a:off x="2439446" y="5223615"/>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Rounded Corners 106">
              <a:extLst>
                <a:ext uri="{FF2B5EF4-FFF2-40B4-BE49-F238E27FC236}">
                  <a16:creationId xmlns:a16="http://schemas.microsoft.com/office/drawing/2014/main" id="{B930871F-7C4F-E4FC-1944-11504FA94AAD}"/>
                </a:ext>
              </a:extLst>
            </p:cNvPr>
            <p:cNvSpPr/>
            <p:nvPr/>
          </p:nvSpPr>
          <p:spPr>
            <a:xfrm rot="2783698">
              <a:off x="2497495" y="7271470"/>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Rounded Corners 107">
              <a:extLst>
                <a:ext uri="{FF2B5EF4-FFF2-40B4-BE49-F238E27FC236}">
                  <a16:creationId xmlns:a16="http://schemas.microsoft.com/office/drawing/2014/main" id="{95C61410-90AA-0B29-5E21-0D2FC731E504}"/>
                </a:ext>
              </a:extLst>
            </p:cNvPr>
            <p:cNvSpPr/>
            <p:nvPr/>
          </p:nvSpPr>
          <p:spPr>
            <a:xfrm rot="2783698">
              <a:off x="2497494" y="9319326"/>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Rounded Corners 10">
            <a:extLst>
              <a:ext uri="{FF2B5EF4-FFF2-40B4-BE49-F238E27FC236}">
                <a16:creationId xmlns:a16="http://schemas.microsoft.com/office/drawing/2014/main" id="{0C32F55C-586E-F47E-18CF-90F836C0E163}"/>
              </a:ext>
            </a:extLst>
          </p:cNvPr>
          <p:cNvSpPr/>
          <p:nvPr/>
        </p:nvSpPr>
        <p:spPr>
          <a:xfrm rot="2324055">
            <a:off x="10675821" y="4633689"/>
            <a:ext cx="952277" cy="952277"/>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584E74A-B0AD-3857-EEFC-B7A7E6EC7EA6}"/>
              </a:ext>
            </a:extLst>
          </p:cNvPr>
          <p:cNvSpPr txBox="1"/>
          <p:nvPr/>
        </p:nvSpPr>
        <p:spPr>
          <a:xfrm>
            <a:off x="4123259" y="-6245783"/>
            <a:ext cx="2748889" cy="707886"/>
          </a:xfrm>
          <a:prstGeom prst="rect">
            <a:avLst/>
          </a:prstGeom>
          <a:noFill/>
        </p:spPr>
        <p:txBody>
          <a:bodyPr wrap="square" rtlCol="0">
            <a:spAutoFit/>
          </a:bodyPr>
          <a:lstStyle/>
          <a:p>
            <a:r>
              <a:rPr lang="en-US" sz="4000" dirty="0"/>
              <a:t>Abstract</a:t>
            </a:r>
          </a:p>
        </p:txBody>
      </p:sp>
      <p:sp>
        <p:nvSpPr>
          <p:cNvPr id="5" name="TextBox 4">
            <a:extLst>
              <a:ext uri="{FF2B5EF4-FFF2-40B4-BE49-F238E27FC236}">
                <a16:creationId xmlns:a16="http://schemas.microsoft.com/office/drawing/2014/main" id="{19671983-1DD9-2853-F070-92D12FEB9999}"/>
              </a:ext>
            </a:extLst>
          </p:cNvPr>
          <p:cNvSpPr txBox="1"/>
          <p:nvPr/>
        </p:nvSpPr>
        <p:spPr>
          <a:xfrm>
            <a:off x="4123259" y="-5392990"/>
            <a:ext cx="7068731" cy="420435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TikTok is now the top app for fun, creative, and short-form entertainment.  </a:t>
            </a:r>
          </a:p>
          <a:p>
            <a:pPr marL="285750" indent="-285750">
              <a:lnSpc>
                <a:spcPct val="150000"/>
              </a:lnSpc>
              <a:buFont typeface="Arial" panose="020B0604020202020204" pitchFamily="34" charset="0"/>
              <a:buChar char="•"/>
            </a:pPr>
            <a:r>
              <a:rPr lang="en-US" dirty="0"/>
              <a:t>We explore how it grew from a small platform into a global sensation used by billions of people.  </a:t>
            </a:r>
          </a:p>
          <a:p>
            <a:pPr marL="285750" indent="-285750">
              <a:lnSpc>
                <a:spcPct val="150000"/>
              </a:lnSpc>
              <a:buFont typeface="Arial" panose="020B0604020202020204" pitchFamily="34" charset="0"/>
              <a:buChar char="•"/>
            </a:pPr>
            <a:r>
              <a:rPr lang="en-US" dirty="0"/>
              <a:t>This presentation explains the AI "Secret Weapon" that shows you videos you love in just a few minutes.  </a:t>
            </a:r>
          </a:p>
          <a:p>
            <a:pPr marL="285750" indent="-285750">
              <a:lnSpc>
                <a:spcPct val="150000"/>
              </a:lnSpc>
              <a:buFont typeface="Arial" panose="020B0604020202020204" pitchFamily="34" charset="0"/>
              <a:buChar char="•"/>
            </a:pPr>
            <a:r>
              <a:rPr lang="en-US" dirty="0"/>
              <a:t>We show how ordinary people can become stars using only a smartphone and simple editing tools.  </a:t>
            </a:r>
          </a:p>
          <a:p>
            <a:pPr marL="285750" indent="-285750">
              <a:lnSpc>
                <a:spcPct val="150000"/>
              </a:lnSpc>
              <a:buFont typeface="Arial" panose="020B0604020202020204" pitchFamily="34" charset="0"/>
              <a:buChar char="•"/>
            </a:pPr>
            <a:r>
              <a:rPr lang="en-US" dirty="0"/>
              <a:t>Finally, we look at important issues like data privacy and how to keep young users safe online.</a:t>
            </a:r>
          </a:p>
        </p:txBody>
      </p:sp>
      <p:sp>
        <p:nvSpPr>
          <p:cNvPr id="6" name="TextBox 5">
            <a:extLst>
              <a:ext uri="{FF2B5EF4-FFF2-40B4-BE49-F238E27FC236}">
                <a16:creationId xmlns:a16="http://schemas.microsoft.com/office/drawing/2014/main" id="{E5552C83-CF08-4027-B618-86D7F4A4C1AC}"/>
              </a:ext>
            </a:extLst>
          </p:cNvPr>
          <p:cNvSpPr txBox="1"/>
          <p:nvPr/>
        </p:nvSpPr>
        <p:spPr>
          <a:xfrm>
            <a:off x="4329551" y="2614420"/>
            <a:ext cx="6102891" cy="2092881"/>
          </a:xfrm>
          <a:prstGeom prst="rect">
            <a:avLst/>
          </a:prstGeom>
          <a:noFill/>
        </p:spPr>
        <p:txBody>
          <a:bodyPr wrap="square" rtlCol="0">
            <a:spAutoFit/>
          </a:bodyPr>
          <a:lstStyle/>
          <a:p>
            <a:r>
              <a:rPr lang="en-US" sz="2000" b="1" dirty="0">
                <a:latin typeface="Times New Roman" panose="02020603050405020304" pitchFamily="18" charset="0"/>
              </a:rPr>
              <a:t>Social Media</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the heart of the digital era</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how we talk, share ideas, and stay connected with friends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the King of Digital Fun and Creativity. (TikTok)</a:t>
            </a:r>
          </a:p>
        </p:txBody>
      </p:sp>
      <p:sp>
        <p:nvSpPr>
          <p:cNvPr id="13" name="TextBox 12">
            <a:extLst>
              <a:ext uri="{FF2B5EF4-FFF2-40B4-BE49-F238E27FC236}">
                <a16:creationId xmlns:a16="http://schemas.microsoft.com/office/drawing/2014/main" id="{1CF3EEF0-E358-52EE-9722-73BF1D26D8B5}"/>
              </a:ext>
            </a:extLst>
          </p:cNvPr>
          <p:cNvSpPr txBox="1"/>
          <p:nvPr/>
        </p:nvSpPr>
        <p:spPr>
          <a:xfrm>
            <a:off x="3770522" y="800423"/>
            <a:ext cx="3484791" cy="707886"/>
          </a:xfrm>
          <a:prstGeom prst="rect">
            <a:avLst/>
          </a:prstGeom>
          <a:noFill/>
        </p:spPr>
        <p:txBody>
          <a:bodyPr wrap="square" rtlCol="0">
            <a:spAutoFit/>
          </a:bodyPr>
          <a:lstStyle/>
          <a:p>
            <a:pPr algn="ctr"/>
            <a:r>
              <a:rPr lang="en-US" sz="4000" dirty="0">
                <a:latin typeface="Times New Roman" panose="02020603050405020304" pitchFamily="18" charset="0"/>
              </a:rPr>
              <a:t>Introduction</a:t>
            </a:r>
          </a:p>
        </p:txBody>
      </p:sp>
      <p:sp>
        <p:nvSpPr>
          <p:cNvPr id="14" name="Rectangle: Rounded Corners 13">
            <a:extLst>
              <a:ext uri="{FF2B5EF4-FFF2-40B4-BE49-F238E27FC236}">
                <a16:creationId xmlns:a16="http://schemas.microsoft.com/office/drawing/2014/main" id="{F03413BB-9E7E-F878-76A7-F7353BAC0704}"/>
              </a:ext>
            </a:extLst>
          </p:cNvPr>
          <p:cNvSpPr/>
          <p:nvPr/>
        </p:nvSpPr>
        <p:spPr>
          <a:xfrm rot="19283994">
            <a:off x="13350388" y="238431"/>
            <a:ext cx="7177109" cy="7177109"/>
          </a:xfrm>
          <a:prstGeom prst="roundRect">
            <a:avLst>
              <a:gd name="adj" fmla="val 15727"/>
            </a:avLst>
          </a:prstGeom>
          <a:solidFill>
            <a:srgbClr val="FFC000"/>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23E7726E-EF72-4068-33D4-408F93E7658D}"/>
              </a:ext>
            </a:extLst>
          </p:cNvPr>
          <p:cNvSpPr/>
          <p:nvPr/>
        </p:nvSpPr>
        <p:spPr>
          <a:xfrm rot="19283994">
            <a:off x="19339553" y="360098"/>
            <a:ext cx="7177109" cy="7177109"/>
          </a:xfrm>
          <a:prstGeom prst="roundRect">
            <a:avLst>
              <a:gd name="adj" fmla="val 5421"/>
            </a:avLst>
          </a:prstGeom>
          <a:solidFill>
            <a:schemeClr val="bg1"/>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4EEE8DF0-3409-6546-8E00-82FEF13F2617}"/>
              </a:ext>
            </a:extLst>
          </p:cNvPr>
          <p:cNvSpPr/>
          <p:nvPr/>
        </p:nvSpPr>
        <p:spPr>
          <a:xfrm rot="2784339">
            <a:off x="28758072" y="2641638"/>
            <a:ext cx="2047912" cy="2047912"/>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15824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1748E-C4DE-98D9-ACBE-0954FCAC4576}"/>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AEA805B7-87AB-CA15-7E93-2EDFD7E80F42}"/>
              </a:ext>
            </a:extLst>
          </p:cNvPr>
          <p:cNvSpPr/>
          <p:nvPr/>
        </p:nvSpPr>
        <p:spPr>
          <a:xfrm rot="2512415">
            <a:off x="855724" y="885946"/>
            <a:ext cx="853258" cy="853258"/>
          </a:xfrm>
          <a:prstGeom prst="roundRect">
            <a:avLst>
              <a:gd name="adj" fmla="val 15727"/>
            </a:avLst>
          </a:prstGeom>
          <a:solidFill>
            <a:schemeClr val="tx1"/>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55915C49-150C-3388-EFB6-D7B7047A41CD}"/>
              </a:ext>
            </a:extLst>
          </p:cNvPr>
          <p:cNvSpPr/>
          <p:nvPr/>
        </p:nvSpPr>
        <p:spPr>
          <a:xfrm rot="13254863">
            <a:off x="272159" y="538077"/>
            <a:ext cx="629672" cy="647385"/>
          </a:xfrm>
          <a:prstGeom prst="roundRect">
            <a:avLst>
              <a:gd name="adj" fmla="val 15727"/>
            </a:avLst>
          </a:prstGeom>
          <a:solidFill>
            <a:srgbClr val="FFC000"/>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84A52B5-ECE8-1EA4-105C-EB76F3341712}"/>
              </a:ext>
            </a:extLst>
          </p:cNvPr>
          <p:cNvSpPr txBox="1"/>
          <p:nvPr/>
        </p:nvSpPr>
        <p:spPr>
          <a:xfrm>
            <a:off x="1623085" y="2969672"/>
            <a:ext cx="6102891" cy="2092881"/>
          </a:xfrm>
          <a:prstGeom prst="rect">
            <a:avLst/>
          </a:prstGeom>
          <a:noFill/>
        </p:spPr>
        <p:txBody>
          <a:bodyPr wrap="square" rtlCol="0">
            <a:spAutoFit/>
          </a:bodyPr>
          <a:lstStyle/>
          <a:p>
            <a:r>
              <a:rPr lang="en-US" sz="2000" b="1" dirty="0">
                <a:latin typeface="Times New Roman" panose="02020603050405020304" pitchFamily="18" charset="0"/>
              </a:rPr>
              <a:t>TikTok</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Today's most popular video app.</a:t>
            </a:r>
          </a:p>
          <a:p>
            <a:pPr marL="285750" indent="-285750">
              <a:buFont typeface="Arial" panose="020B0604020202020204" pitchFamily="34" charset="0"/>
              <a:buChar char="•"/>
            </a:pPr>
            <a:r>
              <a:rPr lang="en-US" dirty="0">
                <a:latin typeface="Times New Roman" panose="02020603050405020304" pitchFamily="18" charset="0"/>
              </a:rPr>
              <a:t>Short, fun, and easy-to-make videos for everyone.</a:t>
            </a:r>
          </a:p>
          <a:p>
            <a:pPr marL="285750" indent="-285750">
              <a:buFont typeface="Arial" panose="020B0604020202020204" pitchFamily="34" charset="0"/>
              <a:buChar char="•"/>
            </a:pPr>
            <a:r>
              <a:rPr lang="en-US" dirty="0">
                <a:latin typeface="Times New Roman" panose="02020603050405020304" pitchFamily="18" charset="0"/>
              </a:rPr>
              <a:t>Growing fast in entertainment, learning, and business.</a:t>
            </a:r>
          </a:p>
          <a:p>
            <a:pPr marL="285750" indent="-285750">
              <a:buFont typeface="Arial" panose="020B0604020202020204" pitchFamily="34" charset="0"/>
              <a:buChar char="•"/>
            </a:pPr>
            <a:r>
              <a:rPr lang="en-US" dirty="0">
                <a:latin typeface="Times New Roman" panose="02020603050405020304" pitchFamily="18" charset="0"/>
              </a:rPr>
              <a:t>People spend more time on TikTok than other apps.</a:t>
            </a:r>
          </a:p>
          <a:p>
            <a:pPr marL="285750" indent="-285750">
              <a:buFont typeface="Arial" panose="020B0604020202020204" pitchFamily="34" charset="0"/>
              <a:buChar char="•"/>
            </a:pPr>
            <a:r>
              <a:rPr lang="en-US" dirty="0">
                <a:latin typeface="Times New Roman" panose="02020603050405020304" pitchFamily="18" charset="0"/>
              </a:rPr>
              <a:t>Connecting billions of users across the world every day.</a:t>
            </a:r>
          </a:p>
        </p:txBody>
      </p:sp>
      <p:sp>
        <p:nvSpPr>
          <p:cNvPr id="10" name="TextBox 9">
            <a:extLst>
              <a:ext uri="{FF2B5EF4-FFF2-40B4-BE49-F238E27FC236}">
                <a16:creationId xmlns:a16="http://schemas.microsoft.com/office/drawing/2014/main" id="{575466F3-C7A5-DD20-00F7-2B2559673D7F}"/>
              </a:ext>
            </a:extLst>
          </p:cNvPr>
          <p:cNvSpPr txBox="1"/>
          <p:nvPr/>
        </p:nvSpPr>
        <p:spPr>
          <a:xfrm>
            <a:off x="1648813" y="1553656"/>
            <a:ext cx="2509657"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3" name="Rectangle 2">
            <a:extLst>
              <a:ext uri="{FF2B5EF4-FFF2-40B4-BE49-F238E27FC236}">
                <a16:creationId xmlns:a16="http://schemas.microsoft.com/office/drawing/2014/main" id="{BCE5D293-1353-9D14-7E04-3D2A7B185C19}"/>
              </a:ext>
            </a:extLst>
          </p:cNvPr>
          <p:cNvSpPr/>
          <p:nvPr/>
        </p:nvSpPr>
        <p:spPr>
          <a:xfrm>
            <a:off x="-1846385" y="0"/>
            <a:ext cx="1685556"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CF8CDC0F-3058-753D-55D6-D5745C8A9F14}"/>
              </a:ext>
            </a:extLst>
          </p:cNvPr>
          <p:cNvGrpSpPr/>
          <p:nvPr/>
        </p:nvGrpSpPr>
        <p:grpSpPr>
          <a:xfrm>
            <a:off x="-3410950" y="-5870372"/>
            <a:ext cx="3111918" cy="12190023"/>
            <a:chOff x="503251" y="-297934"/>
            <a:chExt cx="3111918" cy="12190023"/>
          </a:xfrm>
        </p:grpSpPr>
        <p:grpSp>
          <p:nvGrpSpPr>
            <p:cNvPr id="96" name="Group 95">
              <a:extLst>
                <a:ext uri="{FF2B5EF4-FFF2-40B4-BE49-F238E27FC236}">
                  <a16:creationId xmlns:a16="http://schemas.microsoft.com/office/drawing/2014/main" id="{53E2BACC-750F-4E0D-D611-EBD68EFD2D57}"/>
                </a:ext>
              </a:extLst>
            </p:cNvPr>
            <p:cNvGrpSpPr/>
            <p:nvPr/>
          </p:nvGrpSpPr>
          <p:grpSpPr>
            <a:xfrm>
              <a:off x="503251" y="-297934"/>
              <a:ext cx="2252938" cy="12190023"/>
              <a:chOff x="1129831" y="-2607606"/>
              <a:chExt cx="2252938" cy="12190023"/>
            </a:xfrm>
            <a:effectLst>
              <a:outerShdw blurRad="228600" dist="76200" dir="7620000" algn="ctr" rotWithShape="0">
                <a:srgbClr val="000000">
                  <a:alpha val="81000"/>
                </a:srgbClr>
              </a:outerShdw>
            </a:effectLst>
            <a:scene3d>
              <a:camera prst="orthographicFront">
                <a:rot lat="0" lon="0" rev="0"/>
              </a:camera>
              <a:lightRig rig="threePt" dir="t"/>
            </a:scene3d>
          </p:grpSpPr>
          <p:sp>
            <p:nvSpPr>
              <p:cNvPr id="28" name="Freeform: Shape 27">
                <a:extLst>
                  <a:ext uri="{FF2B5EF4-FFF2-40B4-BE49-F238E27FC236}">
                    <a16:creationId xmlns:a16="http://schemas.microsoft.com/office/drawing/2014/main" id="{CDA9BAD8-E38A-273D-A8F7-A67595C5411B}"/>
                  </a:ext>
                </a:extLst>
              </p:cNvPr>
              <p:cNvSpPr/>
              <p:nvPr/>
            </p:nvSpPr>
            <p:spPr>
              <a:xfrm rot="18900000">
                <a:off x="2054245" y="3149353"/>
                <a:ext cx="449222" cy="753409"/>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CDDF135E-8CC8-4ADD-517D-38D67C43CE51}"/>
                  </a:ext>
                </a:extLst>
              </p:cNvPr>
              <p:cNvSpPr/>
              <p:nvPr/>
            </p:nvSpPr>
            <p:spPr>
              <a:xfrm rot="18900000">
                <a:off x="2004188" y="-1066606"/>
                <a:ext cx="449222" cy="830275"/>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4E500806-0F9E-59DB-0FA8-A2F46A75652C}"/>
                  </a:ext>
                </a:extLst>
              </p:cNvPr>
              <p:cNvSpPr/>
              <p:nvPr/>
            </p:nvSpPr>
            <p:spPr>
              <a:xfrm rot="18900000">
                <a:off x="1299576" y="-2607606"/>
                <a:ext cx="1908313" cy="1908314"/>
              </a:xfrm>
              <a:custGeom>
                <a:avLst/>
                <a:gdLst>
                  <a:gd name="connsiteX0" fmla="*/ 1850089 w 1908313"/>
                  <a:gd name="connsiteY0" fmla="*/ 58225 h 1908314"/>
                  <a:gd name="connsiteX1" fmla="*/ 1908313 w 1908313"/>
                  <a:gd name="connsiteY1" fmla="*/ 198790 h 1908314"/>
                  <a:gd name="connsiteX2" fmla="*/ 1908313 w 1908313"/>
                  <a:gd name="connsiteY2" fmla="*/ 1709525 h 1908314"/>
                  <a:gd name="connsiteX3" fmla="*/ 1709524 w 1908313"/>
                  <a:gd name="connsiteY3" fmla="*/ 1908314 h 1908314"/>
                  <a:gd name="connsiteX4" fmla="*/ 575069 w 1908313"/>
                  <a:gd name="connsiteY4" fmla="*/ 1908314 h 1908314"/>
                  <a:gd name="connsiteX5" fmla="*/ 561771 w 1908313"/>
                  <a:gd name="connsiteY5" fmla="*/ 1480433 h 1908314"/>
                  <a:gd name="connsiteX6" fmla="*/ 1365107 w 1908313"/>
                  <a:gd name="connsiteY6" fmla="*/ 1480433 h 1908314"/>
                  <a:gd name="connsiteX7" fmla="*/ 1474802 w 1908313"/>
                  <a:gd name="connsiteY7" fmla="*/ 1370738 h 1908314"/>
                  <a:gd name="connsiteX8" fmla="*/ 1474802 w 1908313"/>
                  <a:gd name="connsiteY8" fmla="*/ 537090 h 1908314"/>
                  <a:gd name="connsiteX9" fmla="*/ 1365107 w 1908313"/>
                  <a:gd name="connsiteY9" fmla="*/ 427395 h 1908314"/>
                  <a:gd name="connsiteX10" fmla="*/ 531459 w 1908313"/>
                  <a:gd name="connsiteY10" fmla="*/ 427395 h 1908314"/>
                  <a:gd name="connsiteX11" fmla="*/ 421764 w 1908313"/>
                  <a:gd name="connsiteY11" fmla="*/ 537090 h 1908314"/>
                  <a:gd name="connsiteX12" fmla="*/ 421764 w 1908313"/>
                  <a:gd name="connsiteY12" fmla="*/ 1370739 h 1908314"/>
                  <a:gd name="connsiteX13" fmla="*/ 430385 w 1908313"/>
                  <a:gd name="connsiteY13" fmla="*/ 1413436 h 1908314"/>
                  <a:gd name="connsiteX14" fmla="*/ 437581 w 1908313"/>
                  <a:gd name="connsiteY14" fmla="*/ 1424110 h 1908314"/>
                  <a:gd name="connsiteX15" fmla="*/ 442252 w 1908313"/>
                  <a:gd name="connsiteY15" fmla="*/ 1574404 h 1908314"/>
                  <a:gd name="connsiteX16" fmla="*/ 441823 w 1908313"/>
                  <a:gd name="connsiteY16" fmla="*/ 1572278 h 1908314"/>
                  <a:gd name="connsiteX17" fmla="*/ 258656 w 1908313"/>
                  <a:gd name="connsiteY17" fmla="*/ 1450867 h 1908314"/>
                  <a:gd name="connsiteX18" fmla="*/ 3408 w 1908313"/>
                  <a:gd name="connsiteY18" fmla="*/ 1450867 h 1908314"/>
                  <a:gd name="connsiteX19" fmla="*/ 0 w 1908313"/>
                  <a:gd name="connsiteY19" fmla="*/ 1341225 h 1908314"/>
                  <a:gd name="connsiteX20" fmla="*/ 0 w 1908313"/>
                  <a:gd name="connsiteY20" fmla="*/ 198790 h 1908314"/>
                  <a:gd name="connsiteX21" fmla="*/ 198789 w 1908313"/>
                  <a:gd name="connsiteY21" fmla="*/ 1 h 1908314"/>
                  <a:gd name="connsiteX22" fmla="*/ 1709524 w 1908313"/>
                  <a:gd name="connsiteY22" fmla="*/ 1 h 1908314"/>
                  <a:gd name="connsiteX23" fmla="*/ 1850089 w 1908313"/>
                  <a:gd name="connsiteY23" fmla="*/ 58225 h 190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4">
                    <a:moveTo>
                      <a:pt x="1850089" y="58225"/>
                    </a:moveTo>
                    <a:cubicBezTo>
                      <a:pt x="1886063" y="94198"/>
                      <a:pt x="1908313" y="143896"/>
                      <a:pt x="1908313" y="198790"/>
                    </a:cubicBezTo>
                    <a:lnTo>
                      <a:pt x="1908313" y="1709525"/>
                    </a:lnTo>
                    <a:cubicBezTo>
                      <a:pt x="1908313" y="1819312"/>
                      <a:pt x="1819312" y="1908313"/>
                      <a:pt x="1709524" y="1908314"/>
                    </a:cubicBezTo>
                    <a:lnTo>
                      <a:pt x="575069" y="1908314"/>
                    </a:lnTo>
                    <a:lnTo>
                      <a:pt x="561771" y="1480433"/>
                    </a:lnTo>
                    <a:lnTo>
                      <a:pt x="1365107" y="1480433"/>
                    </a:lnTo>
                    <a:cubicBezTo>
                      <a:pt x="1425690" y="1480433"/>
                      <a:pt x="1474802" y="1431321"/>
                      <a:pt x="1474802" y="1370738"/>
                    </a:cubicBezTo>
                    <a:lnTo>
                      <a:pt x="1474802" y="537090"/>
                    </a:lnTo>
                    <a:cubicBezTo>
                      <a:pt x="1474802" y="476507"/>
                      <a:pt x="1425691" y="427395"/>
                      <a:pt x="1365107" y="427395"/>
                    </a:cubicBezTo>
                    <a:lnTo>
                      <a:pt x="531459" y="427395"/>
                    </a:lnTo>
                    <a:cubicBezTo>
                      <a:pt x="470876" y="427395"/>
                      <a:pt x="421764" y="476507"/>
                      <a:pt x="421764" y="537090"/>
                    </a:cubicBezTo>
                    <a:lnTo>
                      <a:pt x="421764" y="1370739"/>
                    </a:lnTo>
                    <a:cubicBezTo>
                      <a:pt x="421764" y="1385884"/>
                      <a:pt x="424834" y="1400313"/>
                      <a:pt x="430385" y="1413436"/>
                    </a:cubicBezTo>
                    <a:lnTo>
                      <a:pt x="437581" y="1424110"/>
                    </a:lnTo>
                    <a:lnTo>
                      <a:pt x="442252" y="1574404"/>
                    </a:lnTo>
                    <a:lnTo>
                      <a:pt x="441823" y="1572278"/>
                    </a:lnTo>
                    <a:cubicBezTo>
                      <a:pt x="411645" y="1500930"/>
                      <a:pt x="340997" y="1450867"/>
                      <a:pt x="258656" y="1450867"/>
                    </a:cubicBezTo>
                    <a:lnTo>
                      <a:pt x="3408" y="1450867"/>
                    </a:lnTo>
                    <a:lnTo>
                      <a:pt x="0" y="1341225"/>
                    </a:lnTo>
                    <a:lnTo>
                      <a:pt x="0" y="198790"/>
                    </a:lnTo>
                    <a:cubicBezTo>
                      <a:pt x="0" y="89001"/>
                      <a:pt x="89001" y="0"/>
                      <a:pt x="198789" y="1"/>
                    </a:cubicBezTo>
                    <a:lnTo>
                      <a:pt x="1709524" y="1"/>
                    </a:lnTo>
                    <a:cubicBezTo>
                      <a:pt x="1764418" y="0"/>
                      <a:pt x="1814115" y="22251"/>
                      <a:pt x="1850089" y="58225"/>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39B7CB9D-2A71-1669-2478-5E73945293FB}"/>
                  </a:ext>
                </a:extLst>
              </p:cNvPr>
              <p:cNvSpPr/>
              <p:nvPr/>
            </p:nvSpPr>
            <p:spPr>
              <a:xfrm rot="18900000">
                <a:off x="2007074" y="7298477"/>
                <a:ext cx="449222" cy="604820"/>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6" name="Freeform: Shape 85">
                <a:extLst>
                  <a:ext uri="{FF2B5EF4-FFF2-40B4-BE49-F238E27FC236}">
                    <a16:creationId xmlns:a16="http://schemas.microsoft.com/office/drawing/2014/main" id="{037C3B99-8301-0DE8-B02D-BA752D17324E}"/>
                  </a:ext>
                </a:extLst>
              </p:cNvPr>
              <p:cNvSpPr/>
              <p:nvPr/>
            </p:nvSpPr>
            <p:spPr>
              <a:xfrm rot="18900000">
                <a:off x="2041265" y="5193291"/>
                <a:ext cx="438308" cy="752915"/>
              </a:xfrm>
              <a:custGeom>
                <a:avLst/>
                <a:gdLst>
                  <a:gd name="connsiteX0" fmla="*/ 384675 w 438308"/>
                  <a:gd name="connsiteY0" fmla="*/ 58224 h 475665"/>
                  <a:gd name="connsiteX1" fmla="*/ 427276 w 438308"/>
                  <a:gd name="connsiteY1" fmla="*/ 121412 h 475665"/>
                  <a:gd name="connsiteX2" fmla="*/ 428729 w 438308"/>
                  <a:gd name="connsiteY2" fmla="*/ 128605 h 475665"/>
                  <a:gd name="connsiteX3" fmla="*/ 438308 w 438308"/>
                  <a:gd name="connsiteY3" fmla="*/ 475665 h 475665"/>
                  <a:gd name="connsiteX4" fmla="*/ 197201 w 438308"/>
                  <a:gd name="connsiteY4" fmla="*/ 475665 h 475665"/>
                  <a:gd name="connsiteX5" fmla="*/ 14033 w 438308"/>
                  <a:gd name="connsiteY5" fmla="*/ 354253 h 475665"/>
                  <a:gd name="connsiteX6" fmla="*/ 3805 w 438308"/>
                  <a:gd name="connsiteY6" fmla="*/ 303589 h 475665"/>
                  <a:gd name="connsiteX7" fmla="*/ 0 w 438308"/>
                  <a:gd name="connsiteY7" fmla="*/ 1 h 475665"/>
                  <a:gd name="connsiteX8" fmla="*/ 244110 w 438308"/>
                  <a:gd name="connsiteY8" fmla="*/ 1 h 475665"/>
                  <a:gd name="connsiteX9" fmla="*/ 384675 w 438308"/>
                  <a:gd name="connsiteY9" fmla="*/ 58224 h 4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8308" h="475665">
                    <a:moveTo>
                      <a:pt x="384675" y="58224"/>
                    </a:moveTo>
                    <a:cubicBezTo>
                      <a:pt x="402662" y="76211"/>
                      <a:pt x="417218" y="97629"/>
                      <a:pt x="427276" y="121412"/>
                    </a:cubicBezTo>
                    <a:lnTo>
                      <a:pt x="428729" y="128605"/>
                    </a:lnTo>
                    <a:lnTo>
                      <a:pt x="438308" y="475665"/>
                    </a:lnTo>
                    <a:lnTo>
                      <a:pt x="197201" y="475665"/>
                    </a:lnTo>
                    <a:cubicBezTo>
                      <a:pt x="114860" y="475665"/>
                      <a:pt x="44211" y="425602"/>
                      <a:pt x="14033" y="354253"/>
                    </a:cubicBezTo>
                    <a:lnTo>
                      <a:pt x="3805" y="303589"/>
                    </a:lnTo>
                    <a:lnTo>
                      <a:pt x="0" y="1"/>
                    </a:lnTo>
                    <a:lnTo>
                      <a:pt x="244110" y="1"/>
                    </a:lnTo>
                    <a:cubicBezTo>
                      <a:pt x="299004" y="-1"/>
                      <a:pt x="348701" y="22250"/>
                      <a:pt x="384675"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5" name="Freeform: Shape 84">
                <a:extLst>
                  <a:ext uri="{FF2B5EF4-FFF2-40B4-BE49-F238E27FC236}">
                    <a16:creationId xmlns:a16="http://schemas.microsoft.com/office/drawing/2014/main" id="{833CA64C-3B73-0B02-79F2-B82E6E111D58}"/>
                  </a:ext>
                </a:extLst>
              </p:cNvPr>
              <p:cNvSpPr/>
              <p:nvPr/>
            </p:nvSpPr>
            <p:spPr>
              <a:xfrm rot="18900000">
                <a:off x="1886938" y="5461917"/>
                <a:ext cx="1588" cy="92397"/>
              </a:xfrm>
              <a:custGeom>
                <a:avLst/>
                <a:gdLst>
                  <a:gd name="connsiteX0" fmla="*/ 431 w 1588"/>
                  <a:gd name="connsiteY0" fmla="*/ 0 h 92397"/>
                  <a:gd name="connsiteX1" fmla="*/ 1588 w 1588"/>
                  <a:gd name="connsiteY1" fmla="*/ 92397 h 92397"/>
                  <a:gd name="connsiteX2" fmla="*/ 0 w 1588"/>
                  <a:gd name="connsiteY2" fmla="*/ 92397 h 92397"/>
                  <a:gd name="connsiteX3" fmla="*/ 0 w 1588"/>
                  <a:gd name="connsiteY3" fmla="*/ 6 h 92397"/>
                  <a:gd name="connsiteX4" fmla="*/ 431 w 1588"/>
                  <a:gd name="connsiteY4" fmla="*/ 0 h 92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 h="92397">
                    <a:moveTo>
                      <a:pt x="431" y="0"/>
                    </a:moveTo>
                    <a:lnTo>
                      <a:pt x="1588" y="92397"/>
                    </a:lnTo>
                    <a:lnTo>
                      <a:pt x="0" y="92397"/>
                    </a:lnTo>
                    <a:lnTo>
                      <a:pt x="0" y="6"/>
                    </a:lnTo>
                    <a:lnTo>
                      <a:pt x="43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3" name="Freeform: Shape 82">
                <a:extLst>
                  <a:ext uri="{FF2B5EF4-FFF2-40B4-BE49-F238E27FC236}">
                    <a16:creationId xmlns:a16="http://schemas.microsoft.com/office/drawing/2014/main" id="{F7502AD8-8959-C0A3-B015-153CAC8EB477}"/>
                  </a:ext>
                </a:extLst>
              </p:cNvPr>
              <p:cNvSpPr/>
              <p:nvPr/>
            </p:nvSpPr>
            <p:spPr>
              <a:xfrm rot="18900000">
                <a:off x="2601109" y="5550703"/>
                <a:ext cx="4591" cy="97710"/>
              </a:xfrm>
              <a:custGeom>
                <a:avLst/>
                <a:gdLst>
                  <a:gd name="connsiteX0" fmla="*/ 4591 w 4591"/>
                  <a:gd name="connsiteY0" fmla="*/ 0 h 97710"/>
                  <a:gd name="connsiteX1" fmla="*/ 4591 w 4591"/>
                  <a:gd name="connsiteY1" fmla="*/ 97658 h 97710"/>
                  <a:gd name="connsiteX2" fmla="*/ 2697 w 4591"/>
                  <a:gd name="connsiteY2" fmla="*/ 97710 h 97710"/>
                  <a:gd name="connsiteX3" fmla="*/ 0 w 4591"/>
                  <a:gd name="connsiteY3" fmla="*/ 0 h 97710"/>
                  <a:gd name="connsiteX4" fmla="*/ 4591 w 4591"/>
                  <a:gd name="connsiteY4" fmla="*/ 0 h 97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1" h="97710">
                    <a:moveTo>
                      <a:pt x="4591" y="0"/>
                    </a:moveTo>
                    <a:lnTo>
                      <a:pt x="4591" y="97658"/>
                    </a:lnTo>
                    <a:lnTo>
                      <a:pt x="2697" y="97710"/>
                    </a:lnTo>
                    <a:lnTo>
                      <a:pt x="0" y="0"/>
                    </a:lnTo>
                    <a:lnTo>
                      <a:pt x="459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Shape 81">
                <a:extLst>
                  <a:ext uri="{FF2B5EF4-FFF2-40B4-BE49-F238E27FC236}">
                    <a16:creationId xmlns:a16="http://schemas.microsoft.com/office/drawing/2014/main" id="{C2905B48-E890-BA33-686C-791D528386CE}"/>
                  </a:ext>
                </a:extLst>
              </p:cNvPr>
              <p:cNvSpPr/>
              <p:nvPr/>
            </p:nvSpPr>
            <p:spPr>
              <a:xfrm rot="18900000">
                <a:off x="1922453" y="3642829"/>
                <a:ext cx="1316334" cy="1582646"/>
              </a:xfrm>
              <a:custGeom>
                <a:avLst/>
                <a:gdLst>
                  <a:gd name="connsiteX0" fmla="*/ 1311519 w 1316334"/>
                  <a:gd name="connsiteY0" fmla="*/ 131780 h 1582646"/>
                  <a:gd name="connsiteX1" fmla="*/ 1314529 w 1316334"/>
                  <a:gd name="connsiteY1" fmla="*/ 228660 h 1582646"/>
                  <a:gd name="connsiteX2" fmla="*/ 1316334 w 1316334"/>
                  <a:gd name="connsiteY2" fmla="*/ 228603 h 1582646"/>
                  <a:gd name="connsiteX3" fmla="*/ 1316334 w 1316334"/>
                  <a:gd name="connsiteY3" fmla="*/ 1383857 h 1582646"/>
                  <a:gd name="connsiteX4" fmla="*/ 1117545 w 1316334"/>
                  <a:gd name="connsiteY4" fmla="*/ 1582646 h 1582646"/>
                  <a:gd name="connsiteX5" fmla="*/ 11809 w 1316334"/>
                  <a:gd name="connsiteY5" fmla="*/ 1582646 h 1582646"/>
                  <a:gd name="connsiteX6" fmla="*/ 0 w 1316334"/>
                  <a:gd name="connsiteY6" fmla="*/ 1154766 h 1582646"/>
                  <a:gd name="connsiteX7" fmla="*/ 773127 w 1316334"/>
                  <a:gd name="connsiteY7" fmla="*/ 1154766 h 1582646"/>
                  <a:gd name="connsiteX8" fmla="*/ 882822 w 1316334"/>
                  <a:gd name="connsiteY8" fmla="*/ 1045069 h 1582646"/>
                  <a:gd name="connsiteX9" fmla="*/ 882823 w 1316334"/>
                  <a:gd name="connsiteY9" fmla="*/ 211422 h 1582646"/>
                  <a:gd name="connsiteX10" fmla="*/ 877169 w 1316334"/>
                  <a:gd name="connsiteY10" fmla="*/ 183417 h 1582646"/>
                  <a:gd name="connsiteX11" fmla="*/ 878117 w 1316334"/>
                  <a:gd name="connsiteY11" fmla="*/ 183388 h 1582646"/>
                  <a:gd name="connsiteX12" fmla="*/ 872418 w 1316334"/>
                  <a:gd name="connsiteY12" fmla="*/ 0 h 1582646"/>
                  <a:gd name="connsiteX13" fmla="*/ 874511 w 1316334"/>
                  <a:gd name="connsiteY13" fmla="*/ 10367 h 1582646"/>
                  <a:gd name="connsiteX14" fmla="*/ 1057678 w 1316334"/>
                  <a:gd name="connsiteY14" fmla="*/ 131780 h 1582646"/>
                  <a:gd name="connsiteX15" fmla="*/ 1311519 w 1316334"/>
                  <a:gd name="connsiteY15" fmla="*/ 131780 h 1582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6334" h="1582646">
                    <a:moveTo>
                      <a:pt x="1311519" y="131780"/>
                    </a:moveTo>
                    <a:lnTo>
                      <a:pt x="1314529" y="228660"/>
                    </a:lnTo>
                    <a:lnTo>
                      <a:pt x="1316334" y="228603"/>
                    </a:lnTo>
                    <a:lnTo>
                      <a:pt x="1316334" y="1383857"/>
                    </a:lnTo>
                    <a:cubicBezTo>
                      <a:pt x="1316333" y="1493645"/>
                      <a:pt x="1227333" y="1582645"/>
                      <a:pt x="1117545" y="1582646"/>
                    </a:cubicBezTo>
                    <a:lnTo>
                      <a:pt x="11809" y="1582646"/>
                    </a:lnTo>
                    <a:lnTo>
                      <a:pt x="0" y="1154766"/>
                    </a:lnTo>
                    <a:lnTo>
                      <a:pt x="773127" y="1154766"/>
                    </a:lnTo>
                    <a:cubicBezTo>
                      <a:pt x="833711" y="1154766"/>
                      <a:pt x="882823" y="1105654"/>
                      <a:pt x="882822" y="1045069"/>
                    </a:cubicBezTo>
                    <a:lnTo>
                      <a:pt x="882823" y="211422"/>
                    </a:lnTo>
                    <a:lnTo>
                      <a:pt x="877169" y="183417"/>
                    </a:lnTo>
                    <a:lnTo>
                      <a:pt x="878117" y="183388"/>
                    </a:lnTo>
                    <a:lnTo>
                      <a:pt x="872418" y="0"/>
                    </a:lnTo>
                    <a:lnTo>
                      <a:pt x="874511" y="10367"/>
                    </a:lnTo>
                    <a:cubicBezTo>
                      <a:pt x="904689" y="81716"/>
                      <a:pt x="975337" y="131779"/>
                      <a:pt x="1057678" y="131780"/>
                    </a:cubicBezTo>
                    <a:lnTo>
                      <a:pt x="1311519" y="13178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Shape 80">
                <a:extLst>
                  <a:ext uri="{FF2B5EF4-FFF2-40B4-BE49-F238E27FC236}">
                    <a16:creationId xmlns:a16="http://schemas.microsoft.com/office/drawing/2014/main" id="{E032FA08-32D7-2B7E-FBBE-EEE4D43E6884}"/>
                  </a:ext>
                </a:extLst>
              </p:cNvPr>
              <p:cNvSpPr/>
              <p:nvPr/>
            </p:nvSpPr>
            <p:spPr>
              <a:xfrm rot="18900000">
                <a:off x="1261799" y="3824095"/>
                <a:ext cx="1345120" cy="1561254"/>
              </a:xfrm>
              <a:custGeom>
                <a:avLst/>
                <a:gdLst>
                  <a:gd name="connsiteX0" fmla="*/ 1331836 w 1345120"/>
                  <a:gd name="connsiteY0" fmla="*/ 0 h 1561254"/>
                  <a:gd name="connsiteX1" fmla="*/ 1345120 w 1345120"/>
                  <a:gd name="connsiteY1" fmla="*/ 427395 h 1561254"/>
                  <a:gd name="connsiteX2" fmla="*/ 531459 w 1345120"/>
                  <a:gd name="connsiteY2" fmla="*/ 427395 h 1561254"/>
                  <a:gd name="connsiteX3" fmla="*/ 421764 w 1345120"/>
                  <a:gd name="connsiteY3" fmla="*/ 537091 h 1561254"/>
                  <a:gd name="connsiteX4" fmla="*/ 421764 w 1345120"/>
                  <a:gd name="connsiteY4" fmla="*/ 1370739 h 1561254"/>
                  <a:gd name="connsiteX5" fmla="*/ 425580 w 1345120"/>
                  <a:gd name="connsiteY5" fmla="*/ 1389640 h 1561254"/>
                  <a:gd name="connsiteX6" fmla="*/ 430317 w 1345120"/>
                  <a:gd name="connsiteY6" fmla="*/ 1561254 h 1561254"/>
                  <a:gd name="connsiteX7" fmla="*/ 428864 w 1345120"/>
                  <a:gd name="connsiteY7" fmla="*/ 1554061 h 1561254"/>
                  <a:gd name="connsiteX8" fmla="*/ 386263 w 1345120"/>
                  <a:gd name="connsiteY8" fmla="*/ 1490873 h 1561254"/>
                  <a:gd name="connsiteX9" fmla="*/ 245698 w 1345120"/>
                  <a:gd name="connsiteY9" fmla="*/ 1432650 h 1561254"/>
                  <a:gd name="connsiteX10" fmla="*/ 1588 w 1345120"/>
                  <a:gd name="connsiteY10" fmla="*/ 1432650 h 1561254"/>
                  <a:gd name="connsiteX11" fmla="*/ 431 w 1345120"/>
                  <a:gd name="connsiteY11" fmla="*/ 1340253 h 1561254"/>
                  <a:gd name="connsiteX12" fmla="*/ 0 w 1345120"/>
                  <a:gd name="connsiteY12" fmla="*/ 1340259 h 1561254"/>
                  <a:gd name="connsiteX13" fmla="*/ 0 w 1345120"/>
                  <a:gd name="connsiteY13" fmla="*/ 198790 h 1561254"/>
                  <a:gd name="connsiteX14" fmla="*/ 198789 w 1345120"/>
                  <a:gd name="connsiteY14" fmla="*/ 1 h 1561254"/>
                  <a:gd name="connsiteX15" fmla="*/ 1331836 w 1345120"/>
                  <a:gd name="connsiteY15" fmla="*/ 0 h 1561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5120" h="1561254">
                    <a:moveTo>
                      <a:pt x="1331836" y="0"/>
                    </a:moveTo>
                    <a:lnTo>
                      <a:pt x="1345120" y="427395"/>
                    </a:lnTo>
                    <a:lnTo>
                      <a:pt x="531459" y="427395"/>
                    </a:lnTo>
                    <a:cubicBezTo>
                      <a:pt x="470876" y="427395"/>
                      <a:pt x="421764" y="476508"/>
                      <a:pt x="421764" y="537091"/>
                    </a:cubicBezTo>
                    <a:lnTo>
                      <a:pt x="421764" y="1370739"/>
                    </a:lnTo>
                    <a:lnTo>
                      <a:pt x="425580" y="1389640"/>
                    </a:lnTo>
                    <a:lnTo>
                      <a:pt x="430317" y="1561254"/>
                    </a:lnTo>
                    <a:lnTo>
                      <a:pt x="428864" y="1554061"/>
                    </a:lnTo>
                    <a:cubicBezTo>
                      <a:pt x="418806" y="1530278"/>
                      <a:pt x="404250" y="1508860"/>
                      <a:pt x="386263" y="1490873"/>
                    </a:cubicBezTo>
                    <a:cubicBezTo>
                      <a:pt x="350289" y="1454899"/>
                      <a:pt x="300592" y="1432648"/>
                      <a:pt x="245698" y="1432650"/>
                    </a:cubicBezTo>
                    <a:lnTo>
                      <a:pt x="1588" y="1432650"/>
                    </a:lnTo>
                    <a:lnTo>
                      <a:pt x="431" y="1340253"/>
                    </a:lnTo>
                    <a:lnTo>
                      <a:pt x="0" y="1340259"/>
                    </a:lnTo>
                    <a:lnTo>
                      <a:pt x="0" y="198790"/>
                    </a:lnTo>
                    <a:cubicBezTo>
                      <a:pt x="0" y="89002"/>
                      <a:pt x="89001" y="1"/>
                      <a:pt x="198789" y="1"/>
                    </a:cubicBezTo>
                    <a:lnTo>
                      <a:pt x="1331836"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Shape 78">
                <a:extLst>
                  <a:ext uri="{FF2B5EF4-FFF2-40B4-BE49-F238E27FC236}">
                    <a16:creationId xmlns:a16="http://schemas.microsoft.com/office/drawing/2014/main" id="{5F462F46-93C0-492D-E941-56D35F9D427C}"/>
                  </a:ext>
                </a:extLst>
              </p:cNvPr>
              <p:cNvSpPr/>
              <p:nvPr/>
            </p:nvSpPr>
            <p:spPr>
              <a:xfrm rot="18900000">
                <a:off x="2435684" y="5272165"/>
                <a:ext cx="14170" cy="347060"/>
              </a:xfrm>
              <a:custGeom>
                <a:avLst/>
                <a:gdLst>
                  <a:gd name="connsiteX0" fmla="*/ 0 w 14170"/>
                  <a:gd name="connsiteY0" fmla="*/ 0 h 347060"/>
                  <a:gd name="connsiteX1" fmla="*/ 14170 w 14170"/>
                  <a:gd name="connsiteY1" fmla="*/ 70185 h 347060"/>
                  <a:gd name="connsiteX2" fmla="*/ 14170 w 14170"/>
                  <a:gd name="connsiteY2" fmla="*/ 347060 h 347060"/>
                  <a:gd name="connsiteX3" fmla="*/ 9579 w 14170"/>
                  <a:gd name="connsiteY3" fmla="*/ 347060 h 347060"/>
                  <a:gd name="connsiteX4" fmla="*/ 0 w 14170"/>
                  <a:gd name="connsiteY4" fmla="*/ 0 h 34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70" h="347060">
                    <a:moveTo>
                      <a:pt x="0" y="0"/>
                    </a:moveTo>
                    <a:lnTo>
                      <a:pt x="14170" y="70185"/>
                    </a:lnTo>
                    <a:lnTo>
                      <a:pt x="14170" y="347060"/>
                    </a:lnTo>
                    <a:lnTo>
                      <a:pt x="9579" y="347060"/>
                    </a:lnTo>
                    <a:lnTo>
                      <a:pt x="0"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6" name="Freeform: Shape 75">
                <a:extLst>
                  <a:ext uri="{FF2B5EF4-FFF2-40B4-BE49-F238E27FC236}">
                    <a16:creationId xmlns:a16="http://schemas.microsoft.com/office/drawing/2014/main" id="{103C7726-8046-C413-05F8-E2C683A80DE4}"/>
                  </a:ext>
                </a:extLst>
              </p:cNvPr>
              <p:cNvSpPr/>
              <p:nvPr/>
            </p:nvSpPr>
            <p:spPr>
              <a:xfrm rot="18900000">
                <a:off x="2026383" y="5494977"/>
                <a:ext cx="5393" cy="303588"/>
              </a:xfrm>
              <a:custGeom>
                <a:avLst/>
                <a:gdLst>
                  <a:gd name="connsiteX0" fmla="*/ 1588 w 5393"/>
                  <a:gd name="connsiteY0" fmla="*/ 0 h 303588"/>
                  <a:gd name="connsiteX1" fmla="*/ 5393 w 5393"/>
                  <a:gd name="connsiteY1" fmla="*/ 303588 h 303588"/>
                  <a:gd name="connsiteX2" fmla="*/ 0 w 5393"/>
                  <a:gd name="connsiteY2" fmla="*/ 276875 h 303588"/>
                  <a:gd name="connsiteX3" fmla="*/ 0 w 5393"/>
                  <a:gd name="connsiteY3" fmla="*/ 0 h 303588"/>
                  <a:gd name="connsiteX4" fmla="*/ 1588 w 5393"/>
                  <a:gd name="connsiteY4" fmla="*/ 0 h 303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3" h="303588">
                    <a:moveTo>
                      <a:pt x="1588" y="0"/>
                    </a:moveTo>
                    <a:lnTo>
                      <a:pt x="5393" y="303588"/>
                    </a:lnTo>
                    <a:lnTo>
                      <a:pt x="0" y="276875"/>
                    </a:lnTo>
                    <a:lnTo>
                      <a:pt x="0" y="0"/>
                    </a:lnTo>
                    <a:lnTo>
                      <a:pt x="1588"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5" name="Freeform: Shape 74">
                <a:extLst>
                  <a:ext uri="{FF2B5EF4-FFF2-40B4-BE49-F238E27FC236}">
                    <a16:creationId xmlns:a16="http://schemas.microsoft.com/office/drawing/2014/main" id="{9147A0AE-379E-496C-6507-8921C432FB6E}"/>
                  </a:ext>
                </a:extLst>
              </p:cNvPr>
              <p:cNvSpPr/>
              <p:nvPr/>
            </p:nvSpPr>
            <p:spPr>
              <a:xfrm rot="18900000">
                <a:off x="1866818" y="5682781"/>
                <a:ext cx="1346542" cy="1604725"/>
              </a:xfrm>
              <a:custGeom>
                <a:avLst/>
                <a:gdLst>
                  <a:gd name="connsiteX0" fmla="*/ 1341951 w 1346542"/>
                  <a:gd name="connsiteY0" fmla="*/ 172076 h 1604725"/>
                  <a:gd name="connsiteX1" fmla="*/ 1344648 w 1346542"/>
                  <a:gd name="connsiteY1" fmla="*/ 269786 h 1604725"/>
                  <a:gd name="connsiteX2" fmla="*/ 1346542 w 1346542"/>
                  <a:gd name="connsiteY2" fmla="*/ 269734 h 1604725"/>
                  <a:gd name="connsiteX3" fmla="*/ 1346542 w 1346542"/>
                  <a:gd name="connsiteY3" fmla="*/ 1405936 h 1604725"/>
                  <a:gd name="connsiteX4" fmla="*/ 1147753 w 1346542"/>
                  <a:gd name="connsiteY4" fmla="*/ 1604725 h 1604725"/>
                  <a:gd name="connsiteX5" fmla="*/ 13298 w 1346542"/>
                  <a:gd name="connsiteY5" fmla="*/ 1604724 h 1604725"/>
                  <a:gd name="connsiteX6" fmla="*/ 0 w 1346542"/>
                  <a:gd name="connsiteY6" fmla="*/ 1176844 h 1604725"/>
                  <a:gd name="connsiteX7" fmla="*/ 803336 w 1346542"/>
                  <a:gd name="connsiteY7" fmla="*/ 1176844 h 1604725"/>
                  <a:gd name="connsiteX8" fmla="*/ 913031 w 1346542"/>
                  <a:gd name="connsiteY8" fmla="*/ 1067149 h 1604725"/>
                  <a:gd name="connsiteX9" fmla="*/ 913031 w 1346542"/>
                  <a:gd name="connsiteY9" fmla="*/ 233500 h 1604725"/>
                  <a:gd name="connsiteX10" fmla="*/ 910198 w 1346542"/>
                  <a:gd name="connsiteY10" fmla="*/ 219466 h 1604725"/>
                  <a:gd name="connsiteX11" fmla="*/ 907448 w 1346542"/>
                  <a:gd name="connsiteY11" fmla="*/ 0 h 1604725"/>
                  <a:gd name="connsiteX12" fmla="*/ 917676 w 1346542"/>
                  <a:gd name="connsiteY12" fmla="*/ 50664 h 1604725"/>
                  <a:gd name="connsiteX13" fmla="*/ 1100844 w 1346542"/>
                  <a:gd name="connsiteY13" fmla="*/ 172076 h 1604725"/>
                  <a:gd name="connsiteX14" fmla="*/ 1341951 w 1346542"/>
                  <a:gd name="connsiteY14" fmla="*/ 172076 h 1604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6542" h="1604725">
                    <a:moveTo>
                      <a:pt x="1341951" y="172076"/>
                    </a:moveTo>
                    <a:lnTo>
                      <a:pt x="1344648" y="269786"/>
                    </a:lnTo>
                    <a:lnTo>
                      <a:pt x="1346542" y="269734"/>
                    </a:lnTo>
                    <a:lnTo>
                      <a:pt x="1346542" y="1405936"/>
                    </a:lnTo>
                    <a:cubicBezTo>
                      <a:pt x="1346542" y="1515722"/>
                      <a:pt x="1257541" y="1604723"/>
                      <a:pt x="1147753" y="1604725"/>
                    </a:cubicBezTo>
                    <a:lnTo>
                      <a:pt x="13298" y="1604724"/>
                    </a:lnTo>
                    <a:lnTo>
                      <a:pt x="0" y="1176844"/>
                    </a:lnTo>
                    <a:lnTo>
                      <a:pt x="803336" y="1176844"/>
                    </a:lnTo>
                    <a:cubicBezTo>
                      <a:pt x="863919" y="1176843"/>
                      <a:pt x="913031" y="1127731"/>
                      <a:pt x="913031" y="1067149"/>
                    </a:cubicBezTo>
                    <a:lnTo>
                      <a:pt x="913031" y="233500"/>
                    </a:lnTo>
                    <a:lnTo>
                      <a:pt x="910198" y="219466"/>
                    </a:lnTo>
                    <a:lnTo>
                      <a:pt x="907448" y="0"/>
                    </a:lnTo>
                    <a:lnTo>
                      <a:pt x="917676" y="50664"/>
                    </a:lnTo>
                    <a:cubicBezTo>
                      <a:pt x="947854" y="122013"/>
                      <a:pt x="1018503" y="172076"/>
                      <a:pt x="1100844" y="172076"/>
                    </a:cubicBezTo>
                    <a:lnTo>
                      <a:pt x="1341951" y="172076"/>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4" name="Freeform: Shape 73">
                <a:extLst>
                  <a:ext uri="{FF2B5EF4-FFF2-40B4-BE49-F238E27FC236}">
                    <a16:creationId xmlns:a16="http://schemas.microsoft.com/office/drawing/2014/main" id="{A154408D-BAA8-D46C-CC67-0540E9747916}"/>
                  </a:ext>
                </a:extLst>
              </p:cNvPr>
              <p:cNvSpPr/>
              <p:nvPr/>
            </p:nvSpPr>
            <p:spPr>
              <a:xfrm rot="18900000">
                <a:off x="1249997" y="5883791"/>
                <a:ext cx="1306927" cy="1574403"/>
              </a:xfrm>
              <a:custGeom>
                <a:avLst/>
                <a:gdLst>
                  <a:gd name="connsiteX0" fmla="*/ 1301571 w 1306927"/>
                  <a:gd name="connsiteY0" fmla="*/ 1 h 1574403"/>
                  <a:gd name="connsiteX1" fmla="*/ 1306927 w 1306927"/>
                  <a:gd name="connsiteY1" fmla="*/ 427395 h 1574403"/>
                  <a:gd name="connsiteX2" fmla="*/ 531458 w 1306927"/>
                  <a:gd name="connsiteY2" fmla="*/ 427394 h 1574403"/>
                  <a:gd name="connsiteX3" fmla="*/ 421763 w 1306927"/>
                  <a:gd name="connsiteY3" fmla="*/ 537089 h 1574403"/>
                  <a:gd name="connsiteX4" fmla="*/ 421763 w 1306927"/>
                  <a:gd name="connsiteY4" fmla="*/ 1370738 h 1574403"/>
                  <a:gd name="connsiteX5" fmla="*/ 430385 w 1306927"/>
                  <a:gd name="connsiteY5" fmla="*/ 1413436 h 1574403"/>
                  <a:gd name="connsiteX6" fmla="*/ 437581 w 1306927"/>
                  <a:gd name="connsiteY6" fmla="*/ 1424109 h 1574403"/>
                  <a:gd name="connsiteX7" fmla="*/ 442252 w 1306927"/>
                  <a:gd name="connsiteY7" fmla="*/ 1574403 h 1574403"/>
                  <a:gd name="connsiteX8" fmla="*/ 441823 w 1306927"/>
                  <a:gd name="connsiteY8" fmla="*/ 1572277 h 1574403"/>
                  <a:gd name="connsiteX9" fmla="*/ 258656 w 1306927"/>
                  <a:gd name="connsiteY9" fmla="*/ 1450866 h 1574403"/>
                  <a:gd name="connsiteX10" fmla="*/ 3408 w 1306927"/>
                  <a:gd name="connsiteY10" fmla="*/ 1450866 h 1574403"/>
                  <a:gd name="connsiteX11" fmla="*/ 0 w 1306927"/>
                  <a:gd name="connsiteY11" fmla="*/ 1341224 h 1574403"/>
                  <a:gd name="connsiteX12" fmla="*/ 0 w 1306927"/>
                  <a:gd name="connsiteY12" fmla="*/ 198790 h 1574403"/>
                  <a:gd name="connsiteX13" fmla="*/ 198789 w 1306927"/>
                  <a:gd name="connsiteY13" fmla="*/ 1 h 1574403"/>
                  <a:gd name="connsiteX14" fmla="*/ 1301571 w 1306927"/>
                  <a:gd name="connsiteY14" fmla="*/ 1 h 1574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06927" h="1574403">
                    <a:moveTo>
                      <a:pt x="1301571" y="1"/>
                    </a:moveTo>
                    <a:lnTo>
                      <a:pt x="1306927" y="427395"/>
                    </a:lnTo>
                    <a:lnTo>
                      <a:pt x="531458" y="427394"/>
                    </a:lnTo>
                    <a:cubicBezTo>
                      <a:pt x="470876" y="427394"/>
                      <a:pt x="421764" y="476506"/>
                      <a:pt x="421763" y="537089"/>
                    </a:cubicBezTo>
                    <a:lnTo>
                      <a:pt x="421763" y="1370738"/>
                    </a:lnTo>
                    <a:cubicBezTo>
                      <a:pt x="421763" y="1385883"/>
                      <a:pt x="424834" y="1400312"/>
                      <a:pt x="430385" y="1413436"/>
                    </a:cubicBezTo>
                    <a:lnTo>
                      <a:pt x="437581" y="1424109"/>
                    </a:lnTo>
                    <a:lnTo>
                      <a:pt x="442252" y="1574403"/>
                    </a:lnTo>
                    <a:lnTo>
                      <a:pt x="441823" y="1572277"/>
                    </a:lnTo>
                    <a:cubicBezTo>
                      <a:pt x="411645" y="1500930"/>
                      <a:pt x="340997" y="1450866"/>
                      <a:pt x="258656" y="1450866"/>
                    </a:cubicBezTo>
                    <a:lnTo>
                      <a:pt x="3408" y="1450866"/>
                    </a:lnTo>
                    <a:lnTo>
                      <a:pt x="0" y="1341224"/>
                    </a:lnTo>
                    <a:lnTo>
                      <a:pt x="0" y="198790"/>
                    </a:lnTo>
                    <a:cubicBezTo>
                      <a:pt x="0" y="89000"/>
                      <a:pt x="89000" y="-1"/>
                      <a:pt x="198789" y="1"/>
                    </a:cubicBezTo>
                    <a:lnTo>
                      <a:pt x="1301571" y="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5E2240BC-3A18-21A1-99D6-05587BD84083}"/>
                  </a:ext>
                </a:extLst>
              </p:cNvPr>
              <p:cNvSpPr/>
              <p:nvPr/>
            </p:nvSpPr>
            <p:spPr>
              <a:xfrm rot="18900000">
                <a:off x="1279979" y="7674104"/>
                <a:ext cx="1908313" cy="1908313"/>
              </a:xfrm>
              <a:custGeom>
                <a:avLst/>
                <a:gdLst>
                  <a:gd name="connsiteX0" fmla="*/ 1903498 w 1908313"/>
                  <a:gd name="connsiteY0" fmla="*/ 457447 h 1908313"/>
                  <a:gd name="connsiteX1" fmla="*/ 1906509 w 1908313"/>
                  <a:gd name="connsiteY1" fmla="*/ 554327 h 1908313"/>
                  <a:gd name="connsiteX2" fmla="*/ 1908313 w 1908313"/>
                  <a:gd name="connsiteY2" fmla="*/ 554270 h 1908313"/>
                  <a:gd name="connsiteX3" fmla="*/ 1908313 w 1908313"/>
                  <a:gd name="connsiteY3" fmla="*/ 1709524 h 1908313"/>
                  <a:gd name="connsiteX4" fmla="*/ 1709524 w 1908313"/>
                  <a:gd name="connsiteY4" fmla="*/ 1908313 h 1908313"/>
                  <a:gd name="connsiteX5" fmla="*/ 198789 w 1908313"/>
                  <a:gd name="connsiteY5" fmla="*/ 1908313 h 1908313"/>
                  <a:gd name="connsiteX6" fmla="*/ 0 w 1908313"/>
                  <a:gd name="connsiteY6" fmla="*/ 1709524 h 1908313"/>
                  <a:gd name="connsiteX7" fmla="*/ 0 w 1908313"/>
                  <a:gd name="connsiteY7" fmla="*/ 198789 h 1908313"/>
                  <a:gd name="connsiteX8" fmla="*/ 198789 w 1908313"/>
                  <a:gd name="connsiteY8" fmla="*/ 0 h 1908313"/>
                  <a:gd name="connsiteX9" fmla="*/ 1331837 w 1908313"/>
                  <a:gd name="connsiteY9" fmla="*/ 0 h 1908313"/>
                  <a:gd name="connsiteX10" fmla="*/ 1345120 w 1908313"/>
                  <a:gd name="connsiteY10" fmla="*/ 427395 h 1908313"/>
                  <a:gd name="connsiteX11" fmla="*/ 531460 w 1908313"/>
                  <a:gd name="connsiteY11" fmla="*/ 427395 h 1908313"/>
                  <a:gd name="connsiteX12" fmla="*/ 421764 w 1908313"/>
                  <a:gd name="connsiteY12" fmla="*/ 537090 h 1908313"/>
                  <a:gd name="connsiteX13" fmla="*/ 421764 w 1908313"/>
                  <a:gd name="connsiteY13" fmla="*/ 1370738 h 1908313"/>
                  <a:gd name="connsiteX14" fmla="*/ 531459 w 1908313"/>
                  <a:gd name="connsiteY14" fmla="*/ 1480433 h 1908313"/>
                  <a:gd name="connsiteX15" fmla="*/ 1365107 w 1908313"/>
                  <a:gd name="connsiteY15" fmla="*/ 1480433 h 1908313"/>
                  <a:gd name="connsiteX16" fmla="*/ 1474802 w 1908313"/>
                  <a:gd name="connsiteY16" fmla="*/ 1370737 h 1908313"/>
                  <a:gd name="connsiteX17" fmla="*/ 1474802 w 1908313"/>
                  <a:gd name="connsiteY17" fmla="*/ 537090 h 1908313"/>
                  <a:gd name="connsiteX18" fmla="*/ 1469148 w 1908313"/>
                  <a:gd name="connsiteY18" fmla="*/ 509084 h 1908313"/>
                  <a:gd name="connsiteX19" fmla="*/ 1470096 w 1908313"/>
                  <a:gd name="connsiteY19" fmla="*/ 509055 h 1908313"/>
                  <a:gd name="connsiteX20" fmla="*/ 1464397 w 1908313"/>
                  <a:gd name="connsiteY20" fmla="*/ 325667 h 1908313"/>
                  <a:gd name="connsiteX21" fmla="*/ 1466490 w 1908313"/>
                  <a:gd name="connsiteY21" fmla="*/ 336034 h 1908313"/>
                  <a:gd name="connsiteX22" fmla="*/ 1649657 w 1908313"/>
                  <a:gd name="connsiteY22" fmla="*/ 457447 h 1908313"/>
                  <a:gd name="connsiteX23" fmla="*/ 1903498 w 1908313"/>
                  <a:gd name="connsiteY23" fmla="*/ 457447 h 1908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3">
                    <a:moveTo>
                      <a:pt x="1903498" y="457447"/>
                    </a:moveTo>
                    <a:lnTo>
                      <a:pt x="1906509" y="554327"/>
                    </a:lnTo>
                    <a:lnTo>
                      <a:pt x="1908313" y="554270"/>
                    </a:lnTo>
                    <a:lnTo>
                      <a:pt x="1908313" y="1709524"/>
                    </a:lnTo>
                    <a:cubicBezTo>
                      <a:pt x="1908312" y="1819312"/>
                      <a:pt x="1819312" y="1908312"/>
                      <a:pt x="1709524" y="1908313"/>
                    </a:cubicBezTo>
                    <a:lnTo>
                      <a:pt x="198789" y="1908313"/>
                    </a:lnTo>
                    <a:cubicBezTo>
                      <a:pt x="89001" y="1908313"/>
                      <a:pt x="-1" y="1819312"/>
                      <a:pt x="0" y="1709524"/>
                    </a:cubicBezTo>
                    <a:lnTo>
                      <a:pt x="0" y="198789"/>
                    </a:lnTo>
                    <a:cubicBezTo>
                      <a:pt x="0" y="89001"/>
                      <a:pt x="89001" y="0"/>
                      <a:pt x="198789" y="0"/>
                    </a:cubicBezTo>
                    <a:lnTo>
                      <a:pt x="1331837" y="0"/>
                    </a:lnTo>
                    <a:lnTo>
                      <a:pt x="1345120" y="427395"/>
                    </a:lnTo>
                    <a:lnTo>
                      <a:pt x="531460" y="427395"/>
                    </a:lnTo>
                    <a:cubicBezTo>
                      <a:pt x="470876" y="427395"/>
                      <a:pt x="421764" y="476507"/>
                      <a:pt x="421764" y="537090"/>
                    </a:cubicBezTo>
                    <a:lnTo>
                      <a:pt x="421764" y="1370738"/>
                    </a:lnTo>
                    <a:cubicBezTo>
                      <a:pt x="421765" y="1431321"/>
                      <a:pt x="470876" y="1480432"/>
                      <a:pt x="531459" y="1480433"/>
                    </a:cubicBezTo>
                    <a:lnTo>
                      <a:pt x="1365107" y="1480433"/>
                    </a:lnTo>
                    <a:cubicBezTo>
                      <a:pt x="1425690" y="1480433"/>
                      <a:pt x="1474802" y="1431321"/>
                      <a:pt x="1474802" y="1370737"/>
                    </a:cubicBezTo>
                    <a:lnTo>
                      <a:pt x="1474802" y="537090"/>
                    </a:lnTo>
                    <a:lnTo>
                      <a:pt x="1469148" y="509084"/>
                    </a:lnTo>
                    <a:lnTo>
                      <a:pt x="1470096" y="509055"/>
                    </a:lnTo>
                    <a:lnTo>
                      <a:pt x="1464397" y="325667"/>
                    </a:lnTo>
                    <a:lnTo>
                      <a:pt x="1466490" y="336034"/>
                    </a:lnTo>
                    <a:cubicBezTo>
                      <a:pt x="1496668" y="407383"/>
                      <a:pt x="1567316" y="457446"/>
                      <a:pt x="1649657" y="457447"/>
                    </a:cubicBezTo>
                    <a:lnTo>
                      <a:pt x="1903498" y="45744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Shape 69">
                <a:extLst>
                  <a:ext uri="{FF2B5EF4-FFF2-40B4-BE49-F238E27FC236}">
                    <a16:creationId xmlns:a16="http://schemas.microsoft.com/office/drawing/2014/main" id="{D1205553-5E0C-613A-4BAF-E668EA9000B3}"/>
                  </a:ext>
                </a:extLst>
              </p:cNvPr>
              <p:cNvSpPr/>
              <p:nvPr/>
            </p:nvSpPr>
            <p:spPr>
              <a:xfrm rot="18805141">
                <a:off x="1930007" y="1404700"/>
                <a:ext cx="1098" cy="39787"/>
              </a:xfrm>
              <a:custGeom>
                <a:avLst/>
                <a:gdLst>
                  <a:gd name="connsiteX0" fmla="*/ 1098 w 1098"/>
                  <a:gd name="connsiteY0" fmla="*/ 0 h 39787"/>
                  <a:gd name="connsiteX1" fmla="*/ 499 w 1098"/>
                  <a:gd name="connsiteY1" fmla="*/ 39787 h 39787"/>
                  <a:gd name="connsiteX2" fmla="*/ 0 w 1098"/>
                  <a:gd name="connsiteY2" fmla="*/ 39773 h 39787"/>
                  <a:gd name="connsiteX3" fmla="*/ 1098 w 1098"/>
                  <a:gd name="connsiteY3" fmla="*/ 0 h 39787"/>
                </a:gdLst>
                <a:ahLst/>
                <a:cxnLst>
                  <a:cxn ang="0">
                    <a:pos x="connsiteX0" y="connsiteY0"/>
                  </a:cxn>
                  <a:cxn ang="0">
                    <a:pos x="connsiteX1" y="connsiteY1"/>
                  </a:cxn>
                  <a:cxn ang="0">
                    <a:pos x="connsiteX2" y="connsiteY2"/>
                  </a:cxn>
                  <a:cxn ang="0">
                    <a:pos x="connsiteX3" y="connsiteY3"/>
                  </a:cxn>
                </a:cxnLst>
                <a:rect l="l" t="t" r="r" b="b"/>
                <a:pathLst>
                  <a:path w="1098" h="39787">
                    <a:moveTo>
                      <a:pt x="1098" y="0"/>
                    </a:moveTo>
                    <a:lnTo>
                      <a:pt x="499" y="39787"/>
                    </a:lnTo>
                    <a:lnTo>
                      <a:pt x="0" y="39773"/>
                    </a:lnTo>
                    <a:lnTo>
                      <a:pt x="1098"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9" name="Freeform: Shape 68">
                <a:extLst>
                  <a:ext uri="{FF2B5EF4-FFF2-40B4-BE49-F238E27FC236}">
                    <a16:creationId xmlns:a16="http://schemas.microsoft.com/office/drawing/2014/main" id="{F4196A9B-C916-DD3A-534E-535B489CEFDD}"/>
                  </a:ext>
                </a:extLst>
              </p:cNvPr>
              <p:cNvSpPr/>
              <p:nvPr/>
            </p:nvSpPr>
            <p:spPr>
              <a:xfrm rot="18805141">
                <a:off x="2604346" y="1419307"/>
                <a:ext cx="3174" cy="115067"/>
              </a:xfrm>
              <a:custGeom>
                <a:avLst/>
                <a:gdLst>
                  <a:gd name="connsiteX0" fmla="*/ 3174 w 3174"/>
                  <a:gd name="connsiteY0" fmla="*/ 87 h 115067"/>
                  <a:gd name="connsiteX1" fmla="*/ 0 w 3174"/>
                  <a:gd name="connsiteY1" fmla="*/ 115067 h 115067"/>
                  <a:gd name="connsiteX2" fmla="*/ 0 w 3174"/>
                  <a:gd name="connsiteY2" fmla="*/ 0 h 115067"/>
                  <a:gd name="connsiteX3" fmla="*/ 3174 w 3174"/>
                  <a:gd name="connsiteY3" fmla="*/ 87 h 115067"/>
                </a:gdLst>
                <a:ahLst/>
                <a:cxnLst>
                  <a:cxn ang="0">
                    <a:pos x="connsiteX0" y="connsiteY0"/>
                  </a:cxn>
                  <a:cxn ang="0">
                    <a:pos x="connsiteX1" y="connsiteY1"/>
                  </a:cxn>
                  <a:cxn ang="0">
                    <a:pos x="connsiteX2" y="connsiteY2"/>
                  </a:cxn>
                  <a:cxn ang="0">
                    <a:pos x="connsiteX3" y="connsiteY3"/>
                  </a:cxn>
                </a:cxnLst>
                <a:rect l="l" t="t" r="r" b="b"/>
                <a:pathLst>
                  <a:path w="3174" h="115067">
                    <a:moveTo>
                      <a:pt x="3174" y="87"/>
                    </a:moveTo>
                    <a:lnTo>
                      <a:pt x="0" y="115067"/>
                    </a:lnTo>
                    <a:lnTo>
                      <a:pt x="0" y="0"/>
                    </a:lnTo>
                    <a:lnTo>
                      <a:pt x="3174" y="87"/>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4" name="Freeform: Shape 63">
                <a:extLst>
                  <a:ext uri="{FF2B5EF4-FFF2-40B4-BE49-F238E27FC236}">
                    <a16:creationId xmlns:a16="http://schemas.microsoft.com/office/drawing/2014/main" id="{517D60C9-64E1-E7F3-8352-387F3F3B4671}"/>
                  </a:ext>
                </a:extLst>
              </p:cNvPr>
              <p:cNvSpPr/>
              <p:nvPr/>
            </p:nvSpPr>
            <p:spPr>
              <a:xfrm rot="18805141">
                <a:off x="2454629" y="1186489"/>
                <a:ext cx="9750" cy="294524"/>
              </a:xfrm>
              <a:custGeom>
                <a:avLst/>
                <a:gdLst>
                  <a:gd name="connsiteX0" fmla="*/ 0 w 9750"/>
                  <a:gd name="connsiteY0" fmla="*/ 0 h 294524"/>
                  <a:gd name="connsiteX1" fmla="*/ 9750 w 9750"/>
                  <a:gd name="connsiteY1" fmla="*/ 56251 h 294524"/>
                  <a:gd name="connsiteX2" fmla="*/ 3174 w 9750"/>
                  <a:gd name="connsiteY2" fmla="*/ 294524 h 294524"/>
                  <a:gd name="connsiteX3" fmla="*/ 0 w 9750"/>
                  <a:gd name="connsiteY3" fmla="*/ 294437 h 294524"/>
                  <a:gd name="connsiteX4" fmla="*/ 0 w 9750"/>
                  <a:gd name="connsiteY4" fmla="*/ 0 h 29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0" h="294524">
                    <a:moveTo>
                      <a:pt x="0" y="0"/>
                    </a:moveTo>
                    <a:lnTo>
                      <a:pt x="9750" y="56251"/>
                    </a:lnTo>
                    <a:lnTo>
                      <a:pt x="3174" y="294524"/>
                    </a:lnTo>
                    <a:lnTo>
                      <a:pt x="0" y="294437"/>
                    </a:lnTo>
                    <a:lnTo>
                      <a:pt x="0"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Freeform: Shape 60">
                <a:extLst>
                  <a:ext uri="{FF2B5EF4-FFF2-40B4-BE49-F238E27FC236}">
                    <a16:creationId xmlns:a16="http://schemas.microsoft.com/office/drawing/2014/main" id="{E5498687-ED95-8883-40F4-CBAFBECCE126}"/>
                  </a:ext>
                </a:extLst>
              </p:cNvPr>
              <p:cNvSpPr/>
              <p:nvPr/>
            </p:nvSpPr>
            <p:spPr>
              <a:xfrm rot="18805141">
                <a:off x="2032248" y="1400720"/>
                <a:ext cx="7075" cy="256777"/>
              </a:xfrm>
              <a:custGeom>
                <a:avLst/>
                <a:gdLst>
                  <a:gd name="connsiteX0" fmla="*/ 7075 w 7075"/>
                  <a:gd name="connsiteY0" fmla="*/ 14 h 256777"/>
                  <a:gd name="connsiteX1" fmla="*/ 3207 w 7075"/>
                  <a:gd name="connsiteY1" fmla="*/ 256777 h 256777"/>
                  <a:gd name="connsiteX2" fmla="*/ 0 w 7075"/>
                  <a:gd name="connsiteY2" fmla="*/ 238273 h 256777"/>
                  <a:gd name="connsiteX3" fmla="*/ 6576 w 7075"/>
                  <a:gd name="connsiteY3" fmla="*/ 0 h 256777"/>
                  <a:gd name="connsiteX4" fmla="*/ 7075 w 7075"/>
                  <a:gd name="connsiteY4" fmla="*/ 14 h 256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 h="256777">
                    <a:moveTo>
                      <a:pt x="7075" y="14"/>
                    </a:moveTo>
                    <a:lnTo>
                      <a:pt x="3207" y="256777"/>
                    </a:lnTo>
                    <a:lnTo>
                      <a:pt x="0" y="238273"/>
                    </a:lnTo>
                    <a:lnTo>
                      <a:pt x="6576" y="0"/>
                    </a:lnTo>
                    <a:lnTo>
                      <a:pt x="7075" y="14"/>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94" name="Group 93">
                <a:extLst>
                  <a:ext uri="{FF2B5EF4-FFF2-40B4-BE49-F238E27FC236}">
                    <a16:creationId xmlns:a16="http://schemas.microsoft.com/office/drawing/2014/main" id="{2B53281C-601C-7BCF-82F2-E878D7BDA1D3}"/>
                  </a:ext>
                </a:extLst>
              </p:cNvPr>
              <p:cNvGrpSpPr/>
              <p:nvPr/>
            </p:nvGrpSpPr>
            <p:grpSpPr>
              <a:xfrm>
                <a:off x="1129831" y="-362379"/>
                <a:ext cx="2252938" cy="3596105"/>
                <a:chOff x="1129831" y="-362379"/>
                <a:chExt cx="2252938" cy="3596105"/>
              </a:xfrm>
            </p:grpSpPr>
            <p:sp>
              <p:nvSpPr>
                <p:cNvPr id="71" name="Freeform: Shape 70">
                  <a:extLst>
                    <a:ext uri="{FF2B5EF4-FFF2-40B4-BE49-F238E27FC236}">
                      <a16:creationId xmlns:a16="http://schemas.microsoft.com/office/drawing/2014/main" id="{76D91739-0903-4935-408A-94A15005F6D3}"/>
                    </a:ext>
                  </a:extLst>
                </p:cNvPr>
                <p:cNvSpPr/>
                <p:nvPr/>
              </p:nvSpPr>
              <p:spPr>
                <a:xfrm rot="18805141">
                  <a:off x="2036107" y="1028973"/>
                  <a:ext cx="428587" cy="817294"/>
                </a:xfrm>
                <a:custGeom>
                  <a:avLst/>
                  <a:gdLst>
                    <a:gd name="connsiteX0" fmla="*/ 384013 w 428587"/>
                    <a:gd name="connsiteY0" fmla="*/ 68739 h 449042"/>
                    <a:gd name="connsiteX1" fmla="*/ 424856 w 428587"/>
                    <a:gd name="connsiteY1" fmla="*/ 133077 h 449042"/>
                    <a:gd name="connsiteX2" fmla="*/ 428587 w 428587"/>
                    <a:gd name="connsiteY2" fmla="*/ 154605 h 449042"/>
                    <a:gd name="connsiteX3" fmla="*/ 428587 w 428587"/>
                    <a:gd name="connsiteY3" fmla="*/ 449042 h 449042"/>
                    <a:gd name="connsiteX4" fmla="*/ 190021 w 428587"/>
                    <a:gd name="connsiteY4" fmla="*/ 442457 h 449042"/>
                    <a:gd name="connsiteX5" fmla="*/ 10273 w 428587"/>
                    <a:gd name="connsiteY5" fmla="*/ 316038 h 449042"/>
                    <a:gd name="connsiteX6" fmla="*/ 0 w 428587"/>
                    <a:gd name="connsiteY6" fmla="*/ 256763 h 449042"/>
                    <a:gd name="connsiteX7" fmla="*/ 3868 w 428587"/>
                    <a:gd name="connsiteY7" fmla="*/ 0 h 449042"/>
                    <a:gd name="connsiteX8" fmla="*/ 245108 w 428587"/>
                    <a:gd name="connsiteY8" fmla="*/ 6658 h 449042"/>
                    <a:gd name="connsiteX9" fmla="*/ 384013 w 428587"/>
                    <a:gd name="connsiteY9" fmla="*/ 68739 h 449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8587" h="449042">
                      <a:moveTo>
                        <a:pt x="384013" y="68739"/>
                      </a:moveTo>
                      <a:cubicBezTo>
                        <a:pt x="401497" y="87215"/>
                        <a:pt x="415456" y="109026"/>
                        <a:pt x="424856" y="133077"/>
                      </a:cubicBezTo>
                      <a:lnTo>
                        <a:pt x="428587" y="154605"/>
                      </a:lnTo>
                      <a:lnTo>
                        <a:pt x="428587" y="449042"/>
                      </a:lnTo>
                      <a:lnTo>
                        <a:pt x="190021" y="442457"/>
                      </a:lnTo>
                      <a:cubicBezTo>
                        <a:pt x="107712" y="440185"/>
                        <a:pt x="38471" y="388191"/>
                        <a:pt x="10273" y="316038"/>
                      </a:cubicBezTo>
                      <a:lnTo>
                        <a:pt x="0" y="256763"/>
                      </a:lnTo>
                      <a:lnTo>
                        <a:pt x="3868" y="0"/>
                      </a:lnTo>
                      <a:lnTo>
                        <a:pt x="245108" y="6658"/>
                      </a:lnTo>
                      <a:cubicBezTo>
                        <a:pt x="299981" y="8172"/>
                        <a:pt x="349045" y="31786"/>
                        <a:pt x="384013" y="68739"/>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Shape 66">
                  <a:extLst>
                    <a:ext uri="{FF2B5EF4-FFF2-40B4-BE49-F238E27FC236}">
                      <a16:creationId xmlns:a16="http://schemas.microsoft.com/office/drawing/2014/main" id="{C6AC5306-9F57-A1AF-9CB0-B70A6423AF61}"/>
                    </a:ext>
                  </a:extLst>
                </p:cNvPr>
                <p:cNvSpPr/>
                <p:nvPr/>
              </p:nvSpPr>
              <p:spPr>
                <a:xfrm rot="18805141">
                  <a:off x="1914076" y="-484903"/>
                  <a:ext cx="1343836" cy="1588884"/>
                </a:xfrm>
                <a:custGeom>
                  <a:avLst/>
                  <a:gdLst>
                    <a:gd name="connsiteX0" fmla="*/ 1341694 w 1343836"/>
                    <a:gd name="connsiteY0" fmla="*/ 143844 h 1588884"/>
                    <a:gd name="connsiteX1" fmla="*/ 1342031 w 1343836"/>
                    <a:gd name="connsiteY1" fmla="*/ 240770 h 1588884"/>
                    <a:gd name="connsiteX2" fmla="*/ 1343836 w 1343836"/>
                    <a:gd name="connsiteY2" fmla="*/ 240763 h 1588884"/>
                    <a:gd name="connsiteX3" fmla="*/ 1311963 w 1343836"/>
                    <a:gd name="connsiteY3" fmla="*/ 1395578 h 1588884"/>
                    <a:gd name="connsiteX4" fmla="*/ 1107764 w 1343836"/>
                    <a:gd name="connsiteY4" fmla="*/ 1588807 h 1588884"/>
                    <a:gd name="connsiteX5" fmla="*/ 0 w 1343836"/>
                    <a:gd name="connsiteY5" fmla="*/ 1558232 h 1588884"/>
                    <a:gd name="connsiteX6" fmla="*/ 0 w 1343836"/>
                    <a:gd name="connsiteY6" fmla="*/ 1130189 h 1588884"/>
                    <a:gd name="connsiteX7" fmla="*/ 775284 w 1343836"/>
                    <a:gd name="connsiteY7" fmla="*/ 1151586 h 1588884"/>
                    <a:gd name="connsiteX8" fmla="*/ 887963 w 1343836"/>
                    <a:gd name="connsiteY8" fmla="*/ 1044958 h 1588884"/>
                    <a:gd name="connsiteX9" fmla="*/ 910964 w 1343836"/>
                    <a:gd name="connsiteY9" fmla="*/ 211629 h 1588884"/>
                    <a:gd name="connsiteX10" fmla="*/ 906084 w 1343836"/>
                    <a:gd name="connsiteY10" fmla="*/ 183478 h 1588884"/>
                    <a:gd name="connsiteX11" fmla="*/ 907033 w 1343836"/>
                    <a:gd name="connsiteY11" fmla="*/ 183476 h 1588884"/>
                    <a:gd name="connsiteX12" fmla="*/ 906396 w 1343836"/>
                    <a:gd name="connsiteY12" fmla="*/ 0 h 1588884"/>
                    <a:gd name="connsiteX13" fmla="*/ 908203 w 1343836"/>
                    <a:gd name="connsiteY13" fmla="*/ 10421 h 1588884"/>
                    <a:gd name="connsiteX14" fmla="*/ 1087949 w 1343836"/>
                    <a:gd name="connsiteY14" fmla="*/ 136841 h 1588884"/>
                    <a:gd name="connsiteX15" fmla="*/ 1341694 w 1343836"/>
                    <a:gd name="connsiteY15" fmla="*/ 143844 h 158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3836" h="1588884">
                      <a:moveTo>
                        <a:pt x="1341694" y="143844"/>
                      </a:moveTo>
                      <a:lnTo>
                        <a:pt x="1342031" y="240770"/>
                      </a:lnTo>
                      <a:lnTo>
                        <a:pt x="1343836" y="240763"/>
                      </a:lnTo>
                      <a:lnTo>
                        <a:pt x="1311963" y="1395578"/>
                      </a:lnTo>
                      <a:cubicBezTo>
                        <a:pt x="1308932" y="1505324"/>
                        <a:pt x="1217511" y="1591835"/>
                        <a:pt x="1107764" y="1588807"/>
                      </a:cubicBezTo>
                      <a:lnTo>
                        <a:pt x="0" y="1558232"/>
                      </a:lnTo>
                      <a:lnTo>
                        <a:pt x="0" y="1130189"/>
                      </a:lnTo>
                      <a:lnTo>
                        <a:pt x="775284" y="1151586"/>
                      </a:lnTo>
                      <a:cubicBezTo>
                        <a:pt x="835843" y="1153259"/>
                        <a:pt x="886292" y="1105520"/>
                        <a:pt x="887963" y="1044958"/>
                      </a:cubicBezTo>
                      <a:lnTo>
                        <a:pt x="910964" y="211629"/>
                      </a:lnTo>
                      <a:lnTo>
                        <a:pt x="906084" y="183478"/>
                      </a:lnTo>
                      <a:lnTo>
                        <a:pt x="907033" y="183476"/>
                      </a:lnTo>
                      <a:lnTo>
                        <a:pt x="906396" y="0"/>
                      </a:lnTo>
                      <a:lnTo>
                        <a:pt x="908203" y="10421"/>
                      </a:lnTo>
                      <a:cubicBezTo>
                        <a:pt x="936400" y="82575"/>
                        <a:pt x="1005640" y="134569"/>
                        <a:pt x="1087949" y="136841"/>
                      </a:cubicBezTo>
                      <a:lnTo>
                        <a:pt x="1341694" y="143844"/>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6" name="Freeform: Shape 65">
                  <a:extLst>
                    <a:ext uri="{FF2B5EF4-FFF2-40B4-BE49-F238E27FC236}">
                      <a16:creationId xmlns:a16="http://schemas.microsoft.com/office/drawing/2014/main" id="{AA4A79AC-5CB4-92F5-F767-DDD4A5280B15}"/>
                    </a:ext>
                  </a:extLst>
                </p:cNvPr>
                <p:cNvSpPr/>
                <p:nvPr/>
              </p:nvSpPr>
              <p:spPr>
                <a:xfrm rot="18805141">
                  <a:off x="1254361" y="-320613"/>
                  <a:ext cx="1372906" cy="1619812"/>
                </a:xfrm>
                <a:custGeom>
                  <a:avLst/>
                  <a:gdLst>
                    <a:gd name="connsiteX0" fmla="*/ 1371420 w 1372906"/>
                    <a:gd name="connsiteY0" fmla="*/ 31337 h 1619812"/>
                    <a:gd name="connsiteX1" fmla="*/ 1372906 w 1372906"/>
                    <a:gd name="connsiteY1" fmla="*/ 458936 h 1619812"/>
                    <a:gd name="connsiteX2" fmla="*/ 559556 w 1372906"/>
                    <a:gd name="connsiteY2" fmla="*/ 436487 h 1619812"/>
                    <a:gd name="connsiteX3" fmla="*/ 446876 w 1372906"/>
                    <a:gd name="connsiteY3" fmla="*/ 543114 h 1619812"/>
                    <a:gd name="connsiteX4" fmla="*/ 423875 w 1372906"/>
                    <a:gd name="connsiteY4" fmla="*/ 1376445 h 1619812"/>
                    <a:gd name="connsiteX5" fmla="*/ 424719 w 1372906"/>
                    <a:gd name="connsiteY5" fmla="*/ 1381316 h 1619812"/>
                    <a:gd name="connsiteX6" fmla="*/ 424719 w 1372906"/>
                    <a:gd name="connsiteY6" fmla="*/ 1619812 h 1619812"/>
                    <a:gd name="connsiteX7" fmla="*/ 420988 w 1372906"/>
                    <a:gd name="connsiteY7" fmla="*/ 1598284 h 1619812"/>
                    <a:gd name="connsiteX8" fmla="*/ 380145 w 1372906"/>
                    <a:gd name="connsiteY8" fmla="*/ 1533946 h 1619812"/>
                    <a:gd name="connsiteX9" fmla="*/ 241240 w 1372906"/>
                    <a:gd name="connsiteY9" fmla="*/ 1471865 h 1619812"/>
                    <a:gd name="connsiteX10" fmla="*/ 0 w 1372906"/>
                    <a:gd name="connsiteY10" fmla="*/ 1465207 h 1619812"/>
                    <a:gd name="connsiteX11" fmla="*/ 599 w 1372906"/>
                    <a:gd name="connsiteY11" fmla="*/ 1425420 h 1619812"/>
                    <a:gd name="connsiteX12" fmla="*/ 34606 w 1372906"/>
                    <a:gd name="connsiteY12" fmla="*/ 193306 h 1619812"/>
                    <a:gd name="connsiteX13" fmla="*/ 238804 w 1372906"/>
                    <a:gd name="connsiteY13" fmla="*/ 77 h 1619812"/>
                    <a:gd name="connsiteX14" fmla="*/ 1371420 w 1372906"/>
                    <a:gd name="connsiteY14" fmla="*/ 31337 h 1619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2906" h="1619812">
                      <a:moveTo>
                        <a:pt x="1371420" y="31337"/>
                      </a:moveTo>
                      <a:lnTo>
                        <a:pt x="1372906" y="458936"/>
                      </a:lnTo>
                      <a:lnTo>
                        <a:pt x="559556" y="436487"/>
                      </a:lnTo>
                      <a:cubicBezTo>
                        <a:pt x="498995" y="434816"/>
                        <a:pt x="448547" y="482554"/>
                        <a:pt x="446876" y="543114"/>
                      </a:cubicBezTo>
                      <a:lnTo>
                        <a:pt x="423875" y="1376445"/>
                      </a:lnTo>
                      <a:lnTo>
                        <a:pt x="424719" y="1381316"/>
                      </a:lnTo>
                      <a:lnTo>
                        <a:pt x="424719" y="1619812"/>
                      </a:lnTo>
                      <a:lnTo>
                        <a:pt x="420988" y="1598284"/>
                      </a:lnTo>
                      <a:cubicBezTo>
                        <a:pt x="411588" y="1574233"/>
                        <a:pt x="397629" y="1552422"/>
                        <a:pt x="380145" y="1533946"/>
                      </a:cubicBezTo>
                      <a:cubicBezTo>
                        <a:pt x="345177" y="1496993"/>
                        <a:pt x="296113" y="1473379"/>
                        <a:pt x="241240" y="1471865"/>
                      </a:cubicBezTo>
                      <a:lnTo>
                        <a:pt x="0" y="1465207"/>
                      </a:lnTo>
                      <a:lnTo>
                        <a:pt x="599" y="1425420"/>
                      </a:lnTo>
                      <a:lnTo>
                        <a:pt x="34606" y="193306"/>
                      </a:lnTo>
                      <a:cubicBezTo>
                        <a:pt x="37635" y="83560"/>
                        <a:pt x="129058" y="-2952"/>
                        <a:pt x="238804" y="77"/>
                      </a:cubicBezTo>
                      <a:lnTo>
                        <a:pt x="1371420" y="3133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Shape 59">
                  <a:extLst>
                    <a:ext uri="{FF2B5EF4-FFF2-40B4-BE49-F238E27FC236}">
                      <a16:creationId xmlns:a16="http://schemas.microsoft.com/office/drawing/2014/main" id="{F655773E-E965-3706-94AD-B0A85262D045}"/>
                    </a:ext>
                  </a:extLst>
                </p:cNvPr>
                <p:cNvSpPr/>
                <p:nvPr/>
              </p:nvSpPr>
              <p:spPr>
                <a:xfrm rot="18805141">
                  <a:off x="1868169" y="1545298"/>
                  <a:ext cx="1371640" cy="1657560"/>
                </a:xfrm>
                <a:custGeom>
                  <a:avLst/>
                  <a:gdLst>
                    <a:gd name="connsiteX0" fmla="*/ 1371640 w 1371640"/>
                    <a:gd name="connsiteY0" fmla="*/ 192279 h 1657560"/>
                    <a:gd name="connsiteX1" fmla="*/ 1371640 w 1371640"/>
                    <a:gd name="connsiteY1" fmla="*/ 307346 h 1657560"/>
                    <a:gd name="connsiteX2" fmla="*/ 1339709 w 1371640"/>
                    <a:gd name="connsiteY2" fmla="*/ 1464253 h 1657560"/>
                    <a:gd name="connsiteX3" fmla="*/ 1135510 w 1371640"/>
                    <a:gd name="connsiteY3" fmla="*/ 1657483 h 1657560"/>
                    <a:gd name="connsiteX4" fmla="*/ 1488 w 1371640"/>
                    <a:gd name="connsiteY4" fmla="*/ 1626182 h 1657560"/>
                    <a:gd name="connsiteX5" fmla="*/ 0 w 1371640"/>
                    <a:gd name="connsiteY5" fmla="*/ 1198098 h 1657560"/>
                    <a:gd name="connsiteX6" fmla="*/ 803030 w 1371640"/>
                    <a:gd name="connsiteY6" fmla="*/ 1220262 h 1657560"/>
                    <a:gd name="connsiteX7" fmla="*/ 915710 w 1371640"/>
                    <a:gd name="connsiteY7" fmla="*/ 1113635 h 1657560"/>
                    <a:gd name="connsiteX8" fmla="*/ 937938 w 1371640"/>
                    <a:gd name="connsiteY8" fmla="*/ 308312 h 1657560"/>
                    <a:gd name="connsiteX9" fmla="*/ 938408 w 1371640"/>
                    <a:gd name="connsiteY9" fmla="*/ 308319 h 1657560"/>
                    <a:gd name="connsiteX10" fmla="*/ 943053 w 1371640"/>
                    <a:gd name="connsiteY10" fmla="*/ 0 h 1657560"/>
                    <a:gd name="connsiteX11" fmla="*/ 953326 w 1371640"/>
                    <a:gd name="connsiteY11" fmla="*/ 59275 h 1657560"/>
                    <a:gd name="connsiteX12" fmla="*/ 1133074 w 1371640"/>
                    <a:gd name="connsiteY12" fmla="*/ 185694 h 1657560"/>
                    <a:gd name="connsiteX13" fmla="*/ 1371640 w 1371640"/>
                    <a:gd name="connsiteY13" fmla="*/ 192279 h 1657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1640" h="1657560">
                      <a:moveTo>
                        <a:pt x="1371640" y="192279"/>
                      </a:moveTo>
                      <a:lnTo>
                        <a:pt x="1371640" y="307346"/>
                      </a:lnTo>
                      <a:lnTo>
                        <a:pt x="1339709" y="1464253"/>
                      </a:lnTo>
                      <a:cubicBezTo>
                        <a:pt x="1336679" y="1573999"/>
                        <a:pt x="1245257" y="1660510"/>
                        <a:pt x="1135510" y="1657483"/>
                      </a:cubicBezTo>
                      <a:lnTo>
                        <a:pt x="1488" y="1626182"/>
                      </a:lnTo>
                      <a:lnTo>
                        <a:pt x="0" y="1198098"/>
                      </a:lnTo>
                      <a:lnTo>
                        <a:pt x="803030" y="1220262"/>
                      </a:lnTo>
                      <a:cubicBezTo>
                        <a:pt x="863590" y="1221933"/>
                        <a:pt x="914038" y="1174194"/>
                        <a:pt x="915710" y="1113635"/>
                      </a:cubicBezTo>
                      <a:lnTo>
                        <a:pt x="937938" y="308312"/>
                      </a:lnTo>
                      <a:lnTo>
                        <a:pt x="938408" y="308319"/>
                      </a:lnTo>
                      <a:lnTo>
                        <a:pt x="943053" y="0"/>
                      </a:lnTo>
                      <a:lnTo>
                        <a:pt x="953326" y="59275"/>
                      </a:lnTo>
                      <a:cubicBezTo>
                        <a:pt x="981524" y="131428"/>
                        <a:pt x="1050765" y="183422"/>
                        <a:pt x="1133074" y="185694"/>
                      </a:cubicBezTo>
                      <a:lnTo>
                        <a:pt x="1371640" y="192279"/>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E848258A-271A-688D-5032-242E3D267B5E}"/>
                    </a:ext>
                  </a:extLst>
                </p:cNvPr>
                <p:cNvSpPr/>
                <p:nvPr/>
              </p:nvSpPr>
              <p:spPr>
                <a:xfrm rot="18805141">
                  <a:off x="1249702" y="1772998"/>
                  <a:ext cx="1340857" cy="1580599"/>
                </a:xfrm>
                <a:custGeom>
                  <a:avLst/>
                  <a:gdLst>
                    <a:gd name="connsiteX0" fmla="*/ 1340857 w 1340857"/>
                    <a:gd name="connsiteY0" fmla="*/ 30581 h 1580599"/>
                    <a:gd name="connsiteX1" fmla="*/ 1334419 w 1340857"/>
                    <a:gd name="connsiteY1" fmla="*/ 457960 h 1580599"/>
                    <a:gd name="connsiteX2" fmla="*/ 556470 w 1340857"/>
                    <a:gd name="connsiteY2" fmla="*/ 436488 h 1580599"/>
                    <a:gd name="connsiteX3" fmla="*/ 443789 w 1340857"/>
                    <a:gd name="connsiteY3" fmla="*/ 543115 h 1580599"/>
                    <a:gd name="connsiteX4" fmla="*/ 420790 w 1340857"/>
                    <a:gd name="connsiteY4" fmla="*/ 1376446 h 1580599"/>
                    <a:gd name="connsiteX5" fmla="*/ 428230 w 1340857"/>
                    <a:gd name="connsiteY5" fmla="*/ 1419366 h 1580599"/>
                    <a:gd name="connsiteX6" fmla="*/ 435129 w 1340857"/>
                    <a:gd name="connsiteY6" fmla="*/ 1430234 h 1580599"/>
                    <a:gd name="connsiteX7" fmla="*/ 435651 w 1340857"/>
                    <a:gd name="connsiteY7" fmla="*/ 1580599 h 1580599"/>
                    <a:gd name="connsiteX8" fmla="*/ 435281 w 1340857"/>
                    <a:gd name="connsiteY8" fmla="*/ 1578463 h 1580599"/>
                    <a:gd name="connsiteX9" fmla="*/ 255534 w 1340857"/>
                    <a:gd name="connsiteY9" fmla="*/ 1452044 h 1580599"/>
                    <a:gd name="connsiteX10" fmla="*/ 382 w 1340857"/>
                    <a:gd name="connsiteY10" fmla="*/ 1445002 h 1580599"/>
                    <a:gd name="connsiteX11" fmla="*/ 0 w 1340857"/>
                    <a:gd name="connsiteY11" fmla="*/ 1335307 h 1580599"/>
                    <a:gd name="connsiteX12" fmla="*/ 31520 w 1340857"/>
                    <a:gd name="connsiteY12" fmla="*/ 193308 h 1580599"/>
                    <a:gd name="connsiteX13" fmla="*/ 235718 w 1340857"/>
                    <a:gd name="connsiteY13" fmla="*/ 78 h 1580599"/>
                    <a:gd name="connsiteX14" fmla="*/ 1340857 w 1340857"/>
                    <a:gd name="connsiteY14" fmla="*/ 30581 h 158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0857" h="1580599">
                      <a:moveTo>
                        <a:pt x="1340857" y="30581"/>
                      </a:moveTo>
                      <a:lnTo>
                        <a:pt x="1334419" y="457960"/>
                      </a:lnTo>
                      <a:lnTo>
                        <a:pt x="556470" y="436488"/>
                      </a:lnTo>
                      <a:cubicBezTo>
                        <a:pt x="495910" y="434817"/>
                        <a:pt x="445462" y="482555"/>
                        <a:pt x="443789" y="543115"/>
                      </a:cubicBezTo>
                      <a:lnTo>
                        <a:pt x="420790" y="1376446"/>
                      </a:lnTo>
                      <a:cubicBezTo>
                        <a:pt x="420371" y="1391586"/>
                        <a:pt x="423042" y="1406094"/>
                        <a:pt x="428230" y="1419366"/>
                      </a:cubicBezTo>
                      <a:lnTo>
                        <a:pt x="435129" y="1430234"/>
                      </a:lnTo>
                      <a:lnTo>
                        <a:pt x="435651" y="1580599"/>
                      </a:lnTo>
                      <a:lnTo>
                        <a:pt x="435281" y="1578463"/>
                      </a:lnTo>
                      <a:cubicBezTo>
                        <a:pt x="407082" y="1506309"/>
                        <a:pt x="337843" y="1454315"/>
                        <a:pt x="255534" y="1452044"/>
                      </a:cubicBezTo>
                      <a:lnTo>
                        <a:pt x="382" y="1445002"/>
                      </a:lnTo>
                      <a:lnTo>
                        <a:pt x="0" y="1335307"/>
                      </a:lnTo>
                      <a:lnTo>
                        <a:pt x="31520" y="193308"/>
                      </a:lnTo>
                      <a:cubicBezTo>
                        <a:pt x="34549" y="83560"/>
                        <a:pt x="125971" y="-2951"/>
                        <a:pt x="235718" y="78"/>
                      </a:cubicBezTo>
                      <a:lnTo>
                        <a:pt x="1340857" y="3058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97" name="Rectangle: Rounded Corners 96">
              <a:extLst>
                <a:ext uri="{FF2B5EF4-FFF2-40B4-BE49-F238E27FC236}">
                  <a16:creationId xmlns:a16="http://schemas.microsoft.com/office/drawing/2014/main" id="{8C5F3934-2E81-EAA0-2EDA-8E2234B502C9}"/>
                </a:ext>
              </a:extLst>
            </p:cNvPr>
            <p:cNvSpPr/>
            <p:nvPr/>
          </p:nvSpPr>
          <p:spPr>
            <a:xfrm rot="2783698">
              <a:off x="2458262" y="1127903"/>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Rounded Corners 97">
              <a:extLst>
                <a:ext uri="{FF2B5EF4-FFF2-40B4-BE49-F238E27FC236}">
                  <a16:creationId xmlns:a16="http://schemas.microsoft.com/office/drawing/2014/main" id="{991369B2-D455-2541-3152-66B5AB89A679}"/>
                </a:ext>
              </a:extLst>
            </p:cNvPr>
            <p:cNvSpPr/>
            <p:nvPr/>
          </p:nvSpPr>
          <p:spPr>
            <a:xfrm rot="2783698">
              <a:off x="2458261" y="3175759"/>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Rounded Corners 99">
              <a:extLst>
                <a:ext uri="{FF2B5EF4-FFF2-40B4-BE49-F238E27FC236}">
                  <a16:creationId xmlns:a16="http://schemas.microsoft.com/office/drawing/2014/main" id="{0DC82EA9-6AD8-065C-BAE6-2A5A362BD30B}"/>
                </a:ext>
              </a:extLst>
            </p:cNvPr>
            <p:cNvSpPr/>
            <p:nvPr/>
          </p:nvSpPr>
          <p:spPr>
            <a:xfrm rot="2783698">
              <a:off x="2439446" y="5223615"/>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Rounded Corners 106">
              <a:extLst>
                <a:ext uri="{FF2B5EF4-FFF2-40B4-BE49-F238E27FC236}">
                  <a16:creationId xmlns:a16="http://schemas.microsoft.com/office/drawing/2014/main" id="{6822E192-936C-C4EF-B7A6-79E6DF0773E4}"/>
                </a:ext>
              </a:extLst>
            </p:cNvPr>
            <p:cNvSpPr/>
            <p:nvPr/>
          </p:nvSpPr>
          <p:spPr>
            <a:xfrm rot="2783698">
              <a:off x="2497495" y="7271470"/>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Rounded Corners 107">
              <a:extLst>
                <a:ext uri="{FF2B5EF4-FFF2-40B4-BE49-F238E27FC236}">
                  <a16:creationId xmlns:a16="http://schemas.microsoft.com/office/drawing/2014/main" id="{BFC2C6D7-50B3-0C72-72EE-DCC1CF4C78C8}"/>
                </a:ext>
              </a:extLst>
            </p:cNvPr>
            <p:cNvSpPr/>
            <p:nvPr/>
          </p:nvSpPr>
          <p:spPr>
            <a:xfrm rot="2783698">
              <a:off x="2497494" y="9319326"/>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14B3E9AF-427F-8156-09C1-604D99A0AFB9}"/>
              </a:ext>
            </a:extLst>
          </p:cNvPr>
          <p:cNvSpPr txBox="1"/>
          <p:nvPr/>
        </p:nvSpPr>
        <p:spPr>
          <a:xfrm>
            <a:off x="-7176649" y="2614420"/>
            <a:ext cx="6102891" cy="2092881"/>
          </a:xfrm>
          <a:prstGeom prst="rect">
            <a:avLst/>
          </a:prstGeom>
          <a:noFill/>
        </p:spPr>
        <p:txBody>
          <a:bodyPr wrap="square" rtlCol="0">
            <a:spAutoFit/>
          </a:bodyPr>
          <a:lstStyle/>
          <a:p>
            <a:r>
              <a:rPr lang="en-US" sz="2000" b="1" dirty="0"/>
              <a:t>Social Media</a:t>
            </a:r>
          </a:p>
          <a:p>
            <a:endParaRPr lang="en-US" sz="2000" b="1" dirty="0"/>
          </a:p>
          <a:p>
            <a:pPr marL="285750" indent="-285750">
              <a:buFont typeface="Arial" panose="020B0604020202020204" pitchFamily="34" charset="0"/>
              <a:buChar char="•"/>
            </a:pPr>
            <a:r>
              <a:rPr lang="en-US" dirty="0"/>
              <a:t>the heart of the digital era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how we talk, share ideas, and stay connected with friends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King of Digital Fun and Creativity. (TikTok)</a:t>
            </a:r>
          </a:p>
        </p:txBody>
      </p:sp>
      <p:sp>
        <p:nvSpPr>
          <p:cNvPr id="13" name="TextBox 12">
            <a:extLst>
              <a:ext uri="{FF2B5EF4-FFF2-40B4-BE49-F238E27FC236}">
                <a16:creationId xmlns:a16="http://schemas.microsoft.com/office/drawing/2014/main" id="{20192EEA-3934-B562-C656-BDFA52DBB8A0}"/>
              </a:ext>
            </a:extLst>
          </p:cNvPr>
          <p:cNvSpPr txBox="1"/>
          <p:nvPr/>
        </p:nvSpPr>
        <p:spPr>
          <a:xfrm>
            <a:off x="-7735678" y="800423"/>
            <a:ext cx="3484791" cy="707886"/>
          </a:xfrm>
          <a:prstGeom prst="rect">
            <a:avLst/>
          </a:prstGeom>
          <a:noFill/>
        </p:spPr>
        <p:txBody>
          <a:bodyPr wrap="square" rtlCol="0">
            <a:spAutoFit/>
          </a:bodyPr>
          <a:lstStyle/>
          <a:p>
            <a:pPr algn="ctr"/>
            <a:r>
              <a:rPr lang="en-US" sz="4000" dirty="0"/>
              <a:t>Introduction</a:t>
            </a:r>
          </a:p>
        </p:txBody>
      </p:sp>
      <p:sp>
        <p:nvSpPr>
          <p:cNvPr id="16" name="Rectangle: Rounded Corners 15">
            <a:extLst>
              <a:ext uri="{FF2B5EF4-FFF2-40B4-BE49-F238E27FC236}">
                <a16:creationId xmlns:a16="http://schemas.microsoft.com/office/drawing/2014/main" id="{47407E6D-E952-F0D3-3686-AF271C0CAF8F}"/>
              </a:ext>
            </a:extLst>
          </p:cNvPr>
          <p:cNvSpPr/>
          <p:nvPr/>
        </p:nvSpPr>
        <p:spPr>
          <a:xfrm rot="19174875">
            <a:off x="73383" y="6201745"/>
            <a:ext cx="1473920" cy="1473920"/>
          </a:xfrm>
          <a:prstGeom prst="roundRect">
            <a:avLst>
              <a:gd name="adj" fmla="val 15727"/>
            </a:avLst>
          </a:prstGeom>
          <a:solidFill>
            <a:srgbClr val="FFC000"/>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5B4FE26A-52EE-5A7B-6C16-A35B1113C1A9}"/>
              </a:ext>
            </a:extLst>
          </p:cNvPr>
          <p:cNvSpPr/>
          <p:nvPr/>
        </p:nvSpPr>
        <p:spPr>
          <a:xfrm rot="20483085">
            <a:off x="-101465" y="6246338"/>
            <a:ext cx="952277" cy="952277"/>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197176F3-7276-C568-829A-D745D47DFDC9}"/>
              </a:ext>
            </a:extLst>
          </p:cNvPr>
          <p:cNvSpPr/>
          <p:nvPr/>
        </p:nvSpPr>
        <p:spPr>
          <a:xfrm rot="18979406">
            <a:off x="8694885" y="-159555"/>
            <a:ext cx="7177109" cy="7177109"/>
          </a:xfrm>
          <a:prstGeom prst="roundRect">
            <a:avLst>
              <a:gd name="adj" fmla="val 15727"/>
            </a:avLst>
          </a:prstGeom>
          <a:solidFill>
            <a:srgbClr val="FFC000"/>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4443EDA7-B73E-D3BC-56E9-205551B0F7DA}"/>
              </a:ext>
            </a:extLst>
          </p:cNvPr>
          <p:cNvSpPr/>
          <p:nvPr/>
        </p:nvSpPr>
        <p:spPr>
          <a:xfrm rot="18979406">
            <a:off x="9589943" y="724993"/>
            <a:ext cx="5341259" cy="5455326"/>
          </a:xfrm>
          <a:prstGeom prst="roundRect">
            <a:avLst>
              <a:gd name="adj" fmla="val 5421"/>
            </a:avLst>
          </a:prstGeom>
          <a:solidFill>
            <a:schemeClr val="bg1"/>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C068F89C-44A9-4C1B-D306-4E9CF59FDBFA}"/>
              </a:ext>
            </a:extLst>
          </p:cNvPr>
          <p:cNvSpPr/>
          <p:nvPr/>
        </p:nvSpPr>
        <p:spPr>
          <a:xfrm rot="2695273">
            <a:off x="11236617" y="2405044"/>
            <a:ext cx="2047912" cy="2047912"/>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8EB41543-71F6-81C4-AB7F-7B77AA480ECF}"/>
              </a:ext>
            </a:extLst>
          </p:cNvPr>
          <p:cNvSpPr txBox="1"/>
          <p:nvPr/>
        </p:nvSpPr>
        <p:spPr>
          <a:xfrm rot="19817575">
            <a:off x="1503371" y="8300097"/>
            <a:ext cx="6102891" cy="1815882"/>
          </a:xfrm>
          <a:prstGeom prst="rect">
            <a:avLst/>
          </a:prstGeom>
          <a:noFill/>
        </p:spPr>
        <p:txBody>
          <a:bodyPr wrap="square" rtlCol="0">
            <a:spAutoFit/>
          </a:bodyPr>
          <a:lstStyle/>
          <a:p>
            <a:r>
              <a:rPr lang="en-US" sz="2000" b="1" dirty="0"/>
              <a:t>History</a:t>
            </a:r>
          </a:p>
          <a:p>
            <a:endParaRPr lang="en-US" sz="2000" b="1" dirty="0"/>
          </a:p>
          <a:p>
            <a:pPr marL="285750" indent="-285750">
              <a:buFont typeface="Arial" panose="020B0604020202020204" pitchFamily="34" charset="0"/>
              <a:buChar char="•"/>
            </a:pPr>
            <a:r>
              <a:rPr lang="en-US" dirty="0"/>
              <a:t>Zhang Yiming (ByteDance).</a:t>
            </a:r>
          </a:p>
          <a:p>
            <a:pPr marL="285750" indent="-285750">
              <a:buFont typeface="Arial" panose="020B0604020202020204" pitchFamily="34" charset="0"/>
              <a:buChar char="•"/>
            </a:pPr>
            <a:r>
              <a:rPr lang="en-US" dirty="0"/>
              <a:t>started as Douyin in 2016.</a:t>
            </a:r>
          </a:p>
          <a:p>
            <a:pPr marL="285750" indent="-285750">
              <a:buFont typeface="Arial" panose="020B0604020202020204" pitchFamily="34" charset="0"/>
              <a:buChar char="•"/>
            </a:pPr>
            <a:r>
              <a:rPr lang="en-US" dirty="0"/>
              <a:t>bought Musical.ly in 2017 and rebranded to TikTok in 2018.</a:t>
            </a:r>
          </a:p>
          <a:p>
            <a:pPr marL="285750" indent="-285750">
              <a:buFont typeface="Arial" panose="020B0604020202020204" pitchFamily="34" charset="0"/>
              <a:buChar char="•"/>
            </a:pPr>
            <a:r>
              <a:rPr lang="en-US" dirty="0"/>
              <a:t>the world's fastest-growing social media app.</a:t>
            </a:r>
          </a:p>
        </p:txBody>
      </p:sp>
      <p:sp>
        <p:nvSpPr>
          <p:cNvPr id="22" name="TextBox 21">
            <a:extLst>
              <a:ext uri="{FF2B5EF4-FFF2-40B4-BE49-F238E27FC236}">
                <a16:creationId xmlns:a16="http://schemas.microsoft.com/office/drawing/2014/main" id="{D7A0D376-F414-A410-5152-FCBAAE4B93FC}"/>
              </a:ext>
            </a:extLst>
          </p:cNvPr>
          <p:cNvSpPr txBox="1"/>
          <p:nvPr/>
        </p:nvSpPr>
        <p:spPr>
          <a:xfrm rot="19817575">
            <a:off x="-842881" y="8465309"/>
            <a:ext cx="5012805" cy="707886"/>
          </a:xfrm>
          <a:prstGeom prst="rect">
            <a:avLst/>
          </a:prstGeom>
          <a:noFill/>
        </p:spPr>
        <p:txBody>
          <a:bodyPr wrap="square" rtlCol="0">
            <a:spAutoFit/>
          </a:bodyPr>
          <a:lstStyle/>
          <a:p>
            <a:pPr algn="ctr"/>
            <a:r>
              <a:rPr lang="en-US" sz="4000" dirty="0"/>
              <a:t>TikTok Revolution</a:t>
            </a:r>
          </a:p>
        </p:txBody>
      </p:sp>
      <p:sp>
        <p:nvSpPr>
          <p:cNvPr id="2" name="Oval 1">
            <a:extLst>
              <a:ext uri="{FF2B5EF4-FFF2-40B4-BE49-F238E27FC236}">
                <a16:creationId xmlns:a16="http://schemas.microsoft.com/office/drawing/2014/main" id="{2957757A-5A58-9A0D-5C59-519405E9C141}"/>
              </a:ext>
            </a:extLst>
          </p:cNvPr>
          <p:cNvSpPr/>
          <p:nvPr/>
        </p:nvSpPr>
        <p:spPr>
          <a:xfrm rot="19710953">
            <a:off x="7438053" y="8331754"/>
            <a:ext cx="2024439" cy="2024439"/>
          </a:xfrm>
          <a:prstGeom prst="ellipse">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5970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50A24-B763-F812-5DE0-B5A554F7D976}"/>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797D469F-F7EE-E11C-75B9-5B197CF1D802}"/>
              </a:ext>
            </a:extLst>
          </p:cNvPr>
          <p:cNvSpPr/>
          <p:nvPr/>
        </p:nvSpPr>
        <p:spPr>
          <a:xfrm rot="5200062">
            <a:off x="2469144" y="-1619361"/>
            <a:ext cx="853258" cy="853258"/>
          </a:xfrm>
          <a:prstGeom prst="roundRect">
            <a:avLst>
              <a:gd name="adj" fmla="val 15727"/>
            </a:avLst>
          </a:prstGeom>
          <a:solidFill>
            <a:schemeClr val="tx1"/>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9" name="Rectangle: Rounded Corners 8">
            <a:extLst>
              <a:ext uri="{FF2B5EF4-FFF2-40B4-BE49-F238E27FC236}">
                <a16:creationId xmlns:a16="http://schemas.microsoft.com/office/drawing/2014/main" id="{FF6E9D14-9076-DEDA-4B92-0347433B92E8}"/>
              </a:ext>
            </a:extLst>
          </p:cNvPr>
          <p:cNvSpPr/>
          <p:nvPr/>
        </p:nvSpPr>
        <p:spPr>
          <a:xfrm rot="15942510">
            <a:off x="1885579" y="-1967230"/>
            <a:ext cx="629672" cy="647385"/>
          </a:xfrm>
          <a:prstGeom prst="roundRect">
            <a:avLst>
              <a:gd name="adj" fmla="val 15727"/>
            </a:avLst>
          </a:prstGeom>
          <a:solidFill>
            <a:srgbClr val="FFC000"/>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 name="TextBox 3">
            <a:extLst>
              <a:ext uri="{FF2B5EF4-FFF2-40B4-BE49-F238E27FC236}">
                <a16:creationId xmlns:a16="http://schemas.microsoft.com/office/drawing/2014/main" id="{B13B0AE0-AAA8-A12D-2948-4669B19D8366}"/>
              </a:ext>
            </a:extLst>
          </p:cNvPr>
          <p:cNvSpPr txBox="1"/>
          <p:nvPr/>
        </p:nvSpPr>
        <p:spPr>
          <a:xfrm rot="2678642">
            <a:off x="3821157" y="-3659006"/>
            <a:ext cx="6102891" cy="2092881"/>
          </a:xfrm>
          <a:prstGeom prst="rect">
            <a:avLst/>
          </a:prstGeom>
          <a:noFill/>
        </p:spPr>
        <p:txBody>
          <a:bodyPr wrap="square" rtlCol="0">
            <a:spAutoFit/>
          </a:bodyPr>
          <a:lstStyle/>
          <a:p>
            <a:r>
              <a:rPr lang="en-US" sz="2000" b="1" dirty="0">
                <a:latin typeface="Times New Roman" panose="02020603050405020304" pitchFamily="18" charset="0"/>
              </a:rPr>
              <a:t>TikTok</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Today's most popular video app.</a:t>
            </a:r>
          </a:p>
          <a:p>
            <a:pPr marL="285750" indent="-285750">
              <a:buFont typeface="Arial" panose="020B0604020202020204" pitchFamily="34" charset="0"/>
              <a:buChar char="•"/>
            </a:pPr>
            <a:r>
              <a:rPr lang="en-US" dirty="0">
                <a:latin typeface="Times New Roman" panose="02020603050405020304" pitchFamily="18" charset="0"/>
              </a:rPr>
              <a:t>Short, fun, and easy-to-make videos for everyone.</a:t>
            </a:r>
          </a:p>
          <a:p>
            <a:pPr marL="285750" indent="-285750">
              <a:buFont typeface="Arial" panose="020B0604020202020204" pitchFamily="34" charset="0"/>
              <a:buChar char="•"/>
            </a:pPr>
            <a:r>
              <a:rPr lang="en-US" dirty="0">
                <a:latin typeface="Times New Roman" panose="02020603050405020304" pitchFamily="18" charset="0"/>
              </a:rPr>
              <a:t>Growing fast in entertainment, learning, and business.</a:t>
            </a:r>
          </a:p>
          <a:p>
            <a:pPr marL="285750" indent="-285750">
              <a:buFont typeface="Arial" panose="020B0604020202020204" pitchFamily="34" charset="0"/>
              <a:buChar char="•"/>
            </a:pPr>
            <a:r>
              <a:rPr lang="en-US" dirty="0">
                <a:latin typeface="Times New Roman" panose="02020603050405020304" pitchFamily="18" charset="0"/>
              </a:rPr>
              <a:t>People spend more time on TikTok than other apps.</a:t>
            </a:r>
          </a:p>
          <a:p>
            <a:pPr marL="285750" indent="-285750">
              <a:buFont typeface="Arial" panose="020B0604020202020204" pitchFamily="34" charset="0"/>
              <a:buChar char="•"/>
            </a:pPr>
            <a:r>
              <a:rPr lang="en-US" dirty="0">
                <a:latin typeface="Times New Roman" panose="02020603050405020304" pitchFamily="18" charset="0"/>
              </a:rPr>
              <a:t>Connecting billions of users across the world every day.</a:t>
            </a:r>
          </a:p>
        </p:txBody>
      </p:sp>
      <p:sp>
        <p:nvSpPr>
          <p:cNvPr id="10" name="TextBox 9">
            <a:extLst>
              <a:ext uri="{FF2B5EF4-FFF2-40B4-BE49-F238E27FC236}">
                <a16:creationId xmlns:a16="http://schemas.microsoft.com/office/drawing/2014/main" id="{4487F4F6-0EF1-CB34-E977-E39C3045CC54}"/>
              </a:ext>
            </a:extLst>
          </p:cNvPr>
          <p:cNvSpPr txBox="1"/>
          <p:nvPr/>
        </p:nvSpPr>
        <p:spPr>
          <a:xfrm rot="3478941">
            <a:off x="7323456" y="-5855288"/>
            <a:ext cx="2509657"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16" name="Rectangle: Rounded Corners 15">
            <a:extLst>
              <a:ext uri="{FF2B5EF4-FFF2-40B4-BE49-F238E27FC236}">
                <a16:creationId xmlns:a16="http://schemas.microsoft.com/office/drawing/2014/main" id="{E1C5C30F-B01E-DD9F-43E8-C4EF3DF51389}"/>
              </a:ext>
            </a:extLst>
          </p:cNvPr>
          <p:cNvSpPr/>
          <p:nvPr/>
        </p:nvSpPr>
        <p:spPr>
          <a:xfrm rot="20464140">
            <a:off x="588611" y="1107439"/>
            <a:ext cx="1473920" cy="1473920"/>
          </a:xfrm>
          <a:prstGeom prst="roundRect">
            <a:avLst>
              <a:gd name="adj" fmla="val 15727"/>
            </a:avLst>
          </a:prstGeom>
          <a:solidFill>
            <a:srgbClr val="FFC000"/>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7" name="Rectangle: Rounded Corners 16">
            <a:extLst>
              <a:ext uri="{FF2B5EF4-FFF2-40B4-BE49-F238E27FC236}">
                <a16:creationId xmlns:a16="http://schemas.microsoft.com/office/drawing/2014/main" id="{8755FD7F-E559-59B9-4AEB-A4C4E0D28515}"/>
              </a:ext>
            </a:extLst>
          </p:cNvPr>
          <p:cNvSpPr/>
          <p:nvPr/>
        </p:nvSpPr>
        <p:spPr>
          <a:xfrm rot="806654">
            <a:off x="849433" y="1368262"/>
            <a:ext cx="952277" cy="952277"/>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2" name="Rectangle: Rounded Corners 11">
            <a:extLst>
              <a:ext uri="{FF2B5EF4-FFF2-40B4-BE49-F238E27FC236}">
                <a16:creationId xmlns:a16="http://schemas.microsoft.com/office/drawing/2014/main" id="{A280603F-A27B-4F05-27DA-C9A4C4B98AB7}"/>
              </a:ext>
            </a:extLst>
          </p:cNvPr>
          <p:cNvSpPr/>
          <p:nvPr/>
        </p:nvSpPr>
        <p:spPr>
          <a:xfrm rot="2591130">
            <a:off x="8603445" y="-159555"/>
            <a:ext cx="7177109" cy="7177109"/>
          </a:xfrm>
          <a:prstGeom prst="roundRect">
            <a:avLst>
              <a:gd name="adj" fmla="val 15727"/>
            </a:avLst>
          </a:prstGeom>
          <a:solidFill>
            <a:srgbClr val="FFC000"/>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4" name="Rectangle: Rounded Corners 13">
            <a:extLst>
              <a:ext uri="{FF2B5EF4-FFF2-40B4-BE49-F238E27FC236}">
                <a16:creationId xmlns:a16="http://schemas.microsoft.com/office/drawing/2014/main" id="{F70C4FB6-5168-0B58-B191-4558E49AFB40}"/>
              </a:ext>
            </a:extLst>
          </p:cNvPr>
          <p:cNvSpPr/>
          <p:nvPr/>
        </p:nvSpPr>
        <p:spPr>
          <a:xfrm rot="2591130">
            <a:off x="9496497" y="679799"/>
            <a:ext cx="5341259" cy="5455326"/>
          </a:xfrm>
          <a:prstGeom prst="roundRect">
            <a:avLst>
              <a:gd name="adj" fmla="val 5421"/>
            </a:avLst>
          </a:prstGeom>
          <a:solidFill>
            <a:schemeClr val="bg1"/>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8" name="TextBox 17">
            <a:extLst>
              <a:ext uri="{FF2B5EF4-FFF2-40B4-BE49-F238E27FC236}">
                <a16:creationId xmlns:a16="http://schemas.microsoft.com/office/drawing/2014/main" id="{E79832B1-A1B3-CAB9-066C-D945AB39351F}"/>
              </a:ext>
            </a:extLst>
          </p:cNvPr>
          <p:cNvSpPr txBox="1"/>
          <p:nvPr/>
        </p:nvSpPr>
        <p:spPr>
          <a:xfrm>
            <a:off x="1263008" y="3078553"/>
            <a:ext cx="6276072" cy="1815882"/>
          </a:xfrm>
          <a:prstGeom prst="rect">
            <a:avLst/>
          </a:prstGeom>
          <a:noFill/>
        </p:spPr>
        <p:txBody>
          <a:bodyPr wrap="square" rtlCol="0">
            <a:spAutoFit/>
          </a:bodyPr>
          <a:lstStyle/>
          <a:p>
            <a:r>
              <a:rPr lang="en-US" sz="2000" b="1" dirty="0">
                <a:latin typeface="Times New Roman" panose="02020603050405020304" pitchFamily="18" charset="0"/>
              </a:rPr>
              <a:t>History</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Zhang Yiming (ByteDance).</a:t>
            </a:r>
          </a:p>
          <a:p>
            <a:pPr marL="285750" indent="-285750">
              <a:buFont typeface="Arial" panose="020B0604020202020204" pitchFamily="34" charset="0"/>
              <a:buChar char="•"/>
            </a:pPr>
            <a:r>
              <a:rPr lang="en-US" dirty="0">
                <a:latin typeface="Times New Roman" panose="02020603050405020304" pitchFamily="18" charset="0"/>
              </a:rPr>
              <a:t>started as Douyin in 2016.</a:t>
            </a:r>
          </a:p>
          <a:p>
            <a:pPr marL="285750" indent="-285750">
              <a:buFont typeface="Arial" panose="020B0604020202020204" pitchFamily="34" charset="0"/>
              <a:buChar char="•"/>
            </a:pPr>
            <a:r>
              <a:rPr lang="en-US" dirty="0">
                <a:latin typeface="Times New Roman" panose="02020603050405020304" pitchFamily="18" charset="0"/>
              </a:rPr>
              <a:t>bought Musical.ly in 2017 and rebranded to TikTok in 2018.</a:t>
            </a:r>
          </a:p>
          <a:p>
            <a:pPr marL="285750" indent="-285750">
              <a:buFont typeface="Arial" panose="020B0604020202020204" pitchFamily="34" charset="0"/>
              <a:buChar char="•"/>
            </a:pPr>
            <a:r>
              <a:rPr lang="en-US" dirty="0">
                <a:latin typeface="Times New Roman" panose="02020603050405020304" pitchFamily="18" charset="0"/>
              </a:rPr>
              <a:t>the world's fastest-growing social media app.</a:t>
            </a:r>
          </a:p>
        </p:txBody>
      </p:sp>
      <p:sp>
        <p:nvSpPr>
          <p:cNvPr id="19" name="TextBox 18">
            <a:extLst>
              <a:ext uri="{FF2B5EF4-FFF2-40B4-BE49-F238E27FC236}">
                <a16:creationId xmlns:a16="http://schemas.microsoft.com/office/drawing/2014/main" id="{14B47677-E9F2-8354-B8D9-049498EE49BF}"/>
              </a:ext>
            </a:extLst>
          </p:cNvPr>
          <p:cNvSpPr txBox="1"/>
          <p:nvPr/>
        </p:nvSpPr>
        <p:spPr>
          <a:xfrm>
            <a:off x="2200415" y="1663740"/>
            <a:ext cx="5012805" cy="707886"/>
          </a:xfrm>
          <a:prstGeom prst="rect">
            <a:avLst/>
          </a:prstGeom>
          <a:noFill/>
        </p:spPr>
        <p:txBody>
          <a:bodyPr wrap="square" rtlCol="0">
            <a:spAutoFit/>
          </a:bodyPr>
          <a:lstStyle/>
          <a:p>
            <a:pPr algn="ctr"/>
            <a:r>
              <a:rPr lang="en-US" sz="4000" dirty="0">
                <a:latin typeface="Times New Roman" panose="02020603050405020304" pitchFamily="18" charset="0"/>
              </a:rPr>
              <a:t>TikTok Revolution</a:t>
            </a:r>
          </a:p>
        </p:txBody>
      </p:sp>
      <p:sp>
        <p:nvSpPr>
          <p:cNvPr id="5" name="Rectangle: Rounded Corners 4">
            <a:extLst>
              <a:ext uri="{FF2B5EF4-FFF2-40B4-BE49-F238E27FC236}">
                <a16:creationId xmlns:a16="http://schemas.microsoft.com/office/drawing/2014/main" id="{03D32C70-C808-31E1-9FD5-F1A618D74954}"/>
              </a:ext>
            </a:extLst>
          </p:cNvPr>
          <p:cNvSpPr/>
          <p:nvPr/>
        </p:nvSpPr>
        <p:spPr>
          <a:xfrm rot="7906997">
            <a:off x="11171797" y="2473514"/>
            <a:ext cx="2047912" cy="2047912"/>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sp>
        <p:nvSpPr>
          <p:cNvPr id="20" name="TextBox 19">
            <a:extLst>
              <a:ext uri="{FF2B5EF4-FFF2-40B4-BE49-F238E27FC236}">
                <a16:creationId xmlns:a16="http://schemas.microsoft.com/office/drawing/2014/main" id="{AB1FC500-7035-0BCE-F207-0FA56255BA83}"/>
              </a:ext>
            </a:extLst>
          </p:cNvPr>
          <p:cNvSpPr txBox="1"/>
          <p:nvPr/>
        </p:nvSpPr>
        <p:spPr>
          <a:xfrm>
            <a:off x="13733816" y="2482627"/>
            <a:ext cx="6102891" cy="2646878"/>
          </a:xfrm>
          <a:prstGeom prst="rect">
            <a:avLst/>
          </a:prstGeom>
          <a:noFill/>
        </p:spPr>
        <p:txBody>
          <a:bodyPr wrap="square" rtlCol="0">
            <a:spAutoFit/>
          </a:bodyPr>
          <a:lstStyle/>
          <a:p>
            <a:r>
              <a:rPr lang="en-US" sz="2000" b="1" dirty="0">
                <a:latin typeface="Times New Roman" panose="02020603050405020304" pitchFamily="18" charset="0"/>
              </a:rPr>
              <a:t>Currently status</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downloaded app for entertainment globally.</a:t>
            </a:r>
          </a:p>
          <a:p>
            <a:pPr marL="285750" indent="-285750">
              <a:buFont typeface="Arial" panose="020B0604020202020204" pitchFamily="34" charset="0"/>
              <a:buChar char="•"/>
            </a:pPr>
            <a:r>
              <a:rPr lang="en-US" dirty="0">
                <a:latin typeface="Times New Roman" panose="02020603050405020304" pitchFamily="18" charset="0"/>
              </a:rPr>
              <a:t>young people use TikTok more than Google for searching information.</a:t>
            </a:r>
          </a:p>
          <a:p>
            <a:pPr marL="285750" indent="-285750">
              <a:buFont typeface="Arial" panose="020B0604020202020204" pitchFamily="34" charset="0"/>
              <a:buChar char="•"/>
            </a:pPr>
            <a:r>
              <a:rPr lang="en-US" dirty="0">
                <a:latin typeface="Times New Roman" panose="02020603050405020304" pitchFamily="18" charset="0"/>
              </a:rPr>
              <a:t>users spend more daily time on TikTok than on any other social app.</a:t>
            </a:r>
          </a:p>
          <a:p>
            <a:pPr marL="285750" indent="-285750">
              <a:buFont typeface="Arial" panose="020B0604020202020204" pitchFamily="34" charset="0"/>
              <a:buChar char="•"/>
            </a:pPr>
            <a:r>
              <a:rPr lang="en-US" dirty="0">
                <a:latin typeface="Times New Roman" panose="02020603050405020304" pitchFamily="18" charset="0"/>
              </a:rPr>
              <a:t>facing legal challenges and bans in some countries (e.g., USA, Indian).</a:t>
            </a:r>
          </a:p>
        </p:txBody>
      </p:sp>
      <p:sp>
        <p:nvSpPr>
          <p:cNvPr id="21" name="TextBox 20">
            <a:extLst>
              <a:ext uri="{FF2B5EF4-FFF2-40B4-BE49-F238E27FC236}">
                <a16:creationId xmlns:a16="http://schemas.microsoft.com/office/drawing/2014/main" id="{4C0A3539-1D4D-CCB4-1496-F173F018D12D}"/>
              </a:ext>
            </a:extLst>
          </p:cNvPr>
          <p:cNvSpPr txBox="1"/>
          <p:nvPr/>
        </p:nvSpPr>
        <p:spPr>
          <a:xfrm>
            <a:off x="13733816" y="1315988"/>
            <a:ext cx="2376285"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2" name="Oval 1">
            <a:extLst>
              <a:ext uri="{FF2B5EF4-FFF2-40B4-BE49-F238E27FC236}">
                <a16:creationId xmlns:a16="http://schemas.microsoft.com/office/drawing/2014/main" id="{A1E9A907-4C6D-C9C9-6F39-37675C74CC6F}"/>
              </a:ext>
            </a:extLst>
          </p:cNvPr>
          <p:cNvSpPr/>
          <p:nvPr/>
        </p:nvSpPr>
        <p:spPr>
          <a:xfrm>
            <a:off x="7314775" y="2482627"/>
            <a:ext cx="2024439" cy="2024439"/>
          </a:xfrm>
          <a:prstGeom prst="ellipse">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Tree>
    <p:extLst>
      <p:ext uri="{BB962C8B-B14F-4D97-AF65-F5344CB8AC3E}">
        <p14:creationId xmlns:p14="http://schemas.microsoft.com/office/powerpoint/2010/main" val="5450333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FF61B-478F-725A-5B4F-88498EAB9476}"/>
            </a:ext>
          </a:extLst>
        </p:cNvPr>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CBE260D0-2179-C694-6BE8-ECE201032631}"/>
              </a:ext>
            </a:extLst>
          </p:cNvPr>
          <p:cNvSpPr/>
          <p:nvPr/>
        </p:nvSpPr>
        <p:spPr>
          <a:xfrm rot="20464140">
            <a:off x="-6719904" y="-1227960"/>
            <a:ext cx="1473920" cy="1473920"/>
          </a:xfrm>
          <a:prstGeom prst="roundRect">
            <a:avLst>
              <a:gd name="adj" fmla="val 15727"/>
            </a:avLst>
          </a:prstGeom>
          <a:solidFill>
            <a:srgbClr val="FFC000"/>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2" name="Rectangle: Rounded Corners 11">
            <a:extLst>
              <a:ext uri="{FF2B5EF4-FFF2-40B4-BE49-F238E27FC236}">
                <a16:creationId xmlns:a16="http://schemas.microsoft.com/office/drawing/2014/main" id="{60B2D55D-1D94-CC0E-29DB-225FFAAA89EE}"/>
              </a:ext>
            </a:extLst>
          </p:cNvPr>
          <p:cNvSpPr/>
          <p:nvPr/>
        </p:nvSpPr>
        <p:spPr>
          <a:xfrm rot="2591130">
            <a:off x="-2245991" y="-1855285"/>
            <a:ext cx="10839953" cy="10443569"/>
          </a:xfrm>
          <a:prstGeom prst="roundRect">
            <a:avLst>
              <a:gd name="adj" fmla="val 4099"/>
            </a:avLst>
          </a:prstGeom>
          <a:solidFill>
            <a:srgbClr val="FFC000"/>
          </a:solidFill>
          <a:ln>
            <a:noFill/>
          </a:ln>
          <a:effectLst>
            <a:outerShdw blurRad="127000" dist="50800" dir="5400000" algn="ctr" rotWithShape="0">
              <a:srgbClr val="000000">
                <a:alpha val="8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4" name="Rectangle: Rounded Corners 13">
            <a:extLst>
              <a:ext uri="{FF2B5EF4-FFF2-40B4-BE49-F238E27FC236}">
                <a16:creationId xmlns:a16="http://schemas.microsoft.com/office/drawing/2014/main" id="{8B55B8F5-2B3A-F9E4-1603-4ABD3569C7FE}"/>
              </a:ext>
            </a:extLst>
          </p:cNvPr>
          <p:cNvSpPr/>
          <p:nvPr/>
        </p:nvSpPr>
        <p:spPr>
          <a:xfrm rot="2591130">
            <a:off x="-6493789" y="679799"/>
            <a:ext cx="5341259" cy="5455326"/>
          </a:xfrm>
          <a:prstGeom prst="roundRect">
            <a:avLst>
              <a:gd name="adj" fmla="val 5421"/>
            </a:avLst>
          </a:prstGeom>
          <a:solidFill>
            <a:schemeClr val="bg1"/>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8" name="TextBox 17">
            <a:extLst>
              <a:ext uri="{FF2B5EF4-FFF2-40B4-BE49-F238E27FC236}">
                <a16:creationId xmlns:a16="http://schemas.microsoft.com/office/drawing/2014/main" id="{7C87FE3E-8824-699E-0EA8-234A6EBBE3C1}"/>
              </a:ext>
            </a:extLst>
          </p:cNvPr>
          <p:cNvSpPr txBox="1"/>
          <p:nvPr/>
        </p:nvSpPr>
        <p:spPr>
          <a:xfrm>
            <a:off x="-6038384" y="3094184"/>
            <a:ext cx="6102891" cy="1815882"/>
          </a:xfrm>
          <a:prstGeom prst="rect">
            <a:avLst/>
          </a:prstGeom>
          <a:noFill/>
        </p:spPr>
        <p:txBody>
          <a:bodyPr wrap="square" rtlCol="0">
            <a:spAutoFit/>
          </a:bodyPr>
          <a:lstStyle/>
          <a:p>
            <a:r>
              <a:rPr lang="en-US" sz="2000" b="1" dirty="0">
                <a:latin typeface="Times New Roman" panose="02020603050405020304" pitchFamily="18" charset="0"/>
              </a:rPr>
              <a:t>History</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Zhang Yiming (ByteDance).</a:t>
            </a:r>
          </a:p>
          <a:p>
            <a:pPr marL="285750" indent="-285750">
              <a:buFont typeface="Arial" panose="020B0604020202020204" pitchFamily="34" charset="0"/>
              <a:buChar char="•"/>
            </a:pPr>
            <a:r>
              <a:rPr lang="en-US" dirty="0">
                <a:latin typeface="Times New Roman" panose="02020603050405020304" pitchFamily="18" charset="0"/>
              </a:rPr>
              <a:t>started as Douyin in 2016.</a:t>
            </a:r>
          </a:p>
          <a:p>
            <a:pPr marL="285750" indent="-285750">
              <a:buFont typeface="Arial" panose="020B0604020202020204" pitchFamily="34" charset="0"/>
              <a:buChar char="•"/>
            </a:pPr>
            <a:r>
              <a:rPr lang="en-US" dirty="0">
                <a:latin typeface="Times New Roman" panose="02020603050405020304" pitchFamily="18" charset="0"/>
              </a:rPr>
              <a:t>bought Musical.ly in 2017 and rebranded to TikTok in 2018.</a:t>
            </a:r>
          </a:p>
          <a:p>
            <a:pPr marL="285750" indent="-285750">
              <a:buFont typeface="Arial" panose="020B0604020202020204" pitchFamily="34" charset="0"/>
              <a:buChar char="•"/>
            </a:pPr>
            <a:r>
              <a:rPr lang="en-US" dirty="0">
                <a:latin typeface="Times New Roman" panose="02020603050405020304" pitchFamily="18" charset="0"/>
              </a:rPr>
              <a:t>the world's fastest-growing social media app.</a:t>
            </a:r>
          </a:p>
        </p:txBody>
      </p:sp>
      <p:sp>
        <p:nvSpPr>
          <p:cNvPr id="19" name="TextBox 18">
            <a:extLst>
              <a:ext uri="{FF2B5EF4-FFF2-40B4-BE49-F238E27FC236}">
                <a16:creationId xmlns:a16="http://schemas.microsoft.com/office/drawing/2014/main" id="{94E49404-EC9B-EA56-AF0F-2959BAB6BD9A}"/>
              </a:ext>
            </a:extLst>
          </p:cNvPr>
          <p:cNvSpPr txBox="1"/>
          <p:nvPr/>
        </p:nvSpPr>
        <p:spPr>
          <a:xfrm>
            <a:off x="-4309151" y="1315988"/>
            <a:ext cx="5012805" cy="707886"/>
          </a:xfrm>
          <a:prstGeom prst="rect">
            <a:avLst/>
          </a:prstGeom>
          <a:noFill/>
        </p:spPr>
        <p:txBody>
          <a:bodyPr wrap="square" rtlCol="0">
            <a:spAutoFit/>
          </a:bodyPr>
          <a:lstStyle/>
          <a:p>
            <a:pPr algn="ctr"/>
            <a:r>
              <a:rPr lang="en-US" sz="4000" dirty="0">
                <a:latin typeface="Times New Roman" panose="02020603050405020304" pitchFamily="18" charset="0"/>
              </a:rPr>
              <a:t>TikTok Revolution</a:t>
            </a:r>
          </a:p>
        </p:txBody>
      </p:sp>
      <p:sp>
        <p:nvSpPr>
          <p:cNvPr id="2" name="Rectangle: Rounded Corners 1">
            <a:extLst>
              <a:ext uri="{FF2B5EF4-FFF2-40B4-BE49-F238E27FC236}">
                <a16:creationId xmlns:a16="http://schemas.microsoft.com/office/drawing/2014/main" id="{D17FEDB7-DEC2-9330-E9DD-954FD754086C}"/>
              </a:ext>
            </a:extLst>
          </p:cNvPr>
          <p:cNvSpPr/>
          <p:nvPr/>
        </p:nvSpPr>
        <p:spPr>
          <a:xfrm rot="5200062">
            <a:off x="2469144" y="-1619361"/>
            <a:ext cx="853258" cy="853258"/>
          </a:xfrm>
          <a:prstGeom prst="roundRect">
            <a:avLst>
              <a:gd name="adj" fmla="val 15727"/>
            </a:avLst>
          </a:prstGeom>
          <a:solidFill>
            <a:schemeClr val="tx1"/>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 name="Rectangle: Rounded Corners 2">
            <a:extLst>
              <a:ext uri="{FF2B5EF4-FFF2-40B4-BE49-F238E27FC236}">
                <a16:creationId xmlns:a16="http://schemas.microsoft.com/office/drawing/2014/main" id="{CA35851C-DC55-A361-8CE2-0527215C8655}"/>
              </a:ext>
            </a:extLst>
          </p:cNvPr>
          <p:cNvSpPr/>
          <p:nvPr/>
        </p:nvSpPr>
        <p:spPr>
          <a:xfrm rot="15942510">
            <a:off x="1885579" y="-1967230"/>
            <a:ext cx="629672" cy="647385"/>
          </a:xfrm>
          <a:prstGeom prst="roundRect">
            <a:avLst>
              <a:gd name="adj" fmla="val 15727"/>
            </a:avLst>
          </a:prstGeom>
          <a:solidFill>
            <a:srgbClr val="FFC000"/>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6" name="Rectangle: Rounded Corners 5">
            <a:extLst>
              <a:ext uri="{FF2B5EF4-FFF2-40B4-BE49-F238E27FC236}">
                <a16:creationId xmlns:a16="http://schemas.microsoft.com/office/drawing/2014/main" id="{C11563EA-8C9D-E11B-B29F-C4F483E4AAC1}"/>
              </a:ext>
            </a:extLst>
          </p:cNvPr>
          <p:cNvSpPr/>
          <p:nvPr/>
        </p:nvSpPr>
        <p:spPr>
          <a:xfrm rot="806654">
            <a:off x="-6549056" y="-695521"/>
            <a:ext cx="952277" cy="952277"/>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8" name="Rectangle: Rounded Corners 7">
            <a:extLst>
              <a:ext uri="{FF2B5EF4-FFF2-40B4-BE49-F238E27FC236}">
                <a16:creationId xmlns:a16="http://schemas.microsoft.com/office/drawing/2014/main" id="{CE231233-D3D9-704A-2447-111B4C0466AE}"/>
              </a:ext>
            </a:extLst>
          </p:cNvPr>
          <p:cNvSpPr/>
          <p:nvPr/>
        </p:nvSpPr>
        <p:spPr>
          <a:xfrm rot="7906997">
            <a:off x="-1172604" y="2473514"/>
            <a:ext cx="2047912" cy="2047912"/>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sp>
        <p:nvSpPr>
          <p:cNvPr id="15" name="TextBox 14">
            <a:extLst>
              <a:ext uri="{FF2B5EF4-FFF2-40B4-BE49-F238E27FC236}">
                <a16:creationId xmlns:a16="http://schemas.microsoft.com/office/drawing/2014/main" id="{1B9CC09F-B1D5-C40B-4B6F-EA398A0123E1}"/>
              </a:ext>
            </a:extLst>
          </p:cNvPr>
          <p:cNvSpPr txBox="1"/>
          <p:nvPr/>
        </p:nvSpPr>
        <p:spPr>
          <a:xfrm>
            <a:off x="1870048" y="2482627"/>
            <a:ext cx="6102891" cy="2646878"/>
          </a:xfrm>
          <a:prstGeom prst="rect">
            <a:avLst/>
          </a:prstGeom>
          <a:noFill/>
        </p:spPr>
        <p:txBody>
          <a:bodyPr wrap="square" rtlCol="0">
            <a:spAutoFit/>
          </a:bodyPr>
          <a:lstStyle/>
          <a:p>
            <a:r>
              <a:rPr lang="en-US" sz="2000" b="1" dirty="0">
                <a:latin typeface="Times New Roman" panose="02020603050405020304" pitchFamily="18" charset="0"/>
              </a:rPr>
              <a:t>Currently status</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downloaded app for entertainment globally.</a:t>
            </a:r>
          </a:p>
          <a:p>
            <a:pPr marL="285750" indent="-285750">
              <a:buFont typeface="Arial" panose="020B0604020202020204" pitchFamily="34" charset="0"/>
              <a:buChar char="•"/>
            </a:pPr>
            <a:r>
              <a:rPr lang="en-US" dirty="0">
                <a:latin typeface="Times New Roman" panose="02020603050405020304" pitchFamily="18" charset="0"/>
              </a:rPr>
              <a:t>young people use TikTok more than Google for searching information.</a:t>
            </a:r>
          </a:p>
          <a:p>
            <a:pPr marL="285750" indent="-285750">
              <a:buFont typeface="Arial" panose="020B0604020202020204" pitchFamily="34" charset="0"/>
              <a:buChar char="•"/>
            </a:pPr>
            <a:r>
              <a:rPr lang="en-US" dirty="0">
                <a:latin typeface="Times New Roman" panose="02020603050405020304" pitchFamily="18" charset="0"/>
              </a:rPr>
              <a:t>users spend more daily time on TikTok than on any other social app.</a:t>
            </a:r>
          </a:p>
          <a:p>
            <a:pPr marL="285750" indent="-285750">
              <a:buFont typeface="Arial" panose="020B0604020202020204" pitchFamily="34" charset="0"/>
              <a:buChar char="•"/>
            </a:pPr>
            <a:r>
              <a:rPr lang="en-US" dirty="0">
                <a:latin typeface="Times New Roman" panose="02020603050405020304" pitchFamily="18" charset="0"/>
              </a:rPr>
              <a:t>facing legal challenges and bans in some countries (e.g., USA, Indian).</a:t>
            </a:r>
          </a:p>
        </p:txBody>
      </p:sp>
      <p:sp>
        <p:nvSpPr>
          <p:cNvPr id="20" name="TextBox 19">
            <a:extLst>
              <a:ext uri="{FF2B5EF4-FFF2-40B4-BE49-F238E27FC236}">
                <a16:creationId xmlns:a16="http://schemas.microsoft.com/office/drawing/2014/main" id="{29DA5642-C561-A94C-E4E9-EDA66726902B}"/>
              </a:ext>
            </a:extLst>
          </p:cNvPr>
          <p:cNvSpPr txBox="1"/>
          <p:nvPr/>
        </p:nvSpPr>
        <p:spPr>
          <a:xfrm>
            <a:off x="1870048" y="1315988"/>
            <a:ext cx="2376285"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21" name="TextBox 20">
            <a:extLst>
              <a:ext uri="{FF2B5EF4-FFF2-40B4-BE49-F238E27FC236}">
                <a16:creationId xmlns:a16="http://schemas.microsoft.com/office/drawing/2014/main" id="{F6EF1C3E-E9D1-B1FF-65C3-9894865364A2}"/>
              </a:ext>
            </a:extLst>
          </p:cNvPr>
          <p:cNvSpPr txBox="1"/>
          <p:nvPr/>
        </p:nvSpPr>
        <p:spPr>
          <a:xfrm rot="3478941">
            <a:off x="7323456" y="-5855288"/>
            <a:ext cx="2509657"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4" name="TextBox 3">
            <a:extLst>
              <a:ext uri="{FF2B5EF4-FFF2-40B4-BE49-F238E27FC236}">
                <a16:creationId xmlns:a16="http://schemas.microsoft.com/office/drawing/2014/main" id="{C222F0A9-CC81-3D22-5F0E-2CFDEAE3FB10}"/>
              </a:ext>
            </a:extLst>
          </p:cNvPr>
          <p:cNvSpPr txBox="1"/>
          <p:nvPr/>
        </p:nvSpPr>
        <p:spPr>
          <a:xfrm rot="2571524">
            <a:off x="1270501" y="9120688"/>
            <a:ext cx="6289635" cy="1815882"/>
          </a:xfrm>
          <a:prstGeom prst="rect">
            <a:avLst/>
          </a:prstGeom>
          <a:noFill/>
        </p:spPr>
        <p:txBody>
          <a:bodyPr wrap="square" rtlCol="0">
            <a:spAutoFit/>
          </a:bodyPr>
          <a:lstStyle/>
          <a:p>
            <a:r>
              <a:rPr lang="en-US" sz="2000" b="1" dirty="0">
                <a:latin typeface="Times New Roman" panose="02020603050405020304" pitchFamily="18" charset="0"/>
              </a:rPr>
              <a:t>Magic of Viral Videos</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"For You Page" shows exactly what users love to watch.</a:t>
            </a:r>
          </a:p>
          <a:p>
            <a:pPr marL="285750" indent="-285750">
              <a:buFont typeface="Arial" panose="020B0604020202020204" pitchFamily="34" charset="0"/>
              <a:buChar char="•"/>
            </a:pPr>
            <a:r>
              <a:rPr lang="en-US" dirty="0">
                <a:latin typeface="Times New Roman" panose="02020603050405020304" pitchFamily="18" charset="0"/>
              </a:rPr>
              <a:t>A user doesn't need to be famous or have followers to go viral.</a:t>
            </a:r>
          </a:p>
          <a:p>
            <a:pPr marL="285750" indent="-285750">
              <a:buFont typeface="Arial" panose="020B0604020202020204" pitchFamily="34" charset="0"/>
              <a:buChar char="•"/>
            </a:pPr>
            <a:r>
              <a:rPr lang="en-US" dirty="0">
                <a:latin typeface="Times New Roman" panose="02020603050405020304" pitchFamily="18" charset="0"/>
              </a:rPr>
              <a:t>Video is fun, TikTok shares it with millions of people.</a:t>
            </a:r>
          </a:p>
          <a:p>
            <a:pPr marL="285750" indent="-285750">
              <a:buFont typeface="Arial" panose="020B0604020202020204" pitchFamily="34" charset="0"/>
              <a:buChar char="•"/>
            </a:pPr>
            <a:r>
              <a:rPr lang="en-US" dirty="0">
                <a:latin typeface="Times New Roman" panose="02020603050405020304" pitchFamily="18" charset="0"/>
              </a:rPr>
              <a:t>A normal user can become a global star overnight.</a:t>
            </a:r>
          </a:p>
        </p:txBody>
      </p:sp>
      <p:sp>
        <p:nvSpPr>
          <p:cNvPr id="5" name="TextBox 4">
            <a:extLst>
              <a:ext uri="{FF2B5EF4-FFF2-40B4-BE49-F238E27FC236}">
                <a16:creationId xmlns:a16="http://schemas.microsoft.com/office/drawing/2014/main" id="{0FC5AA47-1B07-B200-40B6-BFD10029756F}"/>
              </a:ext>
            </a:extLst>
          </p:cNvPr>
          <p:cNvSpPr txBox="1"/>
          <p:nvPr/>
        </p:nvSpPr>
        <p:spPr>
          <a:xfrm rot="2571524">
            <a:off x="2604940" y="7506216"/>
            <a:ext cx="3620756" cy="707886"/>
          </a:xfrm>
          <a:prstGeom prst="rect">
            <a:avLst/>
          </a:prstGeom>
          <a:noFill/>
        </p:spPr>
        <p:txBody>
          <a:bodyPr wrap="square" rtlCol="0">
            <a:spAutoFit/>
          </a:bodyPr>
          <a:lstStyle/>
          <a:p>
            <a:pPr algn="ctr"/>
            <a:r>
              <a:rPr lang="en-US" sz="4000" dirty="0">
                <a:latin typeface="Times New Roman" panose="02020603050405020304" pitchFamily="18" charset="0"/>
              </a:rPr>
              <a:t>Algorithm</a:t>
            </a:r>
          </a:p>
        </p:txBody>
      </p:sp>
      <p:sp>
        <p:nvSpPr>
          <p:cNvPr id="7" name="Oval 6">
            <a:extLst>
              <a:ext uri="{FF2B5EF4-FFF2-40B4-BE49-F238E27FC236}">
                <a16:creationId xmlns:a16="http://schemas.microsoft.com/office/drawing/2014/main" id="{6F4C7E27-A9F7-095D-0071-4416B5060C13}"/>
              </a:ext>
            </a:extLst>
          </p:cNvPr>
          <p:cNvSpPr/>
          <p:nvPr/>
        </p:nvSpPr>
        <p:spPr>
          <a:xfrm>
            <a:off x="-9295479" y="2395242"/>
            <a:ext cx="2024439" cy="2024439"/>
          </a:xfrm>
          <a:prstGeom prst="ellipse">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Tree>
    <p:extLst>
      <p:ext uri="{BB962C8B-B14F-4D97-AF65-F5344CB8AC3E}">
        <p14:creationId xmlns:p14="http://schemas.microsoft.com/office/powerpoint/2010/main" val="20358253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53ABB-E9E5-8649-2ABC-259DD79DEB31}"/>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EBE6213-5FAF-74FE-5F1A-1F5BF3B6310E}"/>
              </a:ext>
            </a:extLst>
          </p:cNvPr>
          <p:cNvSpPr/>
          <p:nvPr/>
        </p:nvSpPr>
        <p:spPr>
          <a:xfrm>
            <a:off x="-1695067" y="0"/>
            <a:ext cx="11118598" cy="6858000"/>
          </a:xfrm>
          <a:prstGeom prst="roundRect">
            <a:avLst>
              <a:gd name="adj" fmla="val 4099"/>
            </a:avLst>
          </a:prstGeom>
          <a:solidFill>
            <a:srgbClr val="FFC000"/>
          </a:solidFill>
          <a:ln>
            <a:noFill/>
          </a:ln>
          <a:effectLst>
            <a:outerShdw blurRad="127000" dist="50800" dir="5400000" algn="ctr" rotWithShape="0">
              <a:srgbClr val="000000">
                <a:alpha val="8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 name="Rectangle: Rounded Corners 2">
            <a:extLst>
              <a:ext uri="{FF2B5EF4-FFF2-40B4-BE49-F238E27FC236}">
                <a16:creationId xmlns:a16="http://schemas.microsoft.com/office/drawing/2014/main" id="{1260C8B6-010E-2E0B-7C1F-5B25B9356F52}"/>
              </a:ext>
            </a:extLst>
          </p:cNvPr>
          <p:cNvSpPr/>
          <p:nvPr/>
        </p:nvSpPr>
        <p:spPr>
          <a:xfrm rot="5400000">
            <a:off x="-186976" y="3459142"/>
            <a:ext cx="2047912" cy="76655"/>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sp>
        <p:nvSpPr>
          <p:cNvPr id="4" name="TextBox 3">
            <a:extLst>
              <a:ext uri="{FF2B5EF4-FFF2-40B4-BE49-F238E27FC236}">
                <a16:creationId xmlns:a16="http://schemas.microsoft.com/office/drawing/2014/main" id="{76A3884B-214A-17AB-2735-F4197DE7C516}"/>
              </a:ext>
            </a:extLst>
          </p:cNvPr>
          <p:cNvSpPr txBox="1"/>
          <p:nvPr/>
        </p:nvSpPr>
        <p:spPr>
          <a:xfrm>
            <a:off x="1882092" y="2521059"/>
            <a:ext cx="6289635" cy="1815882"/>
          </a:xfrm>
          <a:prstGeom prst="rect">
            <a:avLst/>
          </a:prstGeom>
          <a:noFill/>
        </p:spPr>
        <p:txBody>
          <a:bodyPr wrap="square" rtlCol="0">
            <a:spAutoFit/>
          </a:bodyPr>
          <a:lstStyle/>
          <a:p>
            <a:r>
              <a:rPr lang="en-US" sz="2000" b="1" dirty="0">
                <a:latin typeface="Times New Roman" panose="02020603050405020304" pitchFamily="18" charset="0"/>
              </a:rPr>
              <a:t>Magic of Viral Videos</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"For You Page" shows exactly what users love to watch.</a:t>
            </a:r>
          </a:p>
          <a:p>
            <a:pPr marL="285750" indent="-285750">
              <a:buFont typeface="Arial" panose="020B0604020202020204" pitchFamily="34" charset="0"/>
              <a:buChar char="•"/>
            </a:pPr>
            <a:r>
              <a:rPr lang="en-US" dirty="0">
                <a:latin typeface="Times New Roman" panose="02020603050405020304" pitchFamily="18" charset="0"/>
              </a:rPr>
              <a:t>A user doesn't need to be famous or have followers to go viral.</a:t>
            </a:r>
          </a:p>
          <a:p>
            <a:pPr marL="285750" indent="-285750">
              <a:buFont typeface="Arial" panose="020B0604020202020204" pitchFamily="34" charset="0"/>
              <a:buChar char="•"/>
            </a:pPr>
            <a:r>
              <a:rPr lang="en-US" dirty="0">
                <a:latin typeface="Times New Roman" panose="02020603050405020304" pitchFamily="18" charset="0"/>
              </a:rPr>
              <a:t>Video is fun, TikTok shares it with millions of people.</a:t>
            </a:r>
          </a:p>
          <a:p>
            <a:pPr marL="285750" indent="-285750">
              <a:buFont typeface="Arial" panose="020B0604020202020204" pitchFamily="34" charset="0"/>
              <a:buChar char="•"/>
            </a:pPr>
            <a:r>
              <a:rPr lang="en-US" dirty="0">
                <a:latin typeface="Times New Roman" panose="02020603050405020304" pitchFamily="18" charset="0"/>
              </a:rPr>
              <a:t>A normal user can become a global star overnight.</a:t>
            </a:r>
          </a:p>
        </p:txBody>
      </p:sp>
      <p:sp>
        <p:nvSpPr>
          <p:cNvPr id="5" name="TextBox 4">
            <a:extLst>
              <a:ext uri="{FF2B5EF4-FFF2-40B4-BE49-F238E27FC236}">
                <a16:creationId xmlns:a16="http://schemas.microsoft.com/office/drawing/2014/main" id="{1F257DD8-8CAA-B131-53E4-47F37470C296}"/>
              </a:ext>
            </a:extLst>
          </p:cNvPr>
          <p:cNvSpPr txBox="1"/>
          <p:nvPr/>
        </p:nvSpPr>
        <p:spPr>
          <a:xfrm>
            <a:off x="3216531" y="906587"/>
            <a:ext cx="3620756" cy="707886"/>
          </a:xfrm>
          <a:prstGeom prst="rect">
            <a:avLst/>
          </a:prstGeom>
          <a:noFill/>
        </p:spPr>
        <p:txBody>
          <a:bodyPr wrap="square" rtlCol="0">
            <a:spAutoFit/>
          </a:bodyPr>
          <a:lstStyle/>
          <a:p>
            <a:pPr algn="ctr"/>
            <a:r>
              <a:rPr lang="en-US" sz="4000" dirty="0">
                <a:latin typeface="Times New Roman" panose="02020603050405020304" pitchFamily="18" charset="0"/>
              </a:rPr>
              <a:t>Algorithm</a:t>
            </a:r>
          </a:p>
        </p:txBody>
      </p:sp>
      <p:sp>
        <p:nvSpPr>
          <p:cNvPr id="6" name="TextBox 5">
            <a:extLst>
              <a:ext uri="{FF2B5EF4-FFF2-40B4-BE49-F238E27FC236}">
                <a16:creationId xmlns:a16="http://schemas.microsoft.com/office/drawing/2014/main" id="{2785D171-E93B-7158-274B-1BBBFFB16446}"/>
              </a:ext>
            </a:extLst>
          </p:cNvPr>
          <p:cNvSpPr txBox="1"/>
          <p:nvPr/>
        </p:nvSpPr>
        <p:spPr>
          <a:xfrm rot="18951070">
            <a:off x="935183" y="-4261518"/>
            <a:ext cx="6102891" cy="2646878"/>
          </a:xfrm>
          <a:prstGeom prst="rect">
            <a:avLst/>
          </a:prstGeom>
          <a:noFill/>
        </p:spPr>
        <p:txBody>
          <a:bodyPr wrap="square" rtlCol="0">
            <a:spAutoFit/>
          </a:bodyPr>
          <a:lstStyle/>
          <a:p>
            <a:r>
              <a:rPr lang="en-US" sz="2000" b="1" dirty="0">
                <a:latin typeface="Times New Roman" panose="02020603050405020304" pitchFamily="18" charset="0"/>
              </a:rPr>
              <a:t>Currently status</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downloaded app for entertainment globally.</a:t>
            </a:r>
          </a:p>
          <a:p>
            <a:pPr marL="285750" indent="-285750">
              <a:buFont typeface="Arial" panose="020B0604020202020204" pitchFamily="34" charset="0"/>
              <a:buChar char="•"/>
            </a:pPr>
            <a:r>
              <a:rPr lang="en-US" dirty="0">
                <a:latin typeface="Times New Roman" panose="02020603050405020304" pitchFamily="18" charset="0"/>
              </a:rPr>
              <a:t>young people use TikTok more than Google for searching information.</a:t>
            </a:r>
          </a:p>
          <a:p>
            <a:pPr marL="285750" indent="-285750">
              <a:buFont typeface="Arial" panose="020B0604020202020204" pitchFamily="34" charset="0"/>
              <a:buChar char="•"/>
            </a:pPr>
            <a:r>
              <a:rPr lang="en-US" dirty="0">
                <a:latin typeface="Times New Roman" panose="02020603050405020304" pitchFamily="18" charset="0"/>
              </a:rPr>
              <a:t>users spend more daily time on TikTok than on any other social app.</a:t>
            </a:r>
          </a:p>
          <a:p>
            <a:pPr marL="285750" indent="-285750">
              <a:buFont typeface="Arial" panose="020B0604020202020204" pitchFamily="34" charset="0"/>
              <a:buChar char="•"/>
            </a:pPr>
            <a:r>
              <a:rPr lang="en-US" dirty="0">
                <a:latin typeface="Times New Roman" panose="02020603050405020304" pitchFamily="18" charset="0"/>
              </a:rPr>
              <a:t>facing legal challenges and bans in some countries (e.g., USA, Indian).</a:t>
            </a:r>
          </a:p>
        </p:txBody>
      </p:sp>
      <p:sp>
        <p:nvSpPr>
          <p:cNvPr id="8" name="TextBox 7">
            <a:extLst>
              <a:ext uri="{FF2B5EF4-FFF2-40B4-BE49-F238E27FC236}">
                <a16:creationId xmlns:a16="http://schemas.microsoft.com/office/drawing/2014/main" id="{3B590514-F019-4641-ADAF-89F2F888E9F4}"/>
              </a:ext>
            </a:extLst>
          </p:cNvPr>
          <p:cNvSpPr txBox="1"/>
          <p:nvPr/>
        </p:nvSpPr>
        <p:spPr>
          <a:xfrm rot="18486148">
            <a:off x="0" y="-3645965"/>
            <a:ext cx="2376285"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9" name="Rectangle 8">
            <a:extLst>
              <a:ext uri="{FF2B5EF4-FFF2-40B4-BE49-F238E27FC236}">
                <a16:creationId xmlns:a16="http://schemas.microsoft.com/office/drawing/2014/main" id="{6C32F78F-76E1-D7AE-6485-339B4C3F44E4}"/>
              </a:ext>
            </a:extLst>
          </p:cNvPr>
          <p:cNvSpPr/>
          <p:nvPr/>
        </p:nvSpPr>
        <p:spPr>
          <a:xfrm rot="18523012">
            <a:off x="-8288630" y="1556428"/>
            <a:ext cx="4917896" cy="4892546"/>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0" name="Rectangle 9">
            <a:extLst>
              <a:ext uri="{FF2B5EF4-FFF2-40B4-BE49-F238E27FC236}">
                <a16:creationId xmlns:a16="http://schemas.microsoft.com/office/drawing/2014/main" id="{97174BA2-BC5E-8DFF-4B32-C82D300BFB82}"/>
              </a:ext>
            </a:extLst>
          </p:cNvPr>
          <p:cNvSpPr/>
          <p:nvPr/>
        </p:nvSpPr>
        <p:spPr>
          <a:xfrm rot="18523012">
            <a:off x="-8056235" y="-2675150"/>
            <a:ext cx="4917896" cy="489254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1" name="Rectangle 10">
            <a:extLst>
              <a:ext uri="{FF2B5EF4-FFF2-40B4-BE49-F238E27FC236}">
                <a16:creationId xmlns:a16="http://schemas.microsoft.com/office/drawing/2014/main" id="{E73CD7D0-1895-47B5-1351-245E7DD235D5}"/>
              </a:ext>
            </a:extLst>
          </p:cNvPr>
          <p:cNvSpPr/>
          <p:nvPr/>
        </p:nvSpPr>
        <p:spPr>
          <a:xfrm rot="18523012">
            <a:off x="-3541226" y="1674607"/>
            <a:ext cx="1171031" cy="11649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2" name="Rectangle 11">
            <a:extLst>
              <a:ext uri="{FF2B5EF4-FFF2-40B4-BE49-F238E27FC236}">
                <a16:creationId xmlns:a16="http://schemas.microsoft.com/office/drawing/2014/main" id="{7765CAC9-0748-E168-28AB-8EAC36099227}"/>
              </a:ext>
            </a:extLst>
          </p:cNvPr>
          <p:cNvSpPr/>
          <p:nvPr/>
        </p:nvSpPr>
        <p:spPr>
          <a:xfrm rot="18523012">
            <a:off x="-3388535" y="1779860"/>
            <a:ext cx="959436" cy="95449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3" name="Rectangle 12">
            <a:extLst>
              <a:ext uri="{FF2B5EF4-FFF2-40B4-BE49-F238E27FC236}">
                <a16:creationId xmlns:a16="http://schemas.microsoft.com/office/drawing/2014/main" id="{3CF5401C-2EBD-0C48-4699-EE66CF06F9F2}"/>
              </a:ext>
            </a:extLst>
          </p:cNvPr>
          <p:cNvSpPr/>
          <p:nvPr/>
        </p:nvSpPr>
        <p:spPr>
          <a:xfrm rot="18523012">
            <a:off x="-5097708" y="3145746"/>
            <a:ext cx="1907311" cy="189748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sp>
        <p:nvSpPr>
          <p:cNvPr id="14" name="Rectangle 13">
            <a:extLst>
              <a:ext uri="{FF2B5EF4-FFF2-40B4-BE49-F238E27FC236}">
                <a16:creationId xmlns:a16="http://schemas.microsoft.com/office/drawing/2014/main" id="{EB5F8FE4-D219-1B21-1898-F448F60F5F7A}"/>
              </a:ext>
            </a:extLst>
          </p:cNvPr>
          <p:cNvSpPr/>
          <p:nvPr/>
        </p:nvSpPr>
        <p:spPr>
          <a:xfrm rot="18523012">
            <a:off x="-6953744" y="2225766"/>
            <a:ext cx="3621164" cy="3602499"/>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5" name="Rectangle 14">
            <a:extLst>
              <a:ext uri="{FF2B5EF4-FFF2-40B4-BE49-F238E27FC236}">
                <a16:creationId xmlns:a16="http://schemas.microsoft.com/office/drawing/2014/main" id="{CF8DFA5A-B15C-C91C-8239-022B7B4F9679}"/>
              </a:ext>
            </a:extLst>
          </p:cNvPr>
          <p:cNvSpPr/>
          <p:nvPr/>
        </p:nvSpPr>
        <p:spPr>
          <a:xfrm rot="18523012">
            <a:off x="-7088413" y="2270530"/>
            <a:ext cx="3621164" cy="3602499"/>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6" name="Rectangle 15">
            <a:extLst>
              <a:ext uri="{FF2B5EF4-FFF2-40B4-BE49-F238E27FC236}">
                <a16:creationId xmlns:a16="http://schemas.microsoft.com/office/drawing/2014/main" id="{EA5FBF76-7737-A9BB-634A-AC864340865B}"/>
              </a:ext>
            </a:extLst>
          </p:cNvPr>
          <p:cNvSpPr/>
          <p:nvPr/>
        </p:nvSpPr>
        <p:spPr>
          <a:xfrm rot="18523012">
            <a:off x="-8963933" y="5295537"/>
            <a:ext cx="2307541" cy="229564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7" name="Rectangle 16">
            <a:extLst>
              <a:ext uri="{FF2B5EF4-FFF2-40B4-BE49-F238E27FC236}">
                <a16:creationId xmlns:a16="http://schemas.microsoft.com/office/drawing/2014/main" id="{1DD7AB4E-7BB6-D58C-E49D-7FE7BE747527}"/>
              </a:ext>
            </a:extLst>
          </p:cNvPr>
          <p:cNvSpPr/>
          <p:nvPr/>
        </p:nvSpPr>
        <p:spPr>
          <a:xfrm rot="18523012">
            <a:off x="-8709250" y="5599153"/>
            <a:ext cx="1696627" cy="1687883"/>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8" name="TextBox 17">
            <a:extLst>
              <a:ext uri="{FF2B5EF4-FFF2-40B4-BE49-F238E27FC236}">
                <a16:creationId xmlns:a16="http://schemas.microsoft.com/office/drawing/2014/main" id="{E88BD32E-D5C3-0100-9060-7BD2A0D29EFF}"/>
              </a:ext>
            </a:extLst>
          </p:cNvPr>
          <p:cNvSpPr txBox="1"/>
          <p:nvPr/>
        </p:nvSpPr>
        <p:spPr>
          <a:xfrm>
            <a:off x="-17096988" y="3809283"/>
            <a:ext cx="6028290" cy="1815882"/>
          </a:xfrm>
          <a:prstGeom prst="rect">
            <a:avLst/>
          </a:prstGeom>
          <a:noFill/>
        </p:spPr>
        <p:txBody>
          <a:bodyPr wrap="square" rtlCol="0">
            <a:spAutoFit/>
          </a:bodyPr>
          <a:lstStyle/>
          <a:p>
            <a:r>
              <a:rPr lang="en-US" sz="2000" b="1" dirty="0">
                <a:latin typeface="Times New Roman" panose="02020603050405020304" pitchFamily="18" charset="0"/>
              </a:rPr>
              <a:t>Secret Weapon (AI)</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tracks user likes and skipped content.</a:t>
            </a:r>
          </a:p>
          <a:p>
            <a:pPr marL="285750" indent="-285750">
              <a:buFont typeface="Arial" panose="020B0604020202020204" pitchFamily="34" charset="0"/>
              <a:buChar char="•"/>
            </a:pPr>
            <a:r>
              <a:rPr lang="en-US" dirty="0">
                <a:latin typeface="Times New Roman" panose="02020603050405020304" pitchFamily="18" charset="0"/>
              </a:rPr>
              <a:t>learns people’s hobbies and interests in just a few minutes.</a:t>
            </a:r>
          </a:p>
          <a:p>
            <a:pPr marL="285750" indent="-285750">
              <a:buFont typeface="Arial" panose="020B0604020202020204" pitchFamily="34" charset="0"/>
              <a:buChar char="•"/>
            </a:pPr>
            <a:r>
              <a:rPr lang="en-US" dirty="0">
                <a:latin typeface="Times New Roman" panose="02020603050405020304" pitchFamily="18" charset="0"/>
              </a:rPr>
              <a:t>shows great videos so viewers never get bored.</a:t>
            </a:r>
          </a:p>
          <a:p>
            <a:pPr marL="285750" indent="-285750">
              <a:buFont typeface="Arial" panose="020B0604020202020204" pitchFamily="34" charset="0"/>
              <a:buChar char="•"/>
            </a:pPr>
            <a:r>
              <a:rPr lang="en-US" dirty="0">
                <a:latin typeface="Times New Roman" panose="02020603050405020304" pitchFamily="18" charset="0"/>
              </a:rPr>
              <a:t>AI technology is the reason why TikTok is the 1 app.</a:t>
            </a:r>
          </a:p>
        </p:txBody>
      </p:sp>
      <p:sp>
        <p:nvSpPr>
          <p:cNvPr id="19" name="TextBox 18">
            <a:extLst>
              <a:ext uri="{FF2B5EF4-FFF2-40B4-BE49-F238E27FC236}">
                <a16:creationId xmlns:a16="http://schemas.microsoft.com/office/drawing/2014/main" id="{15B3941A-8576-7E64-FCF3-8E289D5E1A4F}"/>
              </a:ext>
            </a:extLst>
          </p:cNvPr>
          <p:cNvSpPr txBox="1"/>
          <p:nvPr/>
        </p:nvSpPr>
        <p:spPr>
          <a:xfrm>
            <a:off x="-17016748" y="1751246"/>
            <a:ext cx="4176340"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20" name="TextBox 19">
            <a:extLst>
              <a:ext uri="{FF2B5EF4-FFF2-40B4-BE49-F238E27FC236}">
                <a16:creationId xmlns:a16="http://schemas.microsoft.com/office/drawing/2014/main" id="{52C7171B-952C-95C3-81D8-789B495BF3B8}"/>
              </a:ext>
            </a:extLst>
          </p:cNvPr>
          <p:cNvSpPr txBox="1"/>
          <p:nvPr/>
        </p:nvSpPr>
        <p:spPr>
          <a:xfrm>
            <a:off x="-18083851" y="2929908"/>
            <a:ext cx="911687" cy="3046988"/>
          </a:xfrm>
          <a:prstGeom prst="rect">
            <a:avLst/>
          </a:prstGeom>
          <a:noFill/>
          <a:effectLst>
            <a:outerShdw blurRad="50800" dist="50800" dir="3600000" algn="ctr" rotWithShape="0">
              <a:srgbClr val="000000">
                <a:alpha val="98000"/>
              </a:srgbClr>
            </a:outerShdw>
          </a:effectLst>
        </p:spPr>
        <p:txBody>
          <a:bodyPr wrap="square" rtlCol="0">
            <a:spAutoFit/>
          </a:bodyPr>
          <a:lstStyle/>
          <a:p>
            <a:r>
              <a:rPr lang="en-US" sz="3200" b="1" dirty="0">
                <a:solidFill>
                  <a:srgbClr val="FFC000"/>
                </a:solidFill>
                <a:latin typeface="Times New Roman" panose="02020603050405020304" pitchFamily="18" charset="0"/>
              </a:rPr>
              <a:t>S</a:t>
            </a:r>
          </a:p>
          <a:p>
            <a:r>
              <a:rPr lang="en-US" sz="3200" b="1" dirty="0">
                <a:solidFill>
                  <a:srgbClr val="FFC000"/>
                </a:solidFill>
                <a:latin typeface="Times New Roman" panose="02020603050405020304" pitchFamily="18" charset="0"/>
              </a:rPr>
              <a:t>E</a:t>
            </a:r>
          </a:p>
          <a:p>
            <a:r>
              <a:rPr lang="en-US" sz="3200" b="1" dirty="0">
                <a:solidFill>
                  <a:srgbClr val="FFC000"/>
                </a:solidFill>
                <a:latin typeface="Times New Roman" panose="02020603050405020304" pitchFamily="18" charset="0"/>
              </a:rPr>
              <a:t>C</a:t>
            </a:r>
          </a:p>
          <a:p>
            <a:r>
              <a:rPr lang="en-US" sz="3200" b="1" dirty="0">
                <a:solidFill>
                  <a:srgbClr val="FFC000"/>
                </a:solidFill>
                <a:latin typeface="Times New Roman" panose="02020603050405020304" pitchFamily="18" charset="0"/>
              </a:rPr>
              <a:t>R</a:t>
            </a:r>
          </a:p>
          <a:p>
            <a:r>
              <a:rPr lang="en-US" sz="3200" b="1" dirty="0">
                <a:solidFill>
                  <a:srgbClr val="FFC000"/>
                </a:solidFill>
                <a:latin typeface="Times New Roman" panose="02020603050405020304" pitchFamily="18" charset="0"/>
              </a:rPr>
              <a:t>E</a:t>
            </a:r>
          </a:p>
          <a:p>
            <a:r>
              <a:rPr lang="en-US" sz="3200" b="1" dirty="0">
                <a:solidFill>
                  <a:srgbClr val="FFC000"/>
                </a:solidFill>
                <a:latin typeface="Times New Roman" panose="02020603050405020304" pitchFamily="18" charset="0"/>
              </a:rPr>
              <a:t>T</a:t>
            </a:r>
          </a:p>
        </p:txBody>
      </p:sp>
    </p:spTree>
    <p:extLst>
      <p:ext uri="{BB962C8B-B14F-4D97-AF65-F5344CB8AC3E}">
        <p14:creationId xmlns:p14="http://schemas.microsoft.com/office/powerpoint/2010/main" val="32671871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E9EFC-D88F-C8ED-7C55-25EB9551B3D5}"/>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EF1A4FDC-FC3D-142A-B788-6271AB4DDEEF}"/>
              </a:ext>
            </a:extLst>
          </p:cNvPr>
          <p:cNvSpPr/>
          <p:nvPr/>
        </p:nvSpPr>
        <p:spPr>
          <a:xfrm rot="18523012">
            <a:off x="17547998" y="1556086"/>
            <a:ext cx="4794326" cy="4769613"/>
          </a:xfrm>
          <a:prstGeom prst="rect">
            <a:avLst/>
          </a:prstGeom>
          <a:solidFill>
            <a:srgbClr val="FFC000"/>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 name="TextBox 3">
            <a:extLst>
              <a:ext uri="{FF2B5EF4-FFF2-40B4-BE49-F238E27FC236}">
                <a16:creationId xmlns:a16="http://schemas.microsoft.com/office/drawing/2014/main" id="{F1E7B6D4-5993-3935-0EB1-BEC851ECE369}"/>
              </a:ext>
            </a:extLst>
          </p:cNvPr>
          <p:cNvSpPr txBox="1"/>
          <p:nvPr/>
        </p:nvSpPr>
        <p:spPr>
          <a:xfrm>
            <a:off x="5336292" y="3809283"/>
            <a:ext cx="6028290" cy="1815882"/>
          </a:xfrm>
          <a:prstGeom prst="rect">
            <a:avLst/>
          </a:prstGeom>
          <a:noFill/>
        </p:spPr>
        <p:txBody>
          <a:bodyPr wrap="square" rtlCol="0">
            <a:spAutoFit/>
          </a:bodyPr>
          <a:lstStyle/>
          <a:p>
            <a:r>
              <a:rPr lang="en-US" sz="2000" b="1" dirty="0">
                <a:latin typeface="Times New Roman" panose="02020603050405020304" pitchFamily="18" charset="0"/>
              </a:rPr>
              <a:t>Secret Weapon (AI)</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tracks user likes and skipped content.</a:t>
            </a:r>
          </a:p>
          <a:p>
            <a:pPr marL="285750" indent="-285750">
              <a:buFont typeface="Arial" panose="020B0604020202020204" pitchFamily="34" charset="0"/>
              <a:buChar char="•"/>
            </a:pPr>
            <a:r>
              <a:rPr lang="en-US" dirty="0">
                <a:latin typeface="Times New Roman" panose="02020603050405020304" pitchFamily="18" charset="0"/>
              </a:rPr>
              <a:t>learns people’s hobbies and interests in just a few minutes.</a:t>
            </a:r>
          </a:p>
          <a:p>
            <a:pPr marL="285750" indent="-285750">
              <a:buFont typeface="Arial" panose="020B0604020202020204" pitchFamily="34" charset="0"/>
              <a:buChar char="•"/>
            </a:pPr>
            <a:r>
              <a:rPr lang="en-US" dirty="0">
                <a:latin typeface="Times New Roman" panose="02020603050405020304" pitchFamily="18" charset="0"/>
              </a:rPr>
              <a:t>shows great videos so viewers never get bored.</a:t>
            </a:r>
          </a:p>
          <a:p>
            <a:pPr marL="285750" indent="-285750">
              <a:buFont typeface="Arial" panose="020B0604020202020204" pitchFamily="34" charset="0"/>
              <a:buChar char="•"/>
            </a:pPr>
            <a:r>
              <a:rPr lang="en-US" dirty="0">
                <a:latin typeface="Times New Roman" panose="02020603050405020304" pitchFamily="18" charset="0"/>
              </a:rPr>
              <a:t>AI technology is the reason why TikTok is the 1 app.</a:t>
            </a:r>
          </a:p>
        </p:txBody>
      </p:sp>
      <p:sp>
        <p:nvSpPr>
          <p:cNvPr id="5" name="TextBox 4">
            <a:extLst>
              <a:ext uri="{FF2B5EF4-FFF2-40B4-BE49-F238E27FC236}">
                <a16:creationId xmlns:a16="http://schemas.microsoft.com/office/drawing/2014/main" id="{DA1C9B22-6CEC-62AC-DC27-55B2BC208771}"/>
              </a:ext>
            </a:extLst>
          </p:cNvPr>
          <p:cNvSpPr txBox="1"/>
          <p:nvPr/>
        </p:nvSpPr>
        <p:spPr>
          <a:xfrm>
            <a:off x="5416532" y="1751246"/>
            <a:ext cx="4176340"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2" name="Rectangle 1">
            <a:extLst>
              <a:ext uri="{FF2B5EF4-FFF2-40B4-BE49-F238E27FC236}">
                <a16:creationId xmlns:a16="http://schemas.microsoft.com/office/drawing/2014/main" id="{6C27BC2E-BDF6-9A18-840A-2E8454730E64}"/>
              </a:ext>
            </a:extLst>
          </p:cNvPr>
          <p:cNvSpPr/>
          <p:nvPr/>
        </p:nvSpPr>
        <p:spPr>
          <a:xfrm rot="18523012">
            <a:off x="-2405990" y="1556428"/>
            <a:ext cx="4917896" cy="4892546"/>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 name="Rectangle 2">
            <a:extLst>
              <a:ext uri="{FF2B5EF4-FFF2-40B4-BE49-F238E27FC236}">
                <a16:creationId xmlns:a16="http://schemas.microsoft.com/office/drawing/2014/main" id="{65356F69-628D-8604-D4C1-375EBE8FBCCF}"/>
              </a:ext>
            </a:extLst>
          </p:cNvPr>
          <p:cNvSpPr/>
          <p:nvPr/>
        </p:nvSpPr>
        <p:spPr>
          <a:xfrm rot="18523012">
            <a:off x="428926" y="-2675150"/>
            <a:ext cx="4917896" cy="489254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6" name="Rectangle 5">
            <a:extLst>
              <a:ext uri="{FF2B5EF4-FFF2-40B4-BE49-F238E27FC236}">
                <a16:creationId xmlns:a16="http://schemas.microsoft.com/office/drawing/2014/main" id="{034F7634-C819-64BB-F9CF-425FD2DA6FEB}"/>
              </a:ext>
            </a:extLst>
          </p:cNvPr>
          <p:cNvSpPr/>
          <p:nvPr/>
        </p:nvSpPr>
        <p:spPr>
          <a:xfrm rot="18523012">
            <a:off x="1309786" y="1674607"/>
            <a:ext cx="1171031" cy="11649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7" name="Rectangle 6">
            <a:extLst>
              <a:ext uri="{FF2B5EF4-FFF2-40B4-BE49-F238E27FC236}">
                <a16:creationId xmlns:a16="http://schemas.microsoft.com/office/drawing/2014/main" id="{654D77E7-A758-024F-FB22-2B08A554735D}"/>
              </a:ext>
            </a:extLst>
          </p:cNvPr>
          <p:cNvSpPr/>
          <p:nvPr/>
        </p:nvSpPr>
        <p:spPr>
          <a:xfrm rot="18523012">
            <a:off x="1415583" y="1779860"/>
            <a:ext cx="959436" cy="95449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9" name="Rectangle 8">
            <a:extLst>
              <a:ext uri="{FF2B5EF4-FFF2-40B4-BE49-F238E27FC236}">
                <a16:creationId xmlns:a16="http://schemas.microsoft.com/office/drawing/2014/main" id="{62E4A88B-AB25-CC12-3ACC-5493D8402266}"/>
              </a:ext>
            </a:extLst>
          </p:cNvPr>
          <p:cNvSpPr/>
          <p:nvPr/>
        </p:nvSpPr>
        <p:spPr>
          <a:xfrm rot="18523012">
            <a:off x="-1606576" y="3145746"/>
            <a:ext cx="1907311" cy="189748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sp>
        <p:nvSpPr>
          <p:cNvPr id="10" name="Rectangle 9">
            <a:extLst>
              <a:ext uri="{FF2B5EF4-FFF2-40B4-BE49-F238E27FC236}">
                <a16:creationId xmlns:a16="http://schemas.microsoft.com/office/drawing/2014/main" id="{2E5C6B74-B245-71CC-44A1-9B7512FB0229}"/>
              </a:ext>
            </a:extLst>
          </p:cNvPr>
          <p:cNvSpPr/>
          <p:nvPr/>
        </p:nvSpPr>
        <p:spPr>
          <a:xfrm rot="18523012">
            <a:off x="-2266858" y="2225766"/>
            <a:ext cx="3621164" cy="3602499"/>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1" name="Rectangle 10">
            <a:extLst>
              <a:ext uri="{FF2B5EF4-FFF2-40B4-BE49-F238E27FC236}">
                <a16:creationId xmlns:a16="http://schemas.microsoft.com/office/drawing/2014/main" id="{A269590D-C50D-54F2-9D86-B365B3598AE9}"/>
              </a:ext>
            </a:extLst>
          </p:cNvPr>
          <p:cNvSpPr/>
          <p:nvPr/>
        </p:nvSpPr>
        <p:spPr>
          <a:xfrm rot="18523012">
            <a:off x="-2753218" y="2270530"/>
            <a:ext cx="3621164" cy="3602499"/>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3" name="Rectangle 12">
            <a:extLst>
              <a:ext uri="{FF2B5EF4-FFF2-40B4-BE49-F238E27FC236}">
                <a16:creationId xmlns:a16="http://schemas.microsoft.com/office/drawing/2014/main" id="{AE303223-B67C-F560-1DC5-F8AC7626A452}"/>
              </a:ext>
            </a:extLst>
          </p:cNvPr>
          <p:cNvSpPr/>
          <p:nvPr/>
        </p:nvSpPr>
        <p:spPr>
          <a:xfrm rot="18523012">
            <a:off x="810765" y="5295537"/>
            <a:ext cx="2307541" cy="229564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4" name="Rectangle 13">
            <a:extLst>
              <a:ext uri="{FF2B5EF4-FFF2-40B4-BE49-F238E27FC236}">
                <a16:creationId xmlns:a16="http://schemas.microsoft.com/office/drawing/2014/main" id="{8900FB58-A1D8-F0C3-9731-4B6A686B0625}"/>
              </a:ext>
            </a:extLst>
          </p:cNvPr>
          <p:cNvSpPr/>
          <p:nvPr/>
        </p:nvSpPr>
        <p:spPr>
          <a:xfrm rot="18523012">
            <a:off x="1112342" y="5599153"/>
            <a:ext cx="1696627" cy="1687883"/>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8" name="TextBox 17">
            <a:extLst>
              <a:ext uri="{FF2B5EF4-FFF2-40B4-BE49-F238E27FC236}">
                <a16:creationId xmlns:a16="http://schemas.microsoft.com/office/drawing/2014/main" id="{0A3AB4D3-1984-F5C6-404A-12D71468DE63}"/>
              </a:ext>
            </a:extLst>
          </p:cNvPr>
          <p:cNvSpPr txBox="1"/>
          <p:nvPr/>
        </p:nvSpPr>
        <p:spPr>
          <a:xfrm>
            <a:off x="4349429" y="2929908"/>
            <a:ext cx="911687" cy="3046988"/>
          </a:xfrm>
          <a:prstGeom prst="rect">
            <a:avLst/>
          </a:prstGeom>
          <a:noFill/>
          <a:effectLst>
            <a:outerShdw blurRad="50800" dist="50800" dir="3600000" algn="ctr" rotWithShape="0">
              <a:srgbClr val="000000">
                <a:alpha val="98000"/>
              </a:srgbClr>
            </a:outerShdw>
          </a:effectLst>
        </p:spPr>
        <p:txBody>
          <a:bodyPr wrap="square" rtlCol="0">
            <a:spAutoFit/>
          </a:bodyPr>
          <a:lstStyle/>
          <a:p>
            <a:r>
              <a:rPr lang="en-US" sz="3200" b="1" dirty="0">
                <a:solidFill>
                  <a:srgbClr val="FFC000"/>
                </a:solidFill>
                <a:latin typeface="Times New Roman" panose="02020603050405020304" pitchFamily="18" charset="0"/>
              </a:rPr>
              <a:t>S</a:t>
            </a:r>
          </a:p>
          <a:p>
            <a:r>
              <a:rPr lang="en-US" sz="3200" b="1" dirty="0">
                <a:solidFill>
                  <a:srgbClr val="FFC000"/>
                </a:solidFill>
                <a:latin typeface="Times New Roman" panose="02020603050405020304" pitchFamily="18" charset="0"/>
              </a:rPr>
              <a:t>E</a:t>
            </a:r>
          </a:p>
          <a:p>
            <a:r>
              <a:rPr lang="en-US" sz="3200" b="1" dirty="0">
                <a:solidFill>
                  <a:srgbClr val="FFC000"/>
                </a:solidFill>
                <a:latin typeface="Times New Roman" panose="02020603050405020304" pitchFamily="18" charset="0"/>
              </a:rPr>
              <a:t>C</a:t>
            </a:r>
          </a:p>
          <a:p>
            <a:r>
              <a:rPr lang="en-US" sz="3200" b="1" dirty="0">
                <a:solidFill>
                  <a:srgbClr val="FFC000"/>
                </a:solidFill>
                <a:latin typeface="Times New Roman" panose="02020603050405020304" pitchFamily="18" charset="0"/>
              </a:rPr>
              <a:t>R</a:t>
            </a:r>
          </a:p>
          <a:p>
            <a:r>
              <a:rPr lang="en-US" sz="3200" b="1" dirty="0">
                <a:solidFill>
                  <a:srgbClr val="FFC000"/>
                </a:solidFill>
                <a:latin typeface="Times New Roman" panose="02020603050405020304" pitchFamily="18" charset="0"/>
              </a:rPr>
              <a:t>E</a:t>
            </a:r>
          </a:p>
          <a:p>
            <a:r>
              <a:rPr lang="en-US" sz="3200" b="1" dirty="0">
                <a:solidFill>
                  <a:srgbClr val="FFC000"/>
                </a:solidFill>
                <a:latin typeface="Times New Roman" panose="02020603050405020304" pitchFamily="18" charset="0"/>
              </a:rPr>
              <a:t>T</a:t>
            </a:r>
          </a:p>
        </p:txBody>
      </p:sp>
      <p:sp>
        <p:nvSpPr>
          <p:cNvPr id="19" name="Rectangle: Rounded Corners 18">
            <a:extLst>
              <a:ext uri="{FF2B5EF4-FFF2-40B4-BE49-F238E27FC236}">
                <a16:creationId xmlns:a16="http://schemas.microsoft.com/office/drawing/2014/main" id="{200F24F1-929B-92AB-54E4-6736F53458C5}"/>
              </a:ext>
            </a:extLst>
          </p:cNvPr>
          <p:cNvSpPr/>
          <p:nvPr/>
        </p:nvSpPr>
        <p:spPr>
          <a:xfrm>
            <a:off x="11893328" y="0"/>
            <a:ext cx="11118598" cy="6858000"/>
          </a:xfrm>
          <a:prstGeom prst="roundRect">
            <a:avLst>
              <a:gd name="adj" fmla="val 4099"/>
            </a:avLst>
          </a:prstGeom>
          <a:solidFill>
            <a:srgbClr val="FFC000"/>
          </a:solidFill>
          <a:ln>
            <a:noFill/>
          </a:ln>
          <a:effectLst>
            <a:outerShdw blurRad="127000" dist="50800" dir="5400000" algn="ctr" rotWithShape="0">
              <a:srgbClr val="000000">
                <a:alpha val="8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0" name="Rectangle: Rounded Corners 19">
            <a:extLst>
              <a:ext uri="{FF2B5EF4-FFF2-40B4-BE49-F238E27FC236}">
                <a16:creationId xmlns:a16="http://schemas.microsoft.com/office/drawing/2014/main" id="{F4474878-D8A5-2FF4-2EBE-A986952088D2}"/>
              </a:ext>
            </a:extLst>
          </p:cNvPr>
          <p:cNvSpPr/>
          <p:nvPr/>
        </p:nvSpPr>
        <p:spPr>
          <a:xfrm rot="5400000">
            <a:off x="13505593" y="3459142"/>
            <a:ext cx="2047912" cy="76655"/>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sp>
        <p:nvSpPr>
          <p:cNvPr id="21" name="TextBox 20">
            <a:extLst>
              <a:ext uri="{FF2B5EF4-FFF2-40B4-BE49-F238E27FC236}">
                <a16:creationId xmlns:a16="http://schemas.microsoft.com/office/drawing/2014/main" id="{C6D8E13B-131F-5564-81D4-0505FDDB3A77}"/>
              </a:ext>
            </a:extLst>
          </p:cNvPr>
          <p:cNvSpPr txBox="1"/>
          <p:nvPr/>
        </p:nvSpPr>
        <p:spPr>
          <a:xfrm>
            <a:off x="15574661" y="2521059"/>
            <a:ext cx="6289635" cy="1815882"/>
          </a:xfrm>
          <a:prstGeom prst="rect">
            <a:avLst/>
          </a:prstGeom>
          <a:noFill/>
        </p:spPr>
        <p:txBody>
          <a:bodyPr wrap="square" rtlCol="0">
            <a:spAutoFit/>
          </a:bodyPr>
          <a:lstStyle/>
          <a:p>
            <a:r>
              <a:rPr lang="en-US" sz="2000" b="1" dirty="0">
                <a:latin typeface="Times New Roman" panose="02020603050405020304" pitchFamily="18" charset="0"/>
              </a:rPr>
              <a:t>Magic of Viral Videos</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"For You Page" shows exactly what users love to watch.</a:t>
            </a:r>
          </a:p>
          <a:p>
            <a:pPr marL="285750" indent="-285750">
              <a:buFont typeface="Arial" panose="020B0604020202020204" pitchFamily="34" charset="0"/>
              <a:buChar char="•"/>
            </a:pPr>
            <a:r>
              <a:rPr lang="en-US" dirty="0">
                <a:latin typeface="Times New Roman" panose="02020603050405020304" pitchFamily="18" charset="0"/>
              </a:rPr>
              <a:t>A user doesn't need to be famous or have followers to go viral.</a:t>
            </a:r>
          </a:p>
          <a:p>
            <a:pPr marL="285750" indent="-285750">
              <a:buFont typeface="Arial" panose="020B0604020202020204" pitchFamily="34" charset="0"/>
              <a:buChar char="•"/>
            </a:pPr>
            <a:r>
              <a:rPr lang="en-US" dirty="0">
                <a:latin typeface="Times New Roman" panose="02020603050405020304" pitchFamily="18" charset="0"/>
              </a:rPr>
              <a:t>Video is fun, TikTok shares it with millions of people.</a:t>
            </a:r>
          </a:p>
          <a:p>
            <a:pPr marL="285750" indent="-285750">
              <a:buFont typeface="Arial" panose="020B0604020202020204" pitchFamily="34" charset="0"/>
              <a:buChar char="•"/>
            </a:pPr>
            <a:r>
              <a:rPr lang="en-US" dirty="0">
                <a:latin typeface="Times New Roman" panose="02020603050405020304" pitchFamily="18" charset="0"/>
              </a:rPr>
              <a:t>A normal user can become a global star overnight.</a:t>
            </a:r>
          </a:p>
        </p:txBody>
      </p:sp>
      <p:sp>
        <p:nvSpPr>
          <p:cNvPr id="22" name="TextBox 21">
            <a:extLst>
              <a:ext uri="{FF2B5EF4-FFF2-40B4-BE49-F238E27FC236}">
                <a16:creationId xmlns:a16="http://schemas.microsoft.com/office/drawing/2014/main" id="{6E263833-C523-CD90-101E-6CBD406D1B8B}"/>
              </a:ext>
            </a:extLst>
          </p:cNvPr>
          <p:cNvSpPr txBox="1"/>
          <p:nvPr/>
        </p:nvSpPr>
        <p:spPr>
          <a:xfrm>
            <a:off x="16909100" y="906587"/>
            <a:ext cx="3620756" cy="707886"/>
          </a:xfrm>
          <a:prstGeom prst="rect">
            <a:avLst/>
          </a:prstGeom>
          <a:noFill/>
        </p:spPr>
        <p:txBody>
          <a:bodyPr wrap="square" rtlCol="0">
            <a:spAutoFit/>
          </a:bodyPr>
          <a:lstStyle/>
          <a:p>
            <a:pPr algn="ctr"/>
            <a:r>
              <a:rPr lang="en-US" sz="4000" dirty="0">
                <a:latin typeface="Times New Roman" panose="02020603050405020304" pitchFamily="18" charset="0"/>
              </a:rPr>
              <a:t>Algorithm</a:t>
            </a:r>
          </a:p>
        </p:txBody>
      </p:sp>
      <p:grpSp>
        <p:nvGrpSpPr>
          <p:cNvPr id="23" name="Group 22">
            <a:extLst>
              <a:ext uri="{FF2B5EF4-FFF2-40B4-BE49-F238E27FC236}">
                <a16:creationId xmlns:a16="http://schemas.microsoft.com/office/drawing/2014/main" id="{EB549808-1FC8-863E-38AF-6913D9876DEE}"/>
              </a:ext>
            </a:extLst>
          </p:cNvPr>
          <p:cNvGrpSpPr/>
          <p:nvPr/>
        </p:nvGrpSpPr>
        <p:grpSpPr>
          <a:xfrm>
            <a:off x="16144407" y="2975939"/>
            <a:ext cx="524354" cy="785676"/>
            <a:chOff x="3534316" y="5624115"/>
            <a:chExt cx="1810026" cy="2712088"/>
          </a:xfrm>
        </p:grpSpPr>
        <p:sp>
          <p:nvSpPr>
            <p:cNvPr id="24" name="Rectangle 23">
              <a:extLst>
                <a:ext uri="{FF2B5EF4-FFF2-40B4-BE49-F238E27FC236}">
                  <a16:creationId xmlns:a16="http://schemas.microsoft.com/office/drawing/2014/main" id="{71BB1049-C09B-D9DA-5C0F-A1E44D4FE7EF}"/>
                </a:ext>
              </a:extLst>
            </p:cNvPr>
            <p:cNvSpPr/>
            <p:nvPr/>
          </p:nvSpPr>
          <p:spPr>
            <a:xfrm rot="18523012">
              <a:off x="3529944" y="5628487"/>
              <a:ext cx="1696627" cy="1687883"/>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5" name="Rectangle 24">
              <a:extLst>
                <a:ext uri="{FF2B5EF4-FFF2-40B4-BE49-F238E27FC236}">
                  <a16:creationId xmlns:a16="http://schemas.microsoft.com/office/drawing/2014/main" id="{CD4BE53A-9E05-F90F-7B3A-1B95CDA10975}"/>
                </a:ext>
              </a:extLst>
            </p:cNvPr>
            <p:cNvSpPr/>
            <p:nvPr/>
          </p:nvSpPr>
          <p:spPr>
            <a:xfrm rot="18523012">
              <a:off x="3652087" y="6643948"/>
              <a:ext cx="1696627" cy="16878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grpSp>
        <p:nvGrpSpPr>
          <p:cNvPr id="26" name="Group 25">
            <a:extLst>
              <a:ext uri="{FF2B5EF4-FFF2-40B4-BE49-F238E27FC236}">
                <a16:creationId xmlns:a16="http://schemas.microsoft.com/office/drawing/2014/main" id="{585FE7DD-7A1C-5456-3A1D-6C27805D8A27}"/>
              </a:ext>
            </a:extLst>
          </p:cNvPr>
          <p:cNvGrpSpPr/>
          <p:nvPr/>
        </p:nvGrpSpPr>
        <p:grpSpPr>
          <a:xfrm>
            <a:off x="16295797" y="5253338"/>
            <a:ext cx="627539" cy="491503"/>
            <a:chOff x="3296276" y="5129122"/>
            <a:chExt cx="627539" cy="491503"/>
          </a:xfrm>
        </p:grpSpPr>
        <p:sp>
          <p:nvSpPr>
            <p:cNvPr id="27" name="Rectangle 26">
              <a:extLst>
                <a:ext uri="{FF2B5EF4-FFF2-40B4-BE49-F238E27FC236}">
                  <a16:creationId xmlns:a16="http://schemas.microsoft.com/office/drawing/2014/main" id="{30899D26-7E42-8B85-FC82-69D21C247319}"/>
                </a:ext>
              </a:extLst>
            </p:cNvPr>
            <p:cNvSpPr/>
            <p:nvPr/>
          </p:nvSpPr>
          <p:spPr>
            <a:xfrm rot="18523012">
              <a:off x="3433578" y="5130389"/>
              <a:ext cx="491503" cy="48897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8" name="Rectangle 27">
              <a:extLst>
                <a:ext uri="{FF2B5EF4-FFF2-40B4-BE49-F238E27FC236}">
                  <a16:creationId xmlns:a16="http://schemas.microsoft.com/office/drawing/2014/main" id="{6242752C-4BF3-0B9E-3872-0DA18D443888}"/>
                </a:ext>
              </a:extLst>
            </p:cNvPr>
            <p:cNvSpPr/>
            <p:nvPr/>
          </p:nvSpPr>
          <p:spPr>
            <a:xfrm rot="18523012">
              <a:off x="3295009" y="5130389"/>
              <a:ext cx="491503" cy="48897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grpSp>
        <p:nvGrpSpPr>
          <p:cNvPr id="29" name="Group 28">
            <a:extLst>
              <a:ext uri="{FF2B5EF4-FFF2-40B4-BE49-F238E27FC236}">
                <a16:creationId xmlns:a16="http://schemas.microsoft.com/office/drawing/2014/main" id="{C78A2804-3164-B084-C4A8-8BE576B64F23}"/>
              </a:ext>
            </a:extLst>
          </p:cNvPr>
          <p:cNvGrpSpPr/>
          <p:nvPr/>
        </p:nvGrpSpPr>
        <p:grpSpPr>
          <a:xfrm>
            <a:off x="17023320" y="727739"/>
            <a:ext cx="277152" cy="217072"/>
            <a:chOff x="3296276" y="5129122"/>
            <a:chExt cx="627539" cy="491503"/>
          </a:xfrm>
        </p:grpSpPr>
        <p:sp>
          <p:nvSpPr>
            <p:cNvPr id="30" name="Rectangle 29">
              <a:extLst>
                <a:ext uri="{FF2B5EF4-FFF2-40B4-BE49-F238E27FC236}">
                  <a16:creationId xmlns:a16="http://schemas.microsoft.com/office/drawing/2014/main" id="{0A9F77BA-2241-F231-3486-343AAA4310BB}"/>
                </a:ext>
              </a:extLst>
            </p:cNvPr>
            <p:cNvSpPr/>
            <p:nvPr/>
          </p:nvSpPr>
          <p:spPr>
            <a:xfrm rot="18523012">
              <a:off x="3433578" y="5130389"/>
              <a:ext cx="491503" cy="48897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1" name="Rectangle 30">
              <a:extLst>
                <a:ext uri="{FF2B5EF4-FFF2-40B4-BE49-F238E27FC236}">
                  <a16:creationId xmlns:a16="http://schemas.microsoft.com/office/drawing/2014/main" id="{1557BB88-E34E-0226-1F79-1359DFA58C60}"/>
                </a:ext>
              </a:extLst>
            </p:cNvPr>
            <p:cNvSpPr/>
            <p:nvPr/>
          </p:nvSpPr>
          <p:spPr>
            <a:xfrm rot="18523012">
              <a:off x="3295009" y="5130389"/>
              <a:ext cx="491503" cy="48897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sp>
        <p:nvSpPr>
          <p:cNvPr id="33" name="Rectangle 32">
            <a:extLst>
              <a:ext uri="{FF2B5EF4-FFF2-40B4-BE49-F238E27FC236}">
                <a16:creationId xmlns:a16="http://schemas.microsoft.com/office/drawing/2014/main" id="{527F26FB-DC5D-5672-49CB-9F91C02CC177}"/>
              </a:ext>
            </a:extLst>
          </p:cNvPr>
          <p:cNvSpPr/>
          <p:nvPr/>
        </p:nvSpPr>
        <p:spPr>
          <a:xfrm rot="16200000">
            <a:off x="10043216" y="-3745704"/>
            <a:ext cx="3621164" cy="3602499"/>
          </a:xfrm>
          <a:prstGeom prst="rect">
            <a:avLst/>
          </a:prstGeom>
          <a:noFill/>
          <a:ln w="31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4" name="Rectangle 33">
            <a:extLst>
              <a:ext uri="{FF2B5EF4-FFF2-40B4-BE49-F238E27FC236}">
                <a16:creationId xmlns:a16="http://schemas.microsoft.com/office/drawing/2014/main" id="{DBCF9265-A8CA-93A2-1752-101835D5EE7C}"/>
              </a:ext>
            </a:extLst>
          </p:cNvPr>
          <p:cNvSpPr/>
          <p:nvPr/>
        </p:nvSpPr>
        <p:spPr>
          <a:xfrm>
            <a:off x="9957902" y="7946203"/>
            <a:ext cx="3621164" cy="3602499"/>
          </a:xfrm>
          <a:prstGeom prst="rect">
            <a:avLst/>
          </a:prstGeom>
          <a:no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5" name="TextBox 34">
            <a:extLst>
              <a:ext uri="{FF2B5EF4-FFF2-40B4-BE49-F238E27FC236}">
                <a16:creationId xmlns:a16="http://schemas.microsoft.com/office/drawing/2014/main" id="{DD6AACC3-F86C-7F62-1369-0920D048AA0E}"/>
              </a:ext>
            </a:extLst>
          </p:cNvPr>
          <p:cNvSpPr txBox="1"/>
          <p:nvPr/>
        </p:nvSpPr>
        <p:spPr>
          <a:xfrm>
            <a:off x="-9476965" y="2521059"/>
            <a:ext cx="6102891" cy="2092881"/>
          </a:xfrm>
          <a:prstGeom prst="rect">
            <a:avLst/>
          </a:prstGeom>
          <a:noFill/>
        </p:spPr>
        <p:txBody>
          <a:bodyPr wrap="square" rtlCol="0">
            <a:spAutoFit/>
          </a:bodyPr>
          <a:lstStyle/>
          <a:p>
            <a:r>
              <a:rPr lang="en-US" sz="2000" b="1" dirty="0">
                <a:latin typeface="Times New Roman" panose="02020603050405020304" pitchFamily="18" charset="0"/>
              </a:rPr>
              <a:t>New Era of Creators</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high-quality videos no longer need expensive cameras, a phone is enough.</a:t>
            </a:r>
          </a:p>
          <a:p>
            <a:pPr marL="285750" indent="-285750">
              <a:buFont typeface="Arial" panose="020B0604020202020204" pitchFamily="34" charset="0"/>
              <a:buChar char="•"/>
            </a:pPr>
            <a:r>
              <a:rPr lang="en-US" dirty="0">
                <a:latin typeface="Times New Roman" panose="02020603050405020304" pitchFamily="18" charset="0"/>
              </a:rPr>
              <a:t>ordinary people are replacing professional actors and celebrities.</a:t>
            </a:r>
          </a:p>
          <a:p>
            <a:pPr marL="285750" indent="-285750">
              <a:buFont typeface="Arial" panose="020B0604020202020204" pitchFamily="34" charset="0"/>
              <a:buChar char="•"/>
            </a:pPr>
            <a:r>
              <a:rPr lang="en-US" dirty="0">
                <a:latin typeface="Times New Roman" panose="02020603050405020304" pitchFamily="18" charset="0"/>
              </a:rPr>
              <a:t>built-in filters and music make editing easy for everyone.</a:t>
            </a:r>
          </a:p>
        </p:txBody>
      </p:sp>
      <p:sp>
        <p:nvSpPr>
          <p:cNvPr id="36" name="TextBox 35">
            <a:extLst>
              <a:ext uri="{FF2B5EF4-FFF2-40B4-BE49-F238E27FC236}">
                <a16:creationId xmlns:a16="http://schemas.microsoft.com/office/drawing/2014/main" id="{6D272E8D-0637-8B77-7C85-821FB1799B62}"/>
              </a:ext>
            </a:extLst>
          </p:cNvPr>
          <p:cNvSpPr txBox="1"/>
          <p:nvPr/>
        </p:nvSpPr>
        <p:spPr>
          <a:xfrm>
            <a:off x="-11114229" y="1372003"/>
            <a:ext cx="8015592" cy="707886"/>
          </a:xfrm>
          <a:prstGeom prst="rect">
            <a:avLst/>
          </a:prstGeom>
          <a:noFill/>
        </p:spPr>
        <p:txBody>
          <a:bodyPr wrap="square" rtlCol="0">
            <a:spAutoFit/>
          </a:bodyPr>
          <a:lstStyle/>
          <a:p>
            <a:pPr algn="ctr"/>
            <a:r>
              <a:rPr lang="en-US" sz="4000" dirty="0">
                <a:latin typeface="Times New Roman" panose="02020603050405020304" pitchFamily="18" charset="0"/>
              </a:rPr>
              <a:t>Shift Content Creation</a:t>
            </a:r>
          </a:p>
        </p:txBody>
      </p:sp>
    </p:spTree>
    <p:extLst>
      <p:ext uri="{BB962C8B-B14F-4D97-AF65-F5344CB8AC3E}">
        <p14:creationId xmlns:p14="http://schemas.microsoft.com/office/powerpoint/2010/main" val="41272162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A349F-0FC4-3CD6-7CA8-9E7E66C2CE1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7D42364-CA5E-7B9B-B7E7-055D0F2EC392}"/>
              </a:ext>
            </a:extLst>
          </p:cNvPr>
          <p:cNvSpPr txBox="1"/>
          <p:nvPr/>
        </p:nvSpPr>
        <p:spPr>
          <a:xfrm>
            <a:off x="1448955" y="2521059"/>
            <a:ext cx="6102891" cy="2092881"/>
          </a:xfrm>
          <a:prstGeom prst="rect">
            <a:avLst/>
          </a:prstGeom>
          <a:noFill/>
        </p:spPr>
        <p:txBody>
          <a:bodyPr wrap="square" rtlCol="0">
            <a:spAutoFit/>
          </a:bodyPr>
          <a:lstStyle/>
          <a:p>
            <a:r>
              <a:rPr lang="en-US" sz="2000" b="1" dirty="0">
                <a:latin typeface="Times New Roman" panose="02020603050405020304" pitchFamily="18" charset="0"/>
              </a:rPr>
              <a:t>New Era of Creators</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high-quality videos no longer need expensive cameras, a phone is enough.</a:t>
            </a:r>
          </a:p>
          <a:p>
            <a:pPr marL="285750" indent="-285750">
              <a:buFont typeface="Arial" panose="020B0604020202020204" pitchFamily="34" charset="0"/>
              <a:buChar char="•"/>
            </a:pPr>
            <a:r>
              <a:rPr lang="en-US" dirty="0">
                <a:latin typeface="Times New Roman" panose="02020603050405020304" pitchFamily="18" charset="0"/>
              </a:rPr>
              <a:t>ordinary people are replacing professional actors and celebrities.</a:t>
            </a:r>
          </a:p>
          <a:p>
            <a:pPr marL="285750" indent="-285750">
              <a:buFont typeface="Arial" panose="020B0604020202020204" pitchFamily="34" charset="0"/>
              <a:buChar char="•"/>
            </a:pPr>
            <a:r>
              <a:rPr lang="en-US" dirty="0">
                <a:latin typeface="Times New Roman" panose="02020603050405020304" pitchFamily="18" charset="0"/>
              </a:rPr>
              <a:t>built-in filters and music make editing easy for everyone.</a:t>
            </a:r>
          </a:p>
        </p:txBody>
      </p:sp>
      <p:sp>
        <p:nvSpPr>
          <p:cNvPr id="5" name="TextBox 4">
            <a:extLst>
              <a:ext uri="{FF2B5EF4-FFF2-40B4-BE49-F238E27FC236}">
                <a16:creationId xmlns:a16="http://schemas.microsoft.com/office/drawing/2014/main" id="{5E149313-474E-96BA-B98B-312AA58242A3}"/>
              </a:ext>
            </a:extLst>
          </p:cNvPr>
          <p:cNvSpPr txBox="1"/>
          <p:nvPr/>
        </p:nvSpPr>
        <p:spPr>
          <a:xfrm>
            <a:off x="-188309" y="1372003"/>
            <a:ext cx="8015592" cy="707886"/>
          </a:xfrm>
          <a:prstGeom prst="rect">
            <a:avLst/>
          </a:prstGeom>
          <a:noFill/>
        </p:spPr>
        <p:txBody>
          <a:bodyPr wrap="square" rtlCol="0">
            <a:spAutoFit/>
          </a:bodyPr>
          <a:lstStyle/>
          <a:p>
            <a:pPr algn="ctr"/>
            <a:r>
              <a:rPr lang="en-US" sz="4000" dirty="0">
                <a:latin typeface="Times New Roman" panose="02020603050405020304" pitchFamily="18" charset="0"/>
              </a:rPr>
              <a:t>Shift Content Creation</a:t>
            </a:r>
          </a:p>
        </p:txBody>
      </p:sp>
      <p:sp>
        <p:nvSpPr>
          <p:cNvPr id="38" name="TextBox 37">
            <a:extLst>
              <a:ext uri="{FF2B5EF4-FFF2-40B4-BE49-F238E27FC236}">
                <a16:creationId xmlns:a16="http://schemas.microsoft.com/office/drawing/2014/main" id="{CF9FBC34-F601-A4DC-9049-F1184D3A9CDE}"/>
              </a:ext>
            </a:extLst>
          </p:cNvPr>
          <p:cNvSpPr txBox="1"/>
          <p:nvPr/>
        </p:nvSpPr>
        <p:spPr>
          <a:xfrm>
            <a:off x="-1390352" y="6198655"/>
            <a:ext cx="6933045" cy="2369880"/>
          </a:xfrm>
          <a:prstGeom prst="rect">
            <a:avLst/>
          </a:prstGeom>
          <a:noFill/>
        </p:spPr>
        <p:txBody>
          <a:bodyPr wrap="square" rtlCol="0">
            <a:spAutoFit/>
          </a:bodyPr>
          <a:lstStyle/>
          <a:p>
            <a:r>
              <a:rPr lang="en-US" sz="2000" b="1" dirty="0">
                <a:latin typeface="Times New Roman" panose="02020603050405020304" pitchFamily="18" charset="0"/>
              </a:rPr>
              <a:t>Changing How We Watch</a:t>
            </a:r>
          </a:p>
          <a:p>
            <a:pPr marL="342900" indent="-342900">
              <a:buFont typeface="Arial" panose="020B0604020202020204" pitchFamily="34" charset="0"/>
              <a:buChar char="•"/>
            </a:pPr>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audiences now prefer 15-60 second videos instead of long shows.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content is made for vertical phone screens, not wide TV screens.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people love real, raw, and unedited moments more than perfect studio clips.</a:t>
            </a:r>
          </a:p>
        </p:txBody>
      </p:sp>
      <p:sp>
        <p:nvSpPr>
          <p:cNvPr id="39" name="TextBox 38">
            <a:extLst>
              <a:ext uri="{FF2B5EF4-FFF2-40B4-BE49-F238E27FC236}">
                <a16:creationId xmlns:a16="http://schemas.microsoft.com/office/drawing/2014/main" id="{57CE2E1C-19A7-FC95-EC6D-BDCBAE94030E}"/>
              </a:ext>
            </a:extLst>
          </p:cNvPr>
          <p:cNvSpPr txBox="1"/>
          <p:nvPr/>
        </p:nvSpPr>
        <p:spPr>
          <a:xfrm>
            <a:off x="-1390352" y="4879332"/>
            <a:ext cx="8015592"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34" name="Rectangle: Rounded Corners 33">
            <a:extLst>
              <a:ext uri="{FF2B5EF4-FFF2-40B4-BE49-F238E27FC236}">
                <a16:creationId xmlns:a16="http://schemas.microsoft.com/office/drawing/2014/main" id="{80586282-31F5-AB21-3620-DC896AE327EF}"/>
              </a:ext>
            </a:extLst>
          </p:cNvPr>
          <p:cNvSpPr/>
          <p:nvPr/>
        </p:nvSpPr>
        <p:spPr>
          <a:xfrm>
            <a:off x="14532477" y="-37688"/>
            <a:ext cx="11118598" cy="6858000"/>
          </a:xfrm>
          <a:prstGeom prst="roundRect">
            <a:avLst>
              <a:gd name="adj" fmla="val 4099"/>
            </a:avLst>
          </a:prstGeom>
          <a:solidFill>
            <a:srgbClr val="FFC000"/>
          </a:solidFill>
          <a:ln>
            <a:noFill/>
          </a:ln>
          <a:effectLst>
            <a:outerShdw blurRad="127000" dist="50800" dir="5400000" algn="ctr" rotWithShape="0">
              <a:srgbClr val="000000">
                <a:alpha val="8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5" name="TextBox 34">
            <a:extLst>
              <a:ext uri="{FF2B5EF4-FFF2-40B4-BE49-F238E27FC236}">
                <a16:creationId xmlns:a16="http://schemas.microsoft.com/office/drawing/2014/main" id="{C7E88A0E-0D82-2759-BBE9-460723BE2B17}"/>
              </a:ext>
            </a:extLst>
          </p:cNvPr>
          <p:cNvSpPr txBox="1"/>
          <p:nvPr/>
        </p:nvSpPr>
        <p:spPr>
          <a:xfrm>
            <a:off x="16495938" y="3657302"/>
            <a:ext cx="6028290" cy="1815882"/>
          </a:xfrm>
          <a:prstGeom prst="rect">
            <a:avLst/>
          </a:prstGeom>
          <a:noFill/>
        </p:spPr>
        <p:txBody>
          <a:bodyPr wrap="square" rtlCol="0">
            <a:spAutoFit/>
          </a:bodyPr>
          <a:lstStyle/>
          <a:p>
            <a:r>
              <a:rPr lang="en-US" sz="2000" b="1" dirty="0">
                <a:latin typeface="Times New Roman" panose="02020603050405020304" pitchFamily="18" charset="0"/>
              </a:rPr>
              <a:t>Secret Weapon (AI)</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tracks user likes and skipped content.</a:t>
            </a:r>
          </a:p>
          <a:p>
            <a:pPr marL="285750" indent="-285750">
              <a:buFont typeface="Arial" panose="020B0604020202020204" pitchFamily="34" charset="0"/>
              <a:buChar char="•"/>
            </a:pPr>
            <a:r>
              <a:rPr lang="en-US" dirty="0">
                <a:latin typeface="Times New Roman" panose="02020603050405020304" pitchFamily="18" charset="0"/>
              </a:rPr>
              <a:t>learns people’s hobbies and interests in just a few minutes.</a:t>
            </a:r>
          </a:p>
          <a:p>
            <a:pPr marL="285750" indent="-285750">
              <a:buFont typeface="Arial" panose="020B0604020202020204" pitchFamily="34" charset="0"/>
              <a:buChar char="•"/>
            </a:pPr>
            <a:r>
              <a:rPr lang="en-US" dirty="0">
                <a:latin typeface="Times New Roman" panose="02020603050405020304" pitchFamily="18" charset="0"/>
              </a:rPr>
              <a:t>shows great videos so viewers never get bored.</a:t>
            </a:r>
          </a:p>
          <a:p>
            <a:pPr marL="285750" indent="-285750">
              <a:buFont typeface="Arial" panose="020B0604020202020204" pitchFamily="34" charset="0"/>
              <a:buChar char="•"/>
            </a:pPr>
            <a:r>
              <a:rPr lang="en-US" dirty="0">
                <a:latin typeface="Times New Roman" panose="02020603050405020304" pitchFamily="18" charset="0"/>
              </a:rPr>
              <a:t>AI technology is the reason why TikTok is the 1 app.</a:t>
            </a:r>
          </a:p>
        </p:txBody>
      </p:sp>
      <p:sp>
        <p:nvSpPr>
          <p:cNvPr id="36" name="TextBox 35">
            <a:extLst>
              <a:ext uri="{FF2B5EF4-FFF2-40B4-BE49-F238E27FC236}">
                <a16:creationId xmlns:a16="http://schemas.microsoft.com/office/drawing/2014/main" id="{3053597E-D45F-C78C-E55F-317C659820F4}"/>
              </a:ext>
            </a:extLst>
          </p:cNvPr>
          <p:cNvSpPr txBox="1"/>
          <p:nvPr/>
        </p:nvSpPr>
        <p:spPr>
          <a:xfrm>
            <a:off x="21033886" y="1800541"/>
            <a:ext cx="4176340"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37" name="TextBox 36">
            <a:extLst>
              <a:ext uri="{FF2B5EF4-FFF2-40B4-BE49-F238E27FC236}">
                <a16:creationId xmlns:a16="http://schemas.microsoft.com/office/drawing/2014/main" id="{9C3FEA96-389B-DF1C-1937-1327A22D8757}"/>
              </a:ext>
            </a:extLst>
          </p:cNvPr>
          <p:cNvSpPr txBox="1"/>
          <p:nvPr/>
        </p:nvSpPr>
        <p:spPr>
          <a:xfrm>
            <a:off x="22210369" y="3041749"/>
            <a:ext cx="911687" cy="3046988"/>
          </a:xfrm>
          <a:prstGeom prst="rect">
            <a:avLst/>
          </a:prstGeom>
          <a:noFill/>
          <a:effectLst>
            <a:outerShdw blurRad="50800" dist="50800" dir="3600000" algn="ctr" rotWithShape="0">
              <a:srgbClr val="000000">
                <a:alpha val="98000"/>
              </a:srgbClr>
            </a:outerShdw>
          </a:effectLst>
        </p:spPr>
        <p:txBody>
          <a:bodyPr wrap="square" rtlCol="0">
            <a:spAutoFit/>
          </a:bodyPr>
          <a:lstStyle/>
          <a:p>
            <a:r>
              <a:rPr lang="en-US" sz="3200" b="1" dirty="0">
                <a:solidFill>
                  <a:srgbClr val="FFC000"/>
                </a:solidFill>
                <a:latin typeface="Times New Roman" panose="02020603050405020304" pitchFamily="18" charset="0"/>
              </a:rPr>
              <a:t>S</a:t>
            </a:r>
          </a:p>
          <a:p>
            <a:r>
              <a:rPr lang="en-US" sz="3200" b="1" dirty="0">
                <a:solidFill>
                  <a:srgbClr val="FFC000"/>
                </a:solidFill>
                <a:latin typeface="Times New Roman" panose="02020603050405020304" pitchFamily="18" charset="0"/>
              </a:rPr>
              <a:t>E</a:t>
            </a:r>
          </a:p>
          <a:p>
            <a:r>
              <a:rPr lang="en-US" sz="3200" b="1" dirty="0">
                <a:solidFill>
                  <a:srgbClr val="FFC000"/>
                </a:solidFill>
                <a:latin typeface="Times New Roman" panose="02020603050405020304" pitchFamily="18" charset="0"/>
              </a:rPr>
              <a:t>C</a:t>
            </a:r>
          </a:p>
          <a:p>
            <a:r>
              <a:rPr lang="en-US" sz="3200" b="1" dirty="0">
                <a:solidFill>
                  <a:srgbClr val="FFC000"/>
                </a:solidFill>
                <a:latin typeface="Times New Roman" panose="02020603050405020304" pitchFamily="18" charset="0"/>
              </a:rPr>
              <a:t>R</a:t>
            </a:r>
          </a:p>
          <a:p>
            <a:r>
              <a:rPr lang="en-US" sz="3200" b="1" dirty="0">
                <a:solidFill>
                  <a:srgbClr val="FFC000"/>
                </a:solidFill>
                <a:latin typeface="Times New Roman" panose="02020603050405020304" pitchFamily="18" charset="0"/>
              </a:rPr>
              <a:t>E</a:t>
            </a:r>
          </a:p>
          <a:p>
            <a:r>
              <a:rPr lang="en-US" sz="3200" b="1" dirty="0">
                <a:solidFill>
                  <a:srgbClr val="FFC000"/>
                </a:solidFill>
                <a:latin typeface="Times New Roman" panose="02020603050405020304" pitchFamily="18" charset="0"/>
              </a:rPr>
              <a:t>T</a:t>
            </a:r>
          </a:p>
        </p:txBody>
      </p:sp>
      <p:sp>
        <p:nvSpPr>
          <p:cNvPr id="15" name="Rectangle 14">
            <a:extLst>
              <a:ext uri="{FF2B5EF4-FFF2-40B4-BE49-F238E27FC236}">
                <a16:creationId xmlns:a16="http://schemas.microsoft.com/office/drawing/2014/main" id="{7CA3EE1B-71F2-B96F-C54E-6334ADB7D2A0}"/>
              </a:ext>
            </a:extLst>
          </p:cNvPr>
          <p:cNvSpPr/>
          <p:nvPr/>
        </p:nvSpPr>
        <p:spPr>
          <a:xfrm rot="18523012">
            <a:off x="9022428" y="2314705"/>
            <a:ext cx="4794326" cy="4769613"/>
          </a:xfrm>
          <a:prstGeom prst="rect">
            <a:avLst/>
          </a:prstGeom>
          <a:solidFill>
            <a:srgbClr val="FFC000"/>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 name="Rectangle 1">
            <a:extLst>
              <a:ext uri="{FF2B5EF4-FFF2-40B4-BE49-F238E27FC236}">
                <a16:creationId xmlns:a16="http://schemas.microsoft.com/office/drawing/2014/main" id="{F1292C5F-FD70-03A6-FE28-DBBA35C90FE2}"/>
              </a:ext>
            </a:extLst>
          </p:cNvPr>
          <p:cNvSpPr/>
          <p:nvPr/>
        </p:nvSpPr>
        <p:spPr>
          <a:xfrm rot="18523012">
            <a:off x="7020683" y="-2649504"/>
            <a:ext cx="5283895" cy="5223633"/>
          </a:xfrm>
          <a:prstGeom prst="rect">
            <a:avLst/>
          </a:prstGeom>
          <a:solidFill>
            <a:srgbClr val="FFC000"/>
          </a:solidFill>
          <a:ln>
            <a:noFill/>
          </a:ln>
          <a:effectLst>
            <a:outerShdw blurRad="50800" dist="508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0" name="Rectangle 9">
            <a:extLst>
              <a:ext uri="{FF2B5EF4-FFF2-40B4-BE49-F238E27FC236}">
                <a16:creationId xmlns:a16="http://schemas.microsoft.com/office/drawing/2014/main" id="{96A85525-8EE0-F237-0A7F-D25758EA8FA1}"/>
              </a:ext>
            </a:extLst>
          </p:cNvPr>
          <p:cNvSpPr/>
          <p:nvPr/>
        </p:nvSpPr>
        <p:spPr>
          <a:xfrm rot="18523012">
            <a:off x="-2954156" y="4671177"/>
            <a:ext cx="3621164" cy="3602499"/>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 name="Rectangle 2">
            <a:extLst>
              <a:ext uri="{FF2B5EF4-FFF2-40B4-BE49-F238E27FC236}">
                <a16:creationId xmlns:a16="http://schemas.microsoft.com/office/drawing/2014/main" id="{4F72693B-E689-BE7A-D3AE-5371CBE6841F}"/>
              </a:ext>
            </a:extLst>
          </p:cNvPr>
          <p:cNvSpPr/>
          <p:nvPr/>
        </p:nvSpPr>
        <p:spPr>
          <a:xfrm rot="18523012">
            <a:off x="8466088" y="255838"/>
            <a:ext cx="4553914" cy="4530440"/>
          </a:xfrm>
          <a:prstGeom prst="rect">
            <a:avLst/>
          </a:prstGeom>
          <a:solidFill>
            <a:schemeClr val="tx1"/>
          </a:solidFill>
          <a:ln>
            <a:noFill/>
          </a:ln>
          <a:effectLst>
            <a:outerShdw blurRad="50800" dist="50800" dir="5400000" algn="ctr" rotWithShape="0">
              <a:srgbClr val="000000">
                <a:alpha val="8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7" name="Rectangle 16">
            <a:extLst>
              <a:ext uri="{FF2B5EF4-FFF2-40B4-BE49-F238E27FC236}">
                <a16:creationId xmlns:a16="http://schemas.microsoft.com/office/drawing/2014/main" id="{36CDD6EE-32EC-5026-03C0-7AF200B77017}"/>
              </a:ext>
            </a:extLst>
          </p:cNvPr>
          <p:cNvSpPr/>
          <p:nvPr/>
        </p:nvSpPr>
        <p:spPr>
          <a:xfrm rot="18523012">
            <a:off x="6282264" y="-1637053"/>
            <a:ext cx="3621164" cy="3602499"/>
          </a:xfrm>
          <a:prstGeom prst="rect">
            <a:avLst/>
          </a:prstGeom>
          <a:noFill/>
          <a:ln w="63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6" name="Rectangle 5">
            <a:extLst>
              <a:ext uri="{FF2B5EF4-FFF2-40B4-BE49-F238E27FC236}">
                <a16:creationId xmlns:a16="http://schemas.microsoft.com/office/drawing/2014/main" id="{E1D36BA0-28A5-10F4-E2E8-47FE78F90FCD}"/>
              </a:ext>
            </a:extLst>
          </p:cNvPr>
          <p:cNvSpPr/>
          <p:nvPr/>
        </p:nvSpPr>
        <p:spPr>
          <a:xfrm rot="18523012">
            <a:off x="8923197" y="-1222841"/>
            <a:ext cx="3261487" cy="3244675"/>
          </a:xfrm>
          <a:prstGeom prst="rect">
            <a:avLst/>
          </a:prstGeom>
          <a:solidFill>
            <a:schemeClr val="bg1"/>
          </a:solidFill>
          <a:ln>
            <a:noFill/>
          </a:ln>
          <a:effectLst>
            <a:outerShdw blurRad="50800" dist="50800" dir="5400000" algn="ctr" rotWithShape="0">
              <a:srgbClr val="000000">
                <a:alpha val="9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7" name="Rectangle 6">
            <a:extLst>
              <a:ext uri="{FF2B5EF4-FFF2-40B4-BE49-F238E27FC236}">
                <a16:creationId xmlns:a16="http://schemas.microsoft.com/office/drawing/2014/main" id="{902853D2-4F25-61F2-5D0A-6978513B7A87}"/>
              </a:ext>
            </a:extLst>
          </p:cNvPr>
          <p:cNvSpPr/>
          <p:nvPr/>
        </p:nvSpPr>
        <p:spPr>
          <a:xfrm rot="18523012">
            <a:off x="24176" y="318286"/>
            <a:ext cx="755996" cy="7521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8" name="Rectangle 7">
            <a:extLst>
              <a:ext uri="{FF2B5EF4-FFF2-40B4-BE49-F238E27FC236}">
                <a16:creationId xmlns:a16="http://schemas.microsoft.com/office/drawing/2014/main" id="{74DAC6A2-79C8-D63E-E318-A9D20E7DB5C6}"/>
              </a:ext>
            </a:extLst>
          </p:cNvPr>
          <p:cNvSpPr/>
          <p:nvPr/>
        </p:nvSpPr>
        <p:spPr>
          <a:xfrm rot="18523012">
            <a:off x="-5883952" y="2996435"/>
            <a:ext cx="1907311" cy="189748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sp>
        <p:nvSpPr>
          <p:cNvPr id="9" name="Rectangle 8">
            <a:extLst>
              <a:ext uri="{FF2B5EF4-FFF2-40B4-BE49-F238E27FC236}">
                <a16:creationId xmlns:a16="http://schemas.microsoft.com/office/drawing/2014/main" id="{306E16DC-3F2E-39EF-6ECB-25F8F262F0C1}"/>
              </a:ext>
            </a:extLst>
          </p:cNvPr>
          <p:cNvSpPr/>
          <p:nvPr/>
        </p:nvSpPr>
        <p:spPr>
          <a:xfrm rot="18523012">
            <a:off x="-43733" y="198785"/>
            <a:ext cx="778703" cy="774689"/>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1" name="Rectangle 10">
            <a:extLst>
              <a:ext uri="{FF2B5EF4-FFF2-40B4-BE49-F238E27FC236}">
                <a16:creationId xmlns:a16="http://schemas.microsoft.com/office/drawing/2014/main" id="{A56A31B2-E3A2-B382-D763-DF55AF09DE35}"/>
              </a:ext>
            </a:extLst>
          </p:cNvPr>
          <p:cNvSpPr/>
          <p:nvPr/>
        </p:nvSpPr>
        <p:spPr>
          <a:xfrm rot="18523012">
            <a:off x="8014907" y="5267994"/>
            <a:ext cx="2307541" cy="229564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6" name="Rectangle 15">
            <a:extLst>
              <a:ext uri="{FF2B5EF4-FFF2-40B4-BE49-F238E27FC236}">
                <a16:creationId xmlns:a16="http://schemas.microsoft.com/office/drawing/2014/main" id="{9FC84EFD-A33D-24A0-24B4-D38E4DB5D100}"/>
              </a:ext>
            </a:extLst>
          </p:cNvPr>
          <p:cNvSpPr/>
          <p:nvPr/>
        </p:nvSpPr>
        <p:spPr>
          <a:xfrm rot="18523012">
            <a:off x="7737748" y="5400318"/>
            <a:ext cx="3621164" cy="3602499"/>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20" name="Group 19">
            <a:extLst>
              <a:ext uri="{FF2B5EF4-FFF2-40B4-BE49-F238E27FC236}">
                <a16:creationId xmlns:a16="http://schemas.microsoft.com/office/drawing/2014/main" id="{714F88BA-4ACA-4A3C-3CD6-A3DC3EF245D6}"/>
              </a:ext>
            </a:extLst>
          </p:cNvPr>
          <p:cNvGrpSpPr/>
          <p:nvPr/>
        </p:nvGrpSpPr>
        <p:grpSpPr>
          <a:xfrm>
            <a:off x="9548330" y="2964136"/>
            <a:ext cx="524354" cy="785676"/>
            <a:chOff x="3534316" y="5624115"/>
            <a:chExt cx="1810026" cy="2712088"/>
          </a:xfrm>
        </p:grpSpPr>
        <p:sp>
          <p:nvSpPr>
            <p:cNvPr id="18" name="Rectangle 17">
              <a:extLst>
                <a:ext uri="{FF2B5EF4-FFF2-40B4-BE49-F238E27FC236}">
                  <a16:creationId xmlns:a16="http://schemas.microsoft.com/office/drawing/2014/main" id="{02C44AC3-6C75-E8BE-FB7B-C6CEE48A0ADF}"/>
                </a:ext>
              </a:extLst>
            </p:cNvPr>
            <p:cNvSpPr/>
            <p:nvPr/>
          </p:nvSpPr>
          <p:spPr>
            <a:xfrm rot="18523012">
              <a:off x="3529944" y="5628487"/>
              <a:ext cx="1696627" cy="1687883"/>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9" name="Rectangle 18">
              <a:extLst>
                <a:ext uri="{FF2B5EF4-FFF2-40B4-BE49-F238E27FC236}">
                  <a16:creationId xmlns:a16="http://schemas.microsoft.com/office/drawing/2014/main" id="{8DF3B742-1D36-D19F-B9B6-F455656E3FAA}"/>
                </a:ext>
              </a:extLst>
            </p:cNvPr>
            <p:cNvSpPr/>
            <p:nvPr/>
          </p:nvSpPr>
          <p:spPr>
            <a:xfrm rot="18523012">
              <a:off x="3652087" y="6643948"/>
              <a:ext cx="1696627" cy="16878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grpSp>
        <p:nvGrpSpPr>
          <p:cNvPr id="30" name="Group 29">
            <a:extLst>
              <a:ext uri="{FF2B5EF4-FFF2-40B4-BE49-F238E27FC236}">
                <a16:creationId xmlns:a16="http://schemas.microsoft.com/office/drawing/2014/main" id="{38C48A3E-1421-85C3-7EEB-92CBB35AEBBE}"/>
              </a:ext>
            </a:extLst>
          </p:cNvPr>
          <p:cNvGrpSpPr/>
          <p:nvPr/>
        </p:nvGrpSpPr>
        <p:grpSpPr>
          <a:xfrm>
            <a:off x="3296276" y="5129122"/>
            <a:ext cx="627539" cy="491503"/>
            <a:chOff x="3296276" y="5129122"/>
            <a:chExt cx="627539" cy="491503"/>
          </a:xfrm>
        </p:grpSpPr>
        <p:sp>
          <p:nvSpPr>
            <p:cNvPr id="28" name="Rectangle 27">
              <a:extLst>
                <a:ext uri="{FF2B5EF4-FFF2-40B4-BE49-F238E27FC236}">
                  <a16:creationId xmlns:a16="http://schemas.microsoft.com/office/drawing/2014/main" id="{834369FE-CF9C-20F5-6A89-B9B56B2A3254}"/>
                </a:ext>
              </a:extLst>
            </p:cNvPr>
            <p:cNvSpPr/>
            <p:nvPr/>
          </p:nvSpPr>
          <p:spPr>
            <a:xfrm rot="18523012">
              <a:off x="3433578" y="5130389"/>
              <a:ext cx="491503" cy="48897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9" name="Rectangle 28">
              <a:extLst>
                <a:ext uri="{FF2B5EF4-FFF2-40B4-BE49-F238E27FC236}">
                  <a16:creationId xmlns:a16="http://schemas.microsoft.com/office/drawing/2014/main" id="{09D990D1-562F-4062-7AF8-9D3EEA4B61AA}"/>
                </a:ext>
              </a:extLst>
            </p:cNvPr>
            <p:cNvSpPr/>
            <p:nvPr/>
          </p:nvSpPr>
          <p:spPr>
            <a:xfrm rot="18523012">
              <a:off x="3295009" y="5130389"/>
              <a:ext cx="491503" cy="48897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grpSp>
        <p:nvGrpSpPr>
          <p:cNvPr id="31" name="Group 30">
            <a:extLst>
              <a:ext uri="{FF2B5EF4-FFF2-40B4-BE49-F238E27FC236}">
                <a16:creationId xmlns:a16="http://schemas.microsoft.com/office/drawing/2014/main" id="{5E1BBBAD-0394-E635-A4DE-F7D85B63A0F8}"/>
              </a:ext>
            </a:extLst>
          </p:cNvPr>
          <p:cNvGrpSpPr/>
          <p:nvPr/>
        </p:nvGrpSpPr>
        <p:grpSpPr>
          <a:xfrm>
            <a:off x="4964036" y="586129"/>
            <a:ext cx="277152" cy="217072"/>
            <a:chOff x="3296276" y="5129122"/>
            <a:chExt cx="627539" cy="491503"/>
          </a:xfrm>
        </p:grpSpPr>
        <p:sp>
          <p:nvSpPr>
            <p:cNvPr id="32" name="Rectangle 31">
              <a:extLst>
                <a:ext uri="{FF2B5EF4-FFF2-40B4-BE49-F238E27FC236}">
                  <a16:creationId xmlns:a16="http://schemas.microsoft.com/office/drawing/2014/main" id="{6A092586-9967-D398-B18F-22D4B4AB70DB}"/>
                </a:ext>
              </a:extLst>
            </p:cNvPr>
            <p:cNvSpPr/>
            <p:nvPr/>
          </p:nvSpPr>
          <p:spPr>
            <a:xfrm rot="18523012">
              <a:off x="3433578" y="5130389"/>
              <a:ext cx="491503" cy="48897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3" name="Rectangle 32">
              <a:extLst>
                <a:ext uri="{FF2B5EF4-FFF2-40B4-BE49-F238E27FC236}">
                  <a16:creationId xmlns:a16="http://schemas.microsoft.com/office/drawing/2014/main" id="{18C9B43B-87EC-2330-8C20-BFB6139F7B48}"/>
                </a:ext>
              </a:extLst>
            </p:cNvPr>
            <p:cNvSpPr/>
            <p:nvPr/>
          </p:nvSpPr>
          <p:spPr>
            <a:xfrm rot="18523012">
              <a:off x="3295009" y="5130389"/>
              <a:ext cx="491503" cy="48897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sp>
        <p:nvSpPr>
          <p:cNvPr id="12" name="Rectangle 11">
            <a:extLst>
              <a:ext uri="{FF2B5EF4-FFF2-40B4-BE49-F238E27FC236}">
                <a16:creationId xmlns:a16="http://schemas.microsoft.com/office/drawing/2014/main" id="{411C954B-24DA-1860-A945-2FA74F29CC32}"/>
              </a:ext>
            </a:extLst>
          </p:cNvPr>
          <p:cNvSpPr/>
          <p:nvPr/>
        </p:nvSpPr>
        <p:spPr>
          <a:xfrm rot="18523012">
            <a:off x="-588438" y="5628486"/>
            <a:ext cx="1696627" cy="1687883"/>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Tree>
    <p:extLst>
      <p:ext uri="{BB962C8B-B14F-4D97-AF65-F5344CB8AC3E}">
        <p14:creationId xmlns:p14="http://schemas.microsoft.com/office/powerpoint/2010/main" val="4095630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8AD15-0A7A-9566-B9E5-71C0812AF04F}"/>
            </a:ext>
          </a:extLst>
        </p:cNvPr>
        <p:cNvGrpSpPr/>
        <p:nvPr/>
      </p:nvGrpSpPr>
      <p:grpSpPr>
        <a:xfrm>
          <a:off x="0" y="0"/>
          <a:ext cx="0" cy="0"/>
          <a:chOff x="0" y="0"/>
          <a:chExt cx="0" cy="0"/>
        </a:xfrm>
      </p:grpSpPr>
      <p:sp>
        <p:nvSpPr>
          <p:cNvPr id="40" name="TextBox 39">
            <a:extLst>
              <a:ext uri="{FF2B5EF4-FFF2-40B4-BE49-F238E27FC236}">
                <a16:creationId xmlns:a16="http://schemas.microsoft.com/office/drawing/2014/main" id="{03489CF1-A2A7-2DC5-AFB9-C9F7CAB8CF01}"/>
              </a:ext>
            </a:extLst>
          </p:cNvPr>
          <p:cNvSpPr txBox="1"/>
          <p:nvPr/>
        </p:nvSpPr>
        <p:spPr>
          <a:xfrm rot="17639543">
            <a:off x="6337366" y="9492177"/>
            <a:ext cx="6102891" cy="2369880"/>
          </a:xfrm>
          <a:prstGeom prst="rect">
            <a:avLst/>
          </a:prstGeom>
          <a:noFill/>
        </p:spPr>
        <p:txBody>
          <a:bodyPr wrap="square" rtlCol="0">
            <a:spAutoFit/>
          </a:bodyPr>
          <a:lstStyle/>
          <a:p>
            <a:r>
              <a:rPr lang="en-US" sz="2000" b="1" dirty="0">
                <a:latin typeface="Times New Roman" panose="02020603050405020304" pitchFamily="18" charset="0"/>
              </a:rPr>
              <a:t>Cultures</a:t>
            </a:r>
            <a:endParaRPr lang="en-US" sz="2000" dirty="0">
              <a:latin typeface="Times New Roman" panose="02020603050405020304" pitchFamily="18" charset="0"/>
            </a:endParaRP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No Language Barrier: Music and dance are universal. People connect even if they don't speak the same language.</a:t>
            </a:r>
          </a:p>
          <a:p>
            <a:pPr marL="285750" indent="-285750">
              <a:buFont typeface="Arial" panose="020B0604020202020204" pitchFamily="34" charset="0"/>
              <a:buChar char="•"/>
            </a:pPr>
            <a:r>
              <a:rPr lang="en-US" dirty="0">
                <a:latin typeface="Times New Roman" panose="02020603050405020304" pitchFamily="18" charset="0"/>
              </a:rPr>
              <a:t>Global Trends: A trend starting in one country can spread to the whole world in hours.</a:t>
            </a:r>
          </a:p>
          <a:p>
            <a:pPr marL="285750" indent="-285750">
              <a:buFont typeface="Arial" panose="020B0604020202020204" pitchFamily="34" charset="0"/>
              <a:buChar char="•"/>
            </a:pPr>
            <a:r>
              <a:rPr lang="en-US" dirty="0">
                <a:latin typeface="Times New Roman" panose="02020603050405020304" pitchFamily="18" charset="0"/>
              </a:rPr>
              <a:t>Sharing Traditions: Users share their local food, clothes, and festivals with a global audience.</a:t>
            </a:r>
          </a:p>
        </p:txBody>
      </p:sp>
      <p:sp>
        <p:nvSpPr>
          <p:cNvPr id="41" name="TextBox 40">
            <a:extLst>
              <a:ext uri="{FF2B5EF4-FFF2-40B4-BE49-F238E27FC236}">
                <a16:creationId xmlns:a16="http://schemas.microsoft.com/office/drawing/2014/main" id="{A608C1E1-142A-D315-08C2-D518246A0D9D}"/>
              </a:ext>
            </a:extLst>
          </p:cNvPr>
          <p:cNvSpPr txBox="1"/>
          <p:nvPr/>
        </p:nvSpPr>
        <p:spPr>
          <a:xfrm rot="17639543">
            <a:off x="6337366" y="7564746"/>
            <a:ext cx="4153087" cy="1723549"/>
          </a:xfrm>
          <a:prstGeom prst="rect">
            <a:avLst/>
          </a:prstGeom>
          <a:noFill/>
        </p:spPr>
        <p:txBody>
          <a:bodyPr wrap="square" rtlCol="0">
            <a:spAutoFit/>
          </a:bodyPr>
          <a:lstStyle/>
          <a:p>
            <a:r>
              <a:rPr lang="en-US" sz="6600" b="1" dirty="0">
                <a:solidFill>
                  <a:srgbClr val="FFC000"/>
                </a:solidFill>
                <a:latin typeface="Times New Roman" panose="02020603050405020304" pitchFamily="18" charset="0"/>
              </a:rPr>
              <a:t>Culture</a:t>
            </a:r>
            <a:r>
              <a:rPr lang="en-US" sz="4000" dirty="0">
                <a:latin typeface="Times New Roman" panose="02020603050405020304" pitchFamily="18" charset="0"/>
              </a:rPr>
              <a:t> </a:t>
            </a:r>
            <a:r>
              <a:rPr lang="en-US" sz="2800" dirty="0">
                <a:latin typeface="Times New Roman" panose="02020603050405020304" pitchFamily="18" charset="0"/>
              </a:rPr>
              <a:t>&amp;</a:t>
            </a:r>
            <a:r>
              <a:rPr lang="en-US" sz="4000" dirty="0">
                <a:latin typeface="Times New Roman" panose="02020603050405020304" pitchFamily="18" charset="0"/>
              </a:rPr>
              <a:t> </a:t>
            </a:r>
          </a:p>
          <a:p>
            <a:r>
              <a:rPr lang="en-US" sz="4000" dirty="0">
                <a:latin typeface="Times New Roman" panose="02020603050405020304" pitchFamily="18" charset="0"/>
              </a:rPr>
              <a:t>Global impact</a:t>
            </a:r>
          </a:p>
        </p:txBody>
      </p:sp>
      <p:sp>
        <p:nvSpPr>
          <p:cNvPr id="13" name="TextBox 12">
            <a:extLst>
              <a:ext uri="{FF2B5EF4-FFF2-40B4-BE49-F238E27FC236}">
                <a16:creationId xmlns:a16="http://schemas.microsoft.com/office/drawing/2014/main" id="{2CCCC4A7-46BB-D7D5-B646-69D16DD59F07}"/>
              </a:ext>
            </a:extLst>
          </p:cNvPr>
          <p:cNvSpPr txBox="1"/>
          <p:nvPr/>
        </p:nvSpPr>
        <p:spPr>
          <a:xfrm>
            <a:off x="1699998" y="2840000"/>
            <a:ext cx="6933045" cy="2369880"/>
          </a:xfrm>
          <a:prstGeom prst="rect">
            <a:avLst/>
          </a:prstGeom>
          <a:noFill/>
        </p:spPr>
        <p:txBody>
          <a:bodyPr wrap="square" rtlCol="0">
            <a:spAutoFit/>
          </a:bodyPr>
          <a:lstStyle/>
          <a:p>
            <a:r>
              <a:rPr lang="en-US" sz="2000" b="1" dirty="0">
                <a:latin typeface="Times New Roman" panose="02020603050405020304" pitchFamily="18" charset="0"/>
              </a:rPr>
              <a:t>Changing How We Watch</a:t>
            </a:r>
          </a:p>
          <a:p>
            <a:pPr marL="342900" indent="-342900">
              <a:buFont typeface="Arial" panose="020B0604020202020204" pitchFamily="34" charset="0"/>
              <a:buChar char="•"/>
            </a:pPr>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audiences now prefer 15-60 second videos instead of long shows.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content is made for vertical phone screens, not wide TV screens.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people love real, raw, and unedited moments more than perfect studio clips.</a:t>
            </a:r>
          </a:p>
        </p:txBody>
      </p:sp>
      <p:sp>
        <p:nvSpPr>
          <p:cNvPr id="14" name="TextBox 13">
            <a:extLst>
              <a:ext uri="{FF2B5EF4-FFF2-40B4-BE49-F238E27FC236}">
                <a16:creationId xmlns:a16="http://schemas.microsoft.com/office/drawing/2014/main" id="{83D25606-2944-6858-9A24-E28953CD5366}"/>
              </a:ext>
            </a:extLst>
          </p:cNvPr>
          <p:cNvSpPr txBox="1"/>
          <p:nvPr/>
        </p:nvSpPr>
        <p:spPr>
          <a:xfrm>
            <a:off x="1699998" y="1520677"/>
            <a:ext cx="8015592"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23" name="TextBox 22">
            <a:extLst>
              <a:ext uri="{FF2B5EF4-FFF2-40B4-BE49-F238E27FC236}">
                <a16:creationId xmlns:a16="http://schemas.microsoft.com/office/drawing/2014/main" id="{4639B4CC-88A8-A304-CA2F-18699F3F004F}"/>
              </a:ext>
            </a:extLst>
          </p:cNvPr>
          <p:cNvSpPr txBox="1"/>
          <p:nvPr/>
        </p:nvSpPr>
        <p:spPr>
          <a:xfrm>
            <a:off x="7806652" y="-1466380"/>
            <a:ext cx="6102891" cy="2092881"/>
          </a:xfrm>
          <a:prstGeom prst="rect">
            <a:avLst/>
          </a:prstGeom>
          <a:noFill/>
        </p:spPr>
        <p:txBody>
          <a:bodyPr wrap="square" rtlCol="0">
            <a:spAutoFit/>
          </a:bodyPr>
          <a:lstStyle/>
          <a:p>
            <a:r>
              <a:rPr lang="en-US" sz="2000" b="1" dirty="0">
                <a:latin typeface="Times New Roman" panose="02020603050405020304" pitchFamily="18" charset="0"/>
              </a:rPr>
              <a:t>New Era of Creators</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high-quality videos no longer need expensive cameras, a phone is enough.</a:t>
            </a:r>
          </a:p>
          <a:p>
            <a:pPr marL="285750" indent="-285750">
              <a:buFont typeface="Arial" panose="020B0604020202020204" pitchFamily="34" charset="0"/>
              <a:buChar char="•"/>
            </a:pPr>
            <a:r>
              <a:rPr lang="en-US" dirty="0">
                <a:latin typeface="Times New Roman" panose="02020603050405020304" pitchFamily="18" charset="0"/>
              </a:rPr>
              <a:t>ordinary people are replacing professional actors and celebrities.</a:t>
            </a:r>
          </a:p>
          <a:p>
            <a:pPr marL="285750" indent="-285750">
              <a:buFont typeface="Arial" panose="020B0604020202020204" pitchFamily="34" charset="0"/>
              <a:buChar char="•"/>
            </a:pPr>
            <a:r>
              <a:rPr lang="en-US" dirty="0">
                <a:latin typeface="Times New Roman" panose="02020603050405020304" pitchFamily="18" charset="0"/>
              </a:rPr>
              <a:t>built-in filters and music make editing easy for everyone.</a:t>
            </a:r>
          </a:p>
        </p:txBody>
      </p:sp>
      <p:sp>
        <p:nvSpPr>
          <p:cNvPr id="24" name="TextBox 23">
            <a:extLst>
              <a:ext uri="{FF2B5EF4-FFF2-40B4-BE49-F238E27FC236}">
                <a16:creationId xmlns:a16="http://schemas.microsoft.com/office/drawing/2014/main" id="{FAD614B2-8593-0270-6A4D-708F9CA32914}"/>
              </a:ext>
            </a:extLst>
          </p:cNvPr>
          <p:cNvSpPr txBox="1"/>
          <p:nvPr/>
        </p:nvSpPr>
        <p:spPr>
          <a:xfrm>
            <a:off x="6169388" y="-2615436"/>
            <a:ext cx="8015592" cy="707886"/>
          </a:xfrm>
          <a:prstGeom prst="rect">
            <a:avLst/>
          </a:prstGeom>
          <a:noFill/>
        </p:spPr>
        <p:txBody>
          <a:bodyPr wrap="square" rtlCol="0">
            <a:spAutoFit/>
          </a:bodyPr>
          <a:lstStyle/>
          <a:p>
            <a:pPr algn="ctr"/>
            <a:r>
              <a:rPr lang="en-US" sz="4000" dirty="0">
                <a:latin typeface="Times New Roman" panose="02020603050405020304" pitchFamily="18" charset="0"/>
              </a:rPr>
              <a:t>Shift Content Creation</a:t>
            </a:r>
          </a:p>
        </p:txBody>
      </p:sp>
      <p:sp>
        <p:nvSpPr>
          <p:cNvPr id="15" name="Rectangle 14">
            <a:extLst>
              <a:ext uri="{FF2B5EF4-FFF2-40B4-BE49-F238E27FC236}">
                <a16:creationId xmlns:a16="http://schemas.microsoft.com/office/drawing/2014/main" id="{8612A752-7EC9-509D-3139-FD600209CA56}"/>
              </a:ext>
            </a:extLst>
          </p:cNvPr>
          <p:cNvSpPr/>
          <p:nvPr/>
        </p:nvSpPr>
        <p:spPr>
          <a:xfrm rot="15519734">
            <a:off x="8325256" y="-1736939"/>
            <a:ext cx="4794326" cy="4769613"/>
          </a:xfrm>
          <a:prstGeom prst="rect">
            <a:avLst/>
          </a:prstGeom>
          <a:solidFill>
            <a:srgbClr val="FFC000"/>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 name="Rectangle 1">
            <a:extLst>
              <a:ext uri="{FF2B5EF4-FFF2-40B4-BE49-F238E27FC236}">
                <a16:creationId xmlns:a16="http://schemas.microsoft.com/office/drawing/2014/main" id="{C01C4851-1157-E8F8-ECF0-728B2E916956}"/>
              </a:ext>
            </a:extLst>
          </p:cNvPr>
          <p:cNvSpPr/>
          <p:nvPr/>
        </p:nvSpPr>
        <p:spPr>
          <a:xfrm rot="15519734">
            <a:off x="3553204" y="-3840742"/>
            <a:ext cx="5283895" cy="5223633"/>
          </a:xfrm>
          <a:prstGeom prst="rect">
            <a:avLst/>
          </a:prstGeom>
          <a:solidFill>
            <a:srgbClr val="FFC000"/>
          </a:solidFill>
          <a:ln>
            <a:noFill/>
          </a:ln>
          <a:effectLst>
            <a:outerShdw blurRad="50800" dist="508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0" name="Rectangle 9">
            <a:extLst>
              <a:ext uri="{FF2B5EF4-FFF2-40B4-BE49-F238E27FC236}">
                <a16:creationId xmlns:a16="http://schemas.microsoft.com/office/drawing/2014/main" id="{E562B318-A644-8557-DF6C-7F5F5F51E5A1}"/>
              </a:ext>
            </a:extLst>
          </p:cNvPr>
          <p:cNvSpPr/>
          <p:nvPr/>
        </p:nvSpPr>
        <p:spPr>
          <a:xfrm rot="15519734">
            <a:off x="3147910" y="6116187"/>
            <a:ext cx="1648637" cy="1780982"/>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 name="Rectangle 2">
            <a:extLst>
              <a:ext uri="{FF2B5EF4-FFF2-40B4-BE49-F238E27FC236}">
                <a16:creationId xmlns:a16="http://schemas.microsoft.com/office/drawing/2014/main" id="{971A2CBD-27B4-F7A7-0336-00EEDFB7D22D}"/>
              </a:ext>
            </a:extLst>
          </p:cNvPr>
          <p:cNvSpPr/>
          <p:nvPr/>
        </p:nvSpPr>
        <p:spPr>
          <a:xfrm rot="15519734">
            <a:off x="5891855" y="-2350698"/>
            <a:ext cx="4553914" cy="4530440"/>
          </a:xfrm>
          <a:prstGeom prst="rect">
            <a:avLst/>
          </a:prstGeom>
          <a:solidFill>
            <a:schemeClr val="tx1"/>
          </a:solidFill>
          <a:ln>
            <a:noFill/>
          </a:ln>
          <a:effectLst>
            <a:outerShdw blurRad="50800" dist="50800" dir="5400000" algn="ctr" rotWithShape="0">
              <a:srgbClr val="000000">
                <a:alpha val="8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7" name="Rectangle 16">
            <a:extLst>
              <a:ext uri="{FF2B5EF4-FFF2-40B4-BE49-F238E27FC236}">
                <a16:creationId xmlns:a16="http://schemas.microsoft.com/office/drawing/2014/main" id="{23DA5428-DFCC-3384-98AC-E653D0224A7B}"/>
              </a:ext>
            </a:extLst>
          </p:cNvPr>
          <p:cNvSpPr/>
          <p:nvPr/>
        </p:nvSpPr>
        <p:spPr>
          <a:xfrm rot="15519734">
            <a:off x="3574454" y="-1660091"/>
            <a:ext cx="3621164" cy="3602499"/>
          </a:xfrm>
          <a:prstGeom prst="rect">
            <a:avLst/>
          </a:prstGeom>
          <a:noFill/>
          <a:ln w="63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6" name="Rectangle 5">
            <a:extLst>
              <a:ext uri="{FF2B5EF4-FFF2-40B4-BE49-F238E27FC236}">
                <a16:creationId xmlns:a16="http://schemas.microsoft.com/office/drawing/2014/main" id="{0C54AD89-313B-7694-6AE5-571156B55651}"/>
              </a:ext>
            </a:extLst>
          </p:cNvPr>
          <p:cNvSpPr/>
          <p:nvPr/>
        </p:nvSpPr>
        <p:spPr>
          <a:xfrm rot="15519734">
            <a:off x="5287924" y="-2851262"/>
            <a:ext cx="3261487" cy="3244675"/>
          </a:xfrm>
          <a:prstGeom prst="rect">
            <a:avLst/>
          </a:prstGeom>
          <a:solidFill>
            <a:schemeClr val="bg1"/>
          </a:solidFill>
          <a:ln>
            <a:noFill/>
          </a:ln>
          <a:effectLst>
            <a:outerShdw blurRad="50800" dist="50800" dir="5400000" algn="ctr" rotWithShape="0">
              <a:srgbClr val="000000">
                <a:alpha val="9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7" name="Rectangle 6">
            <a:extLst>
              <a:ext uri="{FF2B5EF4-FFF2-40B4-BE49-F238E27FC236}">
                <a16:creationId xmlns:a16="http://schemas.microsoft.com/office/drawing/2014/main" id="{A6236479-F75C-95CF-92AC-C9209089FDC5}"/>
              </a:ext>
            </a:extLst>
          </p:cNvPr>
          <p:cNvSpPr/>
          <p:nvPr/>
        </p:nvSpPr>
        <p:spPr>
          <a:xfrm rot="15519734">
            <a:off x="395648" y="4843253"/>
            <a:ext cx="755996" cy="7521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9" name="Rectangle 8">
            <a:extLst>
              <a:ext uri="{FF2B5EF4-FFF2-40B4-BE49-F238E27FC236}">
                <a16:creationId xmlns:a16="http://schemas.microsoft.com/office/drawing/2014/main" id="{7C51C955-1935-EC3C-620A-2207C727057D}"/>
              </a:ext>
            </a:extLst>
          </p:cNvPr>
          <p:cNvSpPr/>
          <p:nvPr/>
        </p:nvSpPr>
        <p:spPr>
          <a:xfrm rot="15519734">
            <a:off x="265026" y="4805842"/>
            <a:ext cx="778703" cy="774689"/>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1" name="Rectangle 10">
            <a:extLst>
              <a:ext uri="{FF2B5EF4-FFF2-40B4-BE49-F238E27FC236}">
                <a16:creationId xmlns:a16="http://schemas.microsoft.com/office/drawing/2014/main" id="{70A677FE-8F43-99AD-FDB4-7AFBA6138D99}"/>
              </a:ext>
            </a:extLst>
          </p:cNvPr>
          <p:cNvSpPr/>
          <p:nvPr/>
        </p:nvSpPr>
        <p:spPr>
          <a:xfrm rot="15519734">
            <a:off x="9487934" y="2548094"/>
            <a:ext cx="2307541" cy="229564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6" name="Rectangle 15">
            <a:extLst>
              <a:ext uri="{FF2B5EF4-FFF2-40B4-BE49-F238E27FC236}">
                <a16:creationId xmlns:a16="http://schemas.microsoft.com/office/drawing/2014/main" id="{CA149DAF-0B0C-74BC-2105-37B4EA99623B}"/>
              </a:ext>
            </a:extLst>
          </p:cNvPr>
          <p:cNvSpPr/>
          <p:nvPr/>
        </p:nvSpPr>
        <p:spPr>
          <a:xfrm rot="15519734">
            <a:off x="9589442" y="2358044"/>
            <a:ext cx="2306785" cy="2299419"/>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20" name="Group 19">
            <a:extLst>
              <a:ext uri="{FF2B5EF4-FFF2-40B4-BE49-F238E27FC236}">
                <a16:creationId xmlns:a16="http://schemas.microsoft.com/office/drawing/2014/main" id="{8FD6B77A-D5D5-84E8-A2CC-DFE2914B286F}"/>
              </a:ext>
            </a:extLst>
          </p:cNvPr>
          <p:cNvGrpSpPr/>
          <p:nvPr/>
        </p:nvGrpSpPr>
        <p:grpSpPr>
          <a:xfrm rot="20855264">
            <a:off x="9384079" y="1479440"/>
            <a:ext cx="524354" cy="785676"/>
            <a:chOff x="3534316" y="5624115"/>
            <a:chExt cx="1810026" cy="2712088"/>
          </a:xfrm>
        </p:grpSpPr>
        <p:sp>
          <p:nvSpPr>
            <p:cNvPr id="18" name="Rectangle 17">
              <a:extLst>
                <a:ext uri="{FF2B5EF4-FFF2-40B4-BE49-F238E27FC236}">
                  <a16:creationId xmlns:a16="http://schemas.microsoft.com/office/drawing/2014/main" id="{81863292-8BD4-0B83-03C3-808D9655045A}"/>
                </a:ext>
              </a:extLst>
            </p:cNvPr>
            <p:cNvSpPr/>
            <p:nvPr/>
          </p:nvSpPr>
          <p:spPr>
            <a:xfrm rot="18523012">
              <a:off x="3529944" y="5628487"/>
              <a:ext cx="1696627" cy="1687883"/>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9" name="Rectangle 18">
              <a:extLst>
                <a:ext uri="{FF2B5EF4-FFF2-40B4-BE49-F238E27FC236}">
                  <a16:creationId xmlns:a16="http://schemas.microsoft.com/office/drawing/2014/main" id="{A88BDE66-29CF-D65B-0E3E-6FEF0B1C5B01}"/>
                </a:ext>
              </a:extLst>
            </p:cNvPr>
            <p:cNvSpPr/>
            <p:nvPr/>
          </p:nvSpPr>
          <p:spPr>
            <a:xfrm rot="18523012">
              <a:off x="3652087" y="6643948"/>
              <a:ext cx="1696627" cy="16878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grpSp>
        <p:nvGrpSpPr>
          <p:cNvPr id="30" name="Group 29">
            <a:extLst>
              <a:ext uri="{FF2B5EF4-FFF2-40B4-BE49-F238E27FC236}">
                <a16:creationId xmlns:a16="http://schemas.microsoft.com/office/drawing/2014/main" id="{06AB5EC2-87A8-5D2D-BEAA-F085C96DB08D}"/>
              </a:ext>
            </a:extLst>
          </p:cNvPr>
          <p:cNvGrpSpPr/>
          <p:nvPr/>
        </p:nvGrpSpPr>
        <p:grpSpPr>
          <a:xfrm rot="18596722">
            <a:off x="7810559" y="6013532"/>
            <a:ext cx="627539" cy="491503"/>
            <a:chOff x="3296276" y="5129122"/>
            <a:chExt cx="627539" cy="491503"/>
          </a:xfrm>
        </p:grpSpPr>
        <p:sp>
          <p:nvSpPr>
            <p:cNvPr id="28" name="Rectangle 27">
              <a:extLst>
                <a:ext uri="{FF2B5EF4-FFF2-40B4-BE49-F238E27FC236}">
                  <a16:creationId xmlns:a16="http://schemas.microsoft.com/office/drawing/2014/main" id="{3DBBDADF-68D6-135B-8341-5F1F0B9714B4}"/>
                </a:ext>
              </a:extLst>
            </p:cNvPr>
            <p:cNvSpPr/>
            <p:nvPr/>
          </p:nvSpPr>
          <p:spPr>
            <a:xfrm rot="18523012">
              <a:off x="3433578" y="5130389"/>
              <a:ext cx="491503" cy="48897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9" name="Rectangle 28">
              <a:extLst>
                <a:ext uri="{FF2B5EF4-FFF2-40B4-BE49-F238E27FC236}">
                  <a16:creationId xmlns:a16="http://schemas.microsoft.com/office/drawing/2014/main" id="{D82B4B85-E46F-6B9B-2897-89CA3C5303DE}"/>
                </a:ext>
              </a:extLst>
            </p:cNvPr>
            <p:cNvSpPr/>
            <p:nvPr/>
          </p:nvSpPr>
          <p:spPr>
            <a:xfrm rot="18523012">
              <a:off x="3295009" y="5130389"/>
              <a:ext cx="491503" cy="48897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grpSp>
        <p:nvGrpSpPr>
          <p:cNvPr id="31" name="Group 30">
            <a:extLst>
              <a:ext uri="{FF2B5EF4-FFF2-40B4-BE49-F238E27FC236}">
                <a16:creationId xmlns:a16="http://schemas.microsoft.com/office/drawing/2014/main" id="{DF6D80B2-790D-0C22-9C97-101BC554EB40}"/>
              </a:ext>
            </a:extLst>
          </p:cNvPr>
          <p:cNvGrpSpPr/>
          <p:nvPr/>
        </p:nvGrpSpPr>
        <p:grpSpPr>
          <a:xfrm rot="18596722">
            <a:off x="1743492" y="923220"/>
            <a:ext cx="277152" cy="217072"/>
            <a:chOff x="3296276" y="5129122"/>
            <a:chExt cx="627539" cy="491503"/>
          </a:xfrm>
        </p:grpSpPr>
        <p:sp>
          <p:nvSpPr>
            <p:cNvPr id="32" name="Rectangle 31">
              <a:extLst>
                <a:ext uri="{FF2B5EF4-FFF2-40B4-BE49-F238E27FC236}">
                  <a16:creationId xmlns:a16="http://schemas.microsoft.com/office/drawing/2014/main" id="{7D2E3E22-C078-D466-A065-512A0B387228}"/>
                </a:ext>
              </a:extLst>
            </p:cNvPr>
            <p:cNvSpPr/>
            <p:nvPr/>
          </p:nvSpPr>
          <p:spPr>
            <a:xfrm rot="18523012">
              <a:off x="3433578" y="5130389"/>
              <a:ext cx="491503" cy="48897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3" name="Rectangle 32">
              <a:extLst>
                <a:ext uri="{FF2B5EF4-FFF2-40B4-BE49-F238E27FC236}">
                  <a16:creationId xmlns:a16="http://schemas.microsoft.com/office/drawing/2014/main" id="{0F949727-767E-E175-4EFE-E8B81C977CF5}"/>
                </a:ext>
              </a:extLst>
            </p:cNvPr>
            <p:cNvSpPr/>
            <p:nvPr/>
          </p:nvSpPr>
          <p:spPr>
            <a:xfrm rot="18523012">
              <a:off x="3295009" y="5130389"/>
              <a:ext cx="491503" cy="48897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sp>
        <p:nvSpPr>
          <p:cNvPr id="12" name="Rectangle 11">
            <a:extLst>
              <a:ext uri="{FF2B5EF4-FFF2-40B4-BE49-F238E27FC236}">
                <a16:creationId xmlns:a16="http://schemas.microsoft.com/office/drawing/2014/main" id="{EB2EAA3D-1FF4-A0E0-65AF-3B0A3A6B4176}"/>
              </a:ext>
            </a:extLst>
          </p:cNvPr>
          <p:cNvSpPr/>
          <p:nvPr/>
        </p:nvSpPr>
        <p:spPr>
          <a:xfrm rot="15519734">
            <a:off x="3016314" y="6331147"/>
            <a:ext cx="1696627" cy="1687883"/>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39" name="Group 38">
            <a:extLst>
              <a:ext uri="{FF2B5EF4-FFF2-40B4-BE49-F238E27FC236}">
                <a16:creationId xmlns:a16="http://schemas.microsoft.com/office/drawing/2014/main" id="{28C82999-2D1B-5A19-EE46-CB461719207E}"/>
              </a:ext>
            </a:extLst>
          </p:cNvPr>
          <p:cNvGrpSpPr/>
          <p:nvPr/>
        </p:nvGrpSpPr>
        <p:grpSpPr>
          <a:xfrm>
            <a:off x="13120198" y="1781260"/>
            <a:ext cx="3179181" cy="2974015"/>
            <a:chOff x="13120198" y="1781260"/>
            <a:chExt cx="3179181" cy="2974015"/>
          </a:xfrm>
        </p:grpSpPr>
        <p:sp>
          <p:nvSpPr>
            <p:cNvPr id="27" name="Rectangle 26">
              <a:extLst>
                <a:ext uri="{FF2B5EF4-FFF2-40B4-BE49-F238E27FC236}">
                  <a16:creationId xmlns:a16="http://schemas.microsoft.com/office/drawing/2014/main" id="{C536AEDB-5BAF-162D-8D5D-DCAA3D119D31}"/>
                </a:ext>
              </a:extLst>
            </p:cNvPr>
            <p:cNvSpPr/>
            <p:nvPr/>
          </p:nvSpPr>
          <p:spPr>
            <a:xfrm rot="13508332">
              <a:off x="13097398" y="1818536"/>
              <a:ext cx="2959539" cy="2913940"/>
            </a:xfrm>
            <a:prstGeom prst="rect">
              <a:avLst/>
            </a:prstGeom>
            <a:solidFill>
              <a:srgbClr val="FFC000"/>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8" name="Rectangle 37">
              <a:extLst>
                <a:ext uri="{FF2B5EF4-FFF2-40B4-BE49-F238E27FC236}">
                  <a16:creationId xmlns:a16="http://schemas.microsoft.com/office/drawing/2014/main" id="{BEBC87DA-6C6E-95D1-6F43-243469B94F2E}"/>
                </a:ext>
              </a:extLst>
            </p:cNvPr>
            <p:cNvSpPr/>
            <p:nvPr/>
          </p:nvSpPr>
          <p:spPr>
            <a:xfrm rot="2703290">
              <a:off x="13336920" y="1788915"/>
              <a:ext cx="2970113" cy="2954804"/>
            </a:xfrm>
            <a:prstGeom prst="rect">
              <a:avLst/>
            </a:prstGeom>
            <a:blipFill dpi="0" rotWithShape="0">
              <a:blip r:embed="rId2"/>
              <a:srcRect/>
              <a:stretch>
                <a:fillRect/>
              </a:stretch>
            </a:blipFill>
            <a:ln>
              <a:noFill/>
            </a:ln>
            <a:effectLst>
              <a:outerShdw blurRad="50800" dist="50800" dir="5400000" algn="ctr" rotWithShape="0">
                <a:srgbClr val="000000">
                  <a:alpha val="8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spTree>
    <p:extLst>
      <p:ext uri="{BB962C8B-B14F-4D97-AF65-F5344CB8AC3E}">
        <p14:creationId xmlns:p14="http://schemas.microsoft.com/office/powerpoint/2010/main" val="3908065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540C2-04F0-EA45-9506-9888EE30F085}"/>
            </a:ext>
          </a:extLst>
        </p:cNvPr>
        <p:cNvGrpSpPr/>
        <p:nvPr/>
      </p:nvGrpSpPr>
      <p:grpSpPr>
        <a:xfrm>
          <a:off x="0" y="0"/>
          <a:ext cx="0" cy="0"/>
          <a:chOff x="0" y="0"/>
          <a:chExt cx="0" cy="0"/>
        </a:xfrm>
      </p:grpSpPr>
      <p:sp>
        <p:nvSpPr>
          <p:cNvPr id="34" name="TextBox 33">
            <a:extLst>
              <a:ext uri="{FF2B5EF4-FFF2-40B4-BE49-F238E27FC236}">
                <a16:creationId xmlns:a16="http://schemas.microsoft.com/office/drawing/2014/main" id="{9D0828A6-F043-BA49-7788-38D643283ECC}"/>
              </a:ext>
            </a:extLst>
          </p:cNvPr>
          <p:cNvSpPr txBox="1"/>
          <p:nvPr/>
        </p:nvSpPr>
        <p:spPr>
          <a:xfrm>
            <a:off x="11724230" y="-4103938"/>
            <a:ext cx="7120403" cy="1538883"/>
          </a:xfrm>
          <a:prstGeom prst="rect">
            <a:avLst/>
          </a:prstGeom>
          <a:noFill/>
        </p:spPr>
        <p:txBody>
          <a:bodyPr wrap="square" rtlCol="0">
            <a:spAutoFit/>
          </a:bodyPr>
          <a:lstStyle/>
          <a:p>
            <a:r>
              <a:rPr lang="en-US" sz="2000" b="1" dirty="0">
                <a:latin typeface="Times New Roman" panose="02020603050405020304" pitchFamily="18" charset="0"/>
              </a:rPr>
              <a:t>   Global Impact</a:t>
            </a:r>
          </a:p>
          <a:p>
            <a:endParaRPr lang="en-US" sz="2000" b="1" dirty="0">
              <a:latin typeface="Times New Roman" panose="02020603050405020304" pitchFamily="18" charset="0"/>
            </a:endParaRPr>
          </a:p>
          <a:p>
            <a:r>
              <a:rPr lang="en-US" b="1" dirty="0">
                <a:latin typeface="Times New Roman" panose="02020603050405020304" pitchFamily="18" charset="0"/>
              </a:rPr>
              <a:t>	Hit Maker: </a:t>
            </a:r>
            <a:r>
              <a:rPr lang="en-US" dirty="0">
                <a:latin typeface="Times New Roman" panose="02020603050405020304" pitchFamily="18" charset="0"/>
              </a:rPr>
              <a:t>Songs that go viral on TikTok often become #1 on 	world music charts.</a:t>
            </a:r>
          </a:p>
          <a:p>
            <a:endParaRPr lang="en-US" dirty="0">
              <a:latin typeface="Times New Roman" panose="02020603050405020304" pitchFamily="18" charset="0"/>
            </a:endParaRPr>
          </a:p>
        </p:txBody>
      </p:sp>
      <p:sp>
        <p:nvSpPr>
          <p:cNvPr id="35" name="TextBox 34">
            <a:extLst>
              <a:ext uri="{FF2B5EF4-FFF2-40B4-BE49-F238E27FC236}">
                <a16:creationId xmlns:a16="http://schemas.microsoft.com/office/drawing/2014/main" id="{86983C48-17F7-EDE9-88C8-5B80BB94F05E}"/>
              </a:ext>
            </a:extLst>
          </p:cNvPr>
          <p:cNvSpPr txBox="1"/>
          <p:nvPr/>
        </p:nvSpPr>
        <p:spPr>
          <a:xfrm>
            <a:off x="13267481" y="-5660996"/>
            <a:ext cx="2501265"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36" name="TextBox 35">
            <a:extLst>
              <a:ext uri="{FF2B5EF4-FFF2-40B4-BE49-F238E27FC236}">
                <a16:creationId xmlns:a16="http://schemas.microsoft.com/office/drawing/2014/main" id="{8B7862F9-821A-D29B-D541-0B97556BDE27}"/>
              </a:ext>
            </a:extLst>
          </p:cNvPr>
          <p:cNvSpPr txBox="1"/>
          <p:nvPr/>
        </p:nvSpPr>
        <p:spPr>
          <a:xfrm>
            <a:off x="18697531" y="-3690826"/>
            <a:ext cx="6102891" cy="646331"/>
          </a:xfrm>
          <a:prstGeom prst="rect">
            <a:avLst/>
          </a:prstGeom>
          <a:noFill/>
        </p:spPr>
        <p:txBody>
          <a:bodyPr wrap="square" rtlCol="0">
            <a:spAutoFit/>
          </a:bodyPr>
          <a:lstStyle/>
          <a:p>
            <a:r>
              <a:rPr lang="en-US" b="1" dirty="0">
                <a:latin typeface="Times New Roman" panose="02020603050405020304" pitchFamily="18" charset="0"/>
              </a:rPr>
              <a:t>New Life for Old Songs: </a:t>
            </a:r>
            <a:r>
              <a:rPr lang="en-US" dirty="0">
                <a:latin typeface="Times New Roman" panose="02020603050405020304" pitchFamily="18" charset="0"/>
              </a:rPr>
              <a:t>Classic songs from the past become popular again through new challenges.</a:t>
            </a:r>
          </a:p>
        </p:txBody>
      </p:sp>
      <p:sp>
        <p:nvSpPr>
          <p:cNvPr id="37" name="TextBox 36">
            <a:extLst>
              <a:ext uri="{FF2B5EF4-FFF2-40B4-BE49-F238E27FC236}">
                <a16:creationId xmlns:a16="http://schemas.microsoft.com/office/drawing/2014/main" id="{57230662-3DDD-B9C4-4829-02236577B7BD}"/>
              </a:ext>
            </a:extLst>
          </p:cNvPr>
          <p:cNvSpPr txBox="1"/>
          <p:nvPr/>
        </p:nvSpPr>
        <p:spPr>
          <a:xfrm>
            <a:off x="25542485" y="-3690827"/>
            <a:ext cx="6084135" cy="646331"/>
          </a:xfrm>
          <a:prstGeom prst="rect">
            <a:avLst/>
          </a:prstGeom>
          <a:noFill/>
        </p:spPr>
        <p:txBody>
          <a:bodyPr wrap="square" rtlCol="0">
            <a:spAutoFit/>
          </a:bodyPr>
          <a:lstStyle/>
          <a:p>
            <a:r>
              <a:rPr lang="en-US" b="1" dirty="0">
                <a:latin typeface="Times New Roman" panose="02020603050405020304" pitchFamily="18" charset="0"/>
              </a:rPr>
              <a:t>Artist Discovery: </a:t>
            </a:r>
            <a:r>
              <a:rPr lang="en-US" dirty="0">
                <a:latin typeface="Times New Roman" panose="02020603050405020304" pitchFamily="18" charset="0"/>
              </a:rPr>
              <a:t>Unknown singers can find a massive audience without a big music label.</a:t>
            </a:r>
          </a:p>
        </p:txBody>
      </p:sp>
      <p:sp>
        <p:nvSpPr>
          <p:cNvPr id="22" name="TextBox 21">
            <a:extLst>
              <a:ext uri="{FF2B5EF4-FFF2-40B4-BE49-F238E27FC236}">
                <a16:creationId xmlns:a16="http://schemas.microsoft.com/office/drawing/2014/main" id="{7B89BD99-A2E9-3616-FA77-46B6F62AAF0E}"/>
              </a:ext>
            </a:extLst>
          </p:cNvPr>
          <p:cNvSpPr txBox="1"/>
          <p:nvPr/>
        </p:nvSpPr>
        <p:spPr>
          <a:xfrm>
            <a:off x="1202513" y="3033335"/>
            <a:ext cx="6102891" cy="2369880"/>
          </a:xfrm>
          <a:prstGeom prst="rect">
            <a:avLst/>
          </a:prstGeom>
          <a:noFill/>
        </p:spPr>
        <p:txBody>
          <a:bodyPr wrap="square" rtlCol="0">
            <a:spAutoFit/>
          </a:bodyPr>
          <a:lstStyle/>
          <a:p>
            <a:r>
              <a:rPr lang="en-US" sz="2000" b="1" dirty="0">
                <a:latin typeface="Times New Roman" panose="02020603050405020304" pitchFamily="18" charset="0"/>
              </a:rPr>
              <a:t>Cultures</a:t>
            </a:r>
            <a:endParaRPr lang="en-US" sz="2000" dirty="0">
              <a:latin typeface="Times New Roman" panose="02020603050405020304" pitchFamily="18" charset="0"/>
            </a:endParaRP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No Language Barrier: Music and dance are universal. People connect even if they don't speak the same language.</a:t>
            </a:r>
          </a:p>
          <a:p>
            <a:pPr marL="285750" indent="-285750">
              <a:buFont typeface="Arial" panose="020B0604020202020204" pitchFamily="34" charset="0"/>
              <a:buChar char="•"/>
            </a:pPr>
            <a:r>
              <a:rPr lang="en-US" dirty="0">
                <a:latin typeface="Times New Roman" panose="02020603050405020304" pitchFamily="18" charset="0"/>
              </a:rPr>
              <a:t>Global Trends: A trend starting in one country can spread to the whole world in hours.</a:t>
            </a:r>
          </a:p>
          <a:p>
            <a:pPr marL="285750" indent="-285750">
              <a:buFont typeface="Arial" panose="020B0604020202020204" pitchFamily="34" charset="0"/>
              <a:buChar char="•"/>
            </a:pPr>
            <a:r>
              <a:rPr lang="en-US" dirty="0">
                <a:latin typeface="Times New Roman" panose="02020603050405020304" pitchFamily="18" charset="0"/>
              </a:rPr>
              <a:t>Sharing Traditions: Users share their local food, clothes, and festivals with a global audience.</a:t>
            </a:r>
          </a:p>
        </p:txBody>
      </p:sp>
      <p:sp>
        <p:nvSpPr>
          <p:cNvPr id="25" name="TextBox 24">
            <a:extLst>
              <a:ext uri="{FF2B5EF4-FFF2-40B4-BE49-F238E27FC236}">
                <a16:creationId xmlns:a16="http://schemas.microsoft.com/office/drawing/2014/main" id="{E8BC2832-F6CB-E42A-A1C9-A6686FBADED5}"/>
              </a:ext>
            </a:extLst>
          </p:cNvPr>
          <p:cNvSpPr txBox="1"/>
          <p:nvPr/>
        </p:nvSpPr>
        <p:spPr>
          <a:xfrm>
            <a:off x="1202513" y="1105904"/>
            <a:ext cx="4153087" cy="1723549"/>
          </a:xfrm>
          <a:prstGeom prst="rect">
            <a:avLst/>
          </a:prstGeom>
          <a:noFill/>
        </p:spPr>
        <p:txBody>
          <a:bodyPr wrap="square" rtlCol="0">
            <a:spAutoFit/>
          </a:bodyPr>
          <a:lstStyle/>
          <a:p>
            <a:r>
              <a:rPr lang="en-US" sz="6600" b="1" dirty="0">
                <a:solidFill>
                  <a:srgbClr val="FFC000"/>
                </a:solidFill>
                <a:latin typeface="Times New Roman" panose="02020603050405020304" pitchFamily="18" charset="0"/>
              </a:rPr>
              <a:t>Culture</a:t>
            </a:r>
            <a:r>
              <a:rPr lang="en-US" sz="4000" dirty="0">
                <a:latin typeface="Times New Roman" panose="02020603050405020304" pitchFamily="18" charset="0"/>
              </a:rPr>
              <a:t> </a:t>
            </a:r>
            <a:r>
              <a:rPr lang="en-US" sz="2800" dirty="0">
                <a:latin typeface="Times New Roman" panose="02020603050405020304" pitchFamily="18" charset="0"/>
              </a:rPr>
              <a:t>&amp;</a:t>
            </a:r>
            <a:r>
              <a:rPr lang="en-US" sz="4000" dirty="0">
                <a:latin typeface="Times New Roman" panose="02020603050405020304" pitchFamily="18" charset="0"/>
              </a:rPr>
              <a:t> </a:t>
            </a:r>
          </a:p>
          <a:p>
            <a:r>
              <a:rPr lang="en-US" sz="4000" dirty="0">
                <a:latin typeface="Times New Roman" panose="02020603050405020304" pitchFamily="18" charset="0"/>
              </a:rPr>
              <a:t>Global impact</a:t>
            </a:r>
          </a:p>
        </p:txBody>
      </p:sp>
      <p:sp>
        <p:nvSpPr>
          <p:cNvPr id="27" name="Rectangle 26">
            <a:extLst>
              <a:ext uri="{FF2B5EF4-FFF2-40B4-BE49-F238E27FC236}">
                <a16:creationId xmlns:a16="http://schemas.microsoft.com/office/drawing/2014/main" id="{1C77855D-9C4F-2CFE-AEC3-837EEEB8495D}"/>
              </a:ext>
            </a:extLst>
          </p:cNvPr>
          <p:cNvSpPr/>
          <p:nvPr/>
        </p:nvSpPr>
        <p:spPr>
          <a:xfrm rot="15519734">
            <a:off x="10214755" y="-1775025"/>
            <a:ext cx="4794326" cy="4769613"/>
          </a:xfrm>
          <a:prstGeom prst="rect">
            <a:avLst/>
          </a:prstGeom>
          <a:solidFill>
            <a:srgbClr val="FFC000"/>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3" name="TextBox 12">
            <a:extLst>
              <a:ext uri="{FF2B5EF4-FFF2-40B4-BE49-F238E27FC236}">
                <a16:creationId xmlns:a16="http://schemas.microsoft.com/office/drawing/2014/main" id="{EF38E4D7-C5CE-7A0D-10A7-F06E82B3FB98}"/>
              </a:ext>
            </a:extLst>
          </p:cNvPr>
          <p:cNvSpPr txBox="1"/>
          <p:nvPr/>
        </p:nvSpPr>
        <p:spPr>
          <a:xfrm rot="1707169">
            <a:off x="-4198350" y="-3870700"/>
            <a:ext cx="6933045" cy="2369880"/>
          </a:xfrm>
          <a:prstGeom prst="rect">
            <a:avLst/>
          </a:prstGeom>
          <a:noFill/>
        </p:spPr>
        <p:txBody>
          <a:bodyPr wrap="square" rtlCol="0">
            <a:spAutoFit/>
          </a:bodyPr>
          <a:lstStyle/>
          <a:p>
            <a:r>
              <a:rPr lang="en-US" sz="2000" b="1" dirty="0">
                <a:latin typeface="Times New Roman" panose="02020603050405020304" pitchFamily="18" charset="0"/>
              </a:rPr>
              <a:t>Changing How We Watch</a:t>
            </a:r>
          </a:p>
          <a:p>
            <a:pPr marL="342900" indent="-342900">
              <a:buFont typeface="Arial" panose="020B0604020202020204" pitchFamily="34" charset="0"/>
              <a:buChar char="•"/>
            </a:pPr>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audiences now prefer 15-60 second videos instead of long shows.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content is made for vertical phone screens, not wide TV screens.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people love real, raw, and unedited moments more than perfect studio clips.</a:t>
            </a:r>
          </a:p>
        </p:txBody>
      </p:sp>
      <p:sp>
        <p:nvSpPr>
          <p:cNvPr id="14" name="TextBox 13">
            <a:extLst>
              <a:ext uri="{FF2B5EF4-FFF2-40B4-BE49-F238E27FC236}">
                <a16:creationId xmlns:a16="http://schemas.microsoft.com/office/drawing/2014/main" id="{2ED193B8-91C4-CD46-5CE5-7F7BCC9B7328}"/>
              </a:ext>
            </a:extLst>
          </p:cNvPr>
          <p:cNvSpPr txBox="1"/>
          <p:nvPr/>
        </p:nvSpPr>
        <p:spPr>
          <a:xfrm rot="1707169">
            <a:off x="-4198350" y="-5190023"/>
            <a:ext cx="8015592"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2" name="Rectangle 1">
            <a:extLst>
              <a:ext uri="{FF2B5EF4-FFF2-40B4-BE49-F238E27FC236}">
                <a16:creationId xmlns:a16="http://schemas.microsoft.com/office/drawing/2014/main" id="{9062E434-4886-E6FA-48B9-9E1DD1083293}"/>
              </a:ext>
            </a:extLst>
          </p:cNvPr>
          <p:cNvSpPr/>
          <p:nvPr/>
        </p:nvSpPr>
        <p:spPr>
          <a:xfrm rot="13457064">
            <a:off x="9823436" y="-1694118"/>
            <a:ext cx="5283895" cy="5223633"/>
          </a:xfrm>
          <a:prstGeom prst="rect">
            <a:avLst/>
          </a:prstGeom>
          <a:solidFill>
            <a:srgbClr val="FFC000"/>
          </a:solidFill>
          <a:ln>
            <a:noFill/>
          </a:ln>
          <a:effectLst>
            <a:outerShdw blurRad="50800" dist="508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0" name="Rectangle 9">
            <a:extLst>
              <a:ext uri="{FF2B5EF4-FFF2-40B4-BE49-F238E27FC236}">
                <a16:creationId xmlns:a16="http://schemas.microsoft.com/office/drawing/2014/main" id="{59509190-433D-88E9-5B8E-E40A71D29154}"/>
              </a:ext>
            </a:extLst>
          </p:cNvPr>
          <p:cNvSpPr/>
          <p:nvPr/>
        </p:nvSpPr>
        <p:spPr>
          <a:xfrm rot="13604313">
            <a:off x="8821403" y="670299"/>
            <a:ext cx="1648637" cy="1780982"/>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 name="Rectangle 2">
            <a:extLst>
              <a:ext uri="{FF2B5EF4-FFF2-40B4-BE49-F238E27FC236}">
                <a16:creationId xmlns:a16="http://schemas.microsoft.com/office/drawing/2014/main" id="{174367FF-D4BE-ABCA-28C7-51248E1B2251}"/>
              </a:ext>
            </a:extLst>
          </p:cNvPr>
          <p:cNvSpPr/>
          <p:nvPr/>
        </p:nvSpPr>
        <p:spPr>
          <a:xfrm rot="13497646">
            <a:off x="9582623" y="-688492"/>
            <a:ext cx="4553914" cy="4530440"/>
          </a:xfrm>
          <a:prstGeom prst="rect">
            <a:avLst/>
          </a:prstGeom>
          <a:solidFill>
            <a:schemeClr val="tx1"/>
          </a:solidFill>
          <a:ln>
            <a:noFill/>
          </a:ln>
          <a:effectLst>
            <a:outerShdw blurRad="50800" dist="50800" dir="5400000" algn="ctr" rotWithShape="0">
              <a:srgbClr val="000000">
                <a:alpha val="8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7" name="Rectangle 16">
            <a:extLst>
              <a:ext uri="{FF2B5EF4-FFF2-40B4-BE49-F238E27FC236}">
                <a16:creationId xmlns:a16="http://schemas.microsoft.com/office/drawing/2014/main" id="{E1EBB2D1-2005-2BB8-CDDB-5609D12D3537}"/>
              </a:ext>
            </a:extLst>
          </p:cNvPr>
          <p:cNvSpPr/>
          <p:nvPr/>
        </p:nvSpPr>
        <p:spPr>
          <a:xfrm rot="15519734">
            <a:off x="10980772" y="-4084772"/>
            <a:ext cx="3621164" cy="3602499"/>
          </a:xfrm>
          <a:prstGeom prst="rect">
            <a:avLst/>
          </a:prstGeom>
          <a:noFill/>
          <a:ln w="63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6" name="Rectangle 5">
            <a:extLst>
              <a:ext uri="{FF2B5EF4-FFF2-40B4-BE49-F238E27FC236}">
                <a16:creationId xmlns:a16="http://schemas.microsoft.com/office/drawing/2014/main" id="{BC625593-1091-68B9-1A2E-E2EDE1E5A683}"/>
              </a:ext>
            </a:extLst>
          </p:cNvPr>
          <p:cNvSpPr/>
          <p:nvPr/>
        </p:nvSpPr>
        <p:spPr>
          <a:xfrm rot="13517472">
            <a:off x="9263696" y="2817606"/>
            <a:ext cx="3261487" cy="3244675"/>
          </a:xfrm>
          <a:prstGeom prst="rect">
            <a:avLst/>
          </a:prstGeom>
          <a:solidFill>
            <a:schemeClr val="bg1"/>
          </a:solidFill>
          <a:ln>
            <a:noFill/>
          </a:ln>
          <a:effectLst>
            <a:outerShdw blurRad="50800" dist="50800" dir="5400000" algn="ctr" rotWithShape="0">
              <a:srgbClr val="000000">
                <a:alpha val="9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7" name="Rectangle 6">
            <a:extLst>
              <a:ext uri="{FF2B5EF4-FFF2-40B4-BE49-F238E27FC236}">
                <a16:creationId xmlns:a16="http://schemas.microsoft.com/office/drawing/2014/main" id="{7C392992-ABF4-8B79-C52C-E2E65810C062}"/>
              </a:ext>
            </a:extLst>
          </p:cNvPr>
          <p:cNvSpPr/>
          <p:nvPr/>
        </p:nvSpPr>
        <p:spPr>
          <a:xfrm rot="13375374">
            <a:off x="291622" y="5641951"/>
            <a:ext cx="755996" cy="7521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9" name="Rectangle 8">
            <a:extLst>
              <a:ext uri="{FF2B5EF4-FFF2-40B4-BE49-F238E27FC236}">
                <a16:creationId xmlns:a16="http://schemas.microsoft.com/office/drawing/2014/main" id="{23F5948D-D1CF-DCFB-5DF0-9DA2D7A01790}"/>
              </a:ext>
            </a:extLst>
          </p:cNvPr>
          <p:cNvSpPr/>
          <p:nvPr/>
        </p:nvSpPr>
        <p:spPr>
          <a:xfrm rot="13375374">
            <a:off x="161000" y="5604540"/>
            <a:ext cx="778703" cy="774689"/>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1" name="Rectangle 10">
            <a:extLst>
              <a:ext uri="{FF2B5EF4-FFF2-40B4-BE49-F238E27FC236}">
                <a16:creationId xmlns:a16="http://schemas.microsoft.com/office/drawing/2014/main" id="{5D9B7E4A-22F5-170F-AA41-D4594B212190}"/>
              </a:ext>
            </a:extLst>
          </p:cNvPr>
          <p:cNvSpPr/>
          <p:nvPr/>
        </p:nvSpPr>
        <p:spPr>
          <a:xfrm rot="13568858">
            <a:off x="11115325" y="3636073"/>
            <a:ext cx="2546388" cy="243827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6" name="Rectangle 15">
            <a:extLst>
              <a:ext uri="{FF2B5EF4-FFF2-40B4-BE49-F238E27FC236}">
                <a16:creationId xmlns:a16="http://schemas.microsoft.com/office/drawing/2014/main" id="{840C6FC5-3141-CF29-31DA-FE31697B624A}"/>
              </a:ext>
            </a:extLst>
          </p:cNvPr>
          <p:cNvSpPr/>
          <p:nvPr/>
        </p:nvSpPr>
        <p:spPr>
          <a:xfrm rot="15519734">
            <a:off x="12666013" y="2348594"/>
            <a:ext cx="2306785" cy="2299419"/>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20" name="Group 19">
            <a:extLst>
              <a:ext uri="{FF2B5EF4-FFF2-40B4-BE49-F238E27FC236}">
                <a16:creationId xmlns:a16="http://schemas.microsoft.com/office/drawing/2014/main" id="{FF315ABF-0E48-A23E-C205-5CDA4557CA70}"/>
              </a:ext>
            </a:extLst>
          </p:cNvPr>
          <p:cNvGrpSpPr/>
          <p:nvPr/>
        </p:nvGrpSpPr>
        <p:grpSpPr>
          <a:xfrm rot="517646">
            <a:off x="11492558" y="4677490"/>
            <a:ext cx="524354" cy="785676"/>
            <a:chOff x="3534316" y="5624115"/>
            <a:chExt cx="1810026" cy="2712088"/>
          </a:xfrm>
        </p:grpSpPr>
        <p:sp>
          <p:nvSpPr>
            <p:cNvPr id="18" name="Rectangle 17">
              <a:extLst>
                <a:ext uri="{FF2B5EF4-FFF2-40B4-BE49-F238E27FC236}">
                  <a16:creationId xmlns:a16="http://schemas.microsoft.com/office/drawing/2014/main" id="{7E33B8C1-6FB0-2115-A355-1C78A515C181}"/>
                </a:ext>
              </a:extLst>
            </p:cNvPr>
            <p:cNvSpPr/>
            <p:nvPr/>
          </p:nvSpPr>
          <p:spPr>
            <a:xfrm rot="18523012">
              <a:off x="3529944" y="5628487"/>
              <a:ext cx="1696627" cy="1687883"/>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9" name="Rectangle 18">
              <a:extLst>
                <a:ext uri="{FF2B5EF4-FFF2-40B4-BE49-F238E27FC236}">
                  <a16:creationId xmlns:a16="http://schemas.microsoft.com/office/drawing/2014/main" id="{E9B38650-2A7C-0530-DF42-3E387602F3DA}"/>
                </a:ext>
              </a:extLst>
            </p:cNvPr>
            <p:cNvSpPr/>
            <p:nvPr/>
          </p:nvSpPr>
          <p:spPr>
            <a:xfrm rot="18523012">
              <a:off x="3652087" y="6643948"/>
              <a:ext cx="1696627" cy="16878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grpSp>
        <p:nvGrpSpPr>
          <p:cNvPr id="21" name="Group 20">
            <a:extLst>
              <a:ext uri="{FF2B5EF4-FFF2-40B4-BE49-F238E27FC236}">
                <a16:creationId xmlns:a16="http://schemas.microsoft.com/office/drawing/2014/main" id="{7EC968E3-A651-27F1-62D7-B37971D3D5BD}"/>
              </a:ext>
            </a:extLst>
          </p:cNvPr>
          <p:cNvGrpSpPr/>
          <p:nvPr/>
        </p:nvGrpSpPr>
        <p:grpSpPr>
          <a:xfrm>
            <a:off x="10423558" y="4938002"/>
            <a:ext cx="491505" cy="524909"/>
            <a:chOff x="9689499" y="5207347"/>
            <a:chExt cx="491505" cy="524909"/>
          </a:xfrm>
        </p:grpSpPr>
        <p:sp>
          <p:nvSpPr>
            <p:cNvPr id="28" name="Rectangle 27">
              <a:extLst>
                <a:ext uri="{FF2B5EF4-FFF2-40B4-BE49-F238E27FC236}">
                  <a16:creationId xmlns:a16="http://schemas.microsoft.com/office/drawing/2014/main" id="{820715CE-7B18-5813-EB0B-6F20A7EAD3DB}"/>
                </a:ext>
              </a:extLst>
            </p:cNvPr>
            <p:cNvSpPr/>
            <p:nvPr/>
          </p:nvSpPr>
          <p:spPr>
            <a:xfrm rot="18985513">
              <a:off x="9689499" y="5207347"/>
              <a:ext cx="491503" cy="48897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9" name="Rectangle 28">
              <a:extLst>
                <a:ext uri="{FF2B5EF4-FFF2-40B4-BE49-F238E27FC236}">
                  <a16:creationId xmlns:a16="http://schemas.microsoft.com/office/drawing/2014/main" id="{C3959ADE-442B-A439-3E78-87802B33D8D7}"/>
                </a:ext>
              </a:extLst>
            </p:cNvPr>
            <p:cNvSpPr/>
            <p:nvPr/>
          </p:nvSpPr>
          <p:spPr>
            <a:xfrm rot="18985513">
              <a:off x="9689501" y="5243286"/>
              <a:ext cx="491503" cy="48897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grpSp>
        <p:nvGrpSpPr>
          <p:cNvPr id="31" name="Group 30">
            <a:extLst>
              <a:ext uri="{FF2B5EF4-FFF2-40B4-BE49-F238E27FC236}">
                <a16:creationId xmlns:a16="http://schemas.microsoft.com/office/drawing/2014/main" id="{675565A9-BE5A-2D73-7B9A-F24D11DA5BA1}"/>
              </a:ext>
            </a:extLst>
          </p:cNvPr>
          <p:cNvGrpSpPr/>
          <p:nvPr/>
        </p:nvGrpSpPr>
        <p:grpSpPr>
          <a:xfrm rot="18596722">
            <a:off x="4115382" y="739448"/>
            <a:ext cx="277152" cy="217072"/>
            <a:chOff x="3296276" y="5129122"/>
            <a:chExt cx="627539" cy="491503"/>
          </a:xfrm>
        </p:grpSpPr>
        <p:sp>
          <p:nvSpPr>
            <p:cNvPr id="32" name="Rectangle 31">
              <a:extLst>
                <a:ext uri="{FF2B5EF4-FFF2-40B4-BE49-F238E27FC236}">
                  <a16:creationId xmlns:a16="http://schemas.microsoft.com/office/drawing/2014/main" id="{01EDBAE8-F89E-14D7-F3B0-CF325C630453}"/>
                </a:ext>
              </a:extLst>
            </p:cNvPr>
            <p:cNvSpPr/>
            <p:nvPr/>
          </p:nvSpPr>
          <p:spPr>
            <a:xfrm rot="18523012">
              <a:off x="3433578" y="5130389"/>
              <a:ext cx="491503" cy="48897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3" name="Rectangle 32">
              <a:extLst>
                <a:ext uri="{FF2B5EF4-FFF2-40B4-BE49-F238E27FC236}">
                  <a16:creationId xmlns:a16="http://schemas.microsoft.com/office/drawing/2014/main" id="{CFA0B451-DEC6-BCEE-2620-0F799621A47E}"/>
                </a:ext>
              </a:extLst>
            </p:cNvPr>
            <p:cNvSpPr/>
            <p:nvPr/>
          </p:nvSpPr>
          <p:spPr>
            <a:xfrm rot="18523012">
              <a:off x="3295009" y="5130389"/>
              <a:ext cx="491503" cy="48897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sp>
        <p:nvSpPr>
          <p:cNvPr id="12" name="Rectangle 11">
            <a:extLst>
              <a:ext uri="{FF2B5EF4-FFF2-40B4-BE49-F238E27FC236}">
                <a16:creationId xmlns:a16="http://schemas.microsoft.com/office/drawing/2014/main" id="{C920D096-A975-302B-6067-4D3AF0EABFC8}"/>
              </a:ext>
            </a:extLst>
          </p:cNvPr>
          <p:cNvSpPr/>
          <p:nvPr/>
        </p:nvSpPr>
        <p:spPr>
          <a:xfrm rot="13496767">
            <a:off x="11212720" y="754812"/>
            <a:ext cx="2063531" cy="2052896"/>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26" name="Group 25">
            <a:extLst>
              <a:ext uri="{FF2B5EF4-FFF2-40B4-BE49-F238E27FC236}">
                <a16:creationId xmlns:a16="http://schemas.microsoft.com/office/drawing/2014/main" id="{B30331FC-3A57-FAB9-9126-7F7F10A721D0}"/>
              </a:ext>
            </a:extLst>
          </p:cNvPr>
          <p:cNvGrpSpPr/>
          <p:nvPr/>
        </p:nvGrpSpPr>
        <p:grpSpPr>
          <a:xfrm>
            <a:off x="8407520" y="1781260"/>
            <a:ext cx="3179181" cy="2974015"/>
            <a:chOff x="8548196" y="1781260"/>
            <a:chExt cx="3179181" cy="2974015"/>
          </a:xfrm>
        </p:grpSpPr>
        <p:sp>
          <p:nvSpPr>
            <p:cNvPr id="15" name="Rectangle 14">
              <a:extLst>
                <a:ext uri="{FF2B5EF4-FFF2-40B4-BE49-F238E27FC236}">
                  <a16:creationId xmlns:a16="http://schemas.microsoft.com/office/drawing/2014/main" id="{8948402C-9FE6-54B4-C6BA-35738AECA1CE}"/>
                </a:ext>
              </a:extLst>
            </p:cNvPr>
            <p:cNvSpPr/>
            <p:nvPr/>
          </p:nvSpPr>
          <p:spPr>
            <a:xfrm rot="13508332">
              <a:off x="8525396" y="1818536"/>
              <a:ext cx="2959539" cy="2913940"/>
            </a:xfrm>
            <a:prstGeom prst="rect">
              <a:avLst/>
            </a:prstGeom>
            <a:solidFill>
              <a:srgbClr val="FFC000"/>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 name="Rectangle 3">
              <a:extLst>
                <a:ext uri="{FF2B5EF4-FFF2-40B4-BE49-F238E27FC236}">
                  <a16:creationId xmlns:a16="http://schemas.microsoft.com/office/drawing/2014/main" id="{198410A7-D9AD-7966-CB9D-23D29DE69962}"/>
                </a:ext>
              </a:extLst>
            </p:cNvPr>
            <p:cNvSpPr/>
            <p:nvPr/>
          </p:nvSpPr>
          <p:spPr>
            <a:xfrm rot="2703290">
              <a:off x="8764918" y="1788915"/>
              <a:ext cx="2970113" cy="2954804"/>
            </a:xfrm>
            <a:prstGeom prst="rect">
              <a:avLst/>
            </a:prstGeom>
            <a:blipFill dpi="0" rotWithShape="0">
              <a:blip r:embed="rId2"/>
              <a:srcRect/>
              <a:stretch>
                <a:fillRect/>
              </a:stretch>
            </a:blipFill>
            <a:ln>
              <a:noFill/>
            </a:ln>
            <a:effectLst>
              <a:outerShdw blurRad="50800" dist="50800" dir="5400000" algn="ctr" rotWithShape="0">
                <a:srgbClr val="000000">
                  <a:alpha val="8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spTree>
    <p:extLst>
      <p:ext uri="{BB962C8B-B14F-4D97-AF65-F5344CB8AC3E}">
        <p14:creationId xmlns:p14="http://schemas.microsoft.com/office/powerpoint/2010/main" val="484701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DA6F3-7E0F-9620-F78E-4456DD43202E}"/>
            </a:ext>
          </a:extLst>
        </p:cNvPr>
        <p:cNvGrpSpPr/>
        <p:nvPr/>
      </p:nvGrpSpPr>
      <p:grpSpPr>
        <a:xfrm>
          <a:off x="0" y="0"/>
          <a:ext cx="0" cy="0"/>
          <a:chOff x="0" y="0"/>
          <a:chExt cx="0" cy="0"/>
        </a:xfrm>
      </p:grpSpPr>
      <p:sp>
        <p:nvSpPr>
          <p:cNvPr id="44" name="Rectangle 43">
            <a:extLst>
              <a:ext uri="{FF2B5EF4-FFF2-40B4-BE49-F238E27FC236}">
                <a16:creationId xmlns:a16="http://schemas.microsoft.com/office/drawing/2014/main" id="{7A1F5B45-6738-BA68-CFD6-AF3328DE7E07}"/>
              </a:ext>
            </a:extLst>
          </p:cNvPr>
          <p:cNvSpPr/>
          <p:nvPr/>
        </p:nvSpPr>
        <p:spPr>
          <a:xfrm rot="19562286">
            <a:off x="13084864" y="1165376"/>
            <a:ext cx="6892146" cy="416826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4" name="TextBox 33">
            <a:extLst>
              <a:ext uri="{FF2B5EF4-FFF2-40B4-BE49-F238E27FC236}">
                <a16:creationId xmlns:a16="http://schemas.microsoft.com/office/drawing/2014/main" id="{5408CA9B-59B0-B4F7-170C-4664385901CF}"/>
              </a:ext>
            </a:extLst>
          </p:cNvPr>
          <p:cNvSpPr txBox="1"/>
          <p:nvPr/>
        </p:nvSpPr>
        <p:spPr>
          <a:xfrm>
            <a:off x="2988518" y="2226210"/>
            <a:ext cx="7120403" cy="1538883"/>
          </a:xfrm>
          <a:prstGeom prst="rect">
            <a:avLst/>
          </a:prstGeom>
          <a:noFill/>
        </p:spPr>
        <p:txBody>
          <a:bodyPr wrap="square" rtlCol="0">
            <a:spAutoFit/>
          </a:bodyPr>
          <a:lstStyle/>
          <a:p>
            <a:r>
              <a:rPr lang="en-US" sz="2000" b="1" dirty="0">
                <a:latin typeface="Times New Roman" panose="02020603050405020304" pitchFamily="18" charset="0"/>
              </a:rPr>
              <a:t>   Global Impact</a:t>
            </a:r>
          </a:p>
          <a:p>
            <a:endParaRPr lang="en-US" sz="2000" b="1" dirty="0">
              <a:latin typeface="Times New Roman" panose="02020603050405020304" pitchFamily="18" charset="0"/>
            </a:endParaRPr>
          </a:p>
          <a:p>
            <a:r>
              <a:rPr lang="en-US" b="1" dirty="0">
                <a:latin typeface="Times New Roman" panose="02020603050405020304" pitchFamily="18" charset="0"/>
              </a:rPr>
              <a:t>	Hit Maker: </a:t>
            </a:r>
            <a:r>
              <a:rPr lang="en-US" dirty="0">
                <a:latin typeface="Times New Roman" panose="02020603050405020304" pitchFamily="18" charset="0"/>
              </a:rPr>
              <a:t>Songs that go viral on TikTok often become #1 on 	world music charts.</a:t>
            </a:r>
          </a:p>
          <a:p>
            <a:endParaRPr lang="en-US" dirty="0">
              <a:latin typeface="Times New Roman" panose="02020603050405020304" pitchFamily="18" charset="0"/>
            </a:endParaRPr>
          </a:p>
        </p:txBody>
      </p:sp>
      <p:sp>
        <p:nvSpPr>
          <p:cNvPr id="35" name="TextBox 34">
            <a:extLst>
              <a:ext uri="{FF2B5EF4-FFF2-40B4-BE49-F238E27FC236}">
                <a16:creationId xmlns:a16="http://schemas.microsoft.com/office/drawing/2014/main" id="{88605FF2-CE53-DB24-15C0-C3665B5D3C6D}"/>
              </a:ext>
            </a:extLst>
          </p:cNvPr>
          <p:cNvSpPr txBox="1"/>
          <p:nvPr/>
        </p:nvSpPr>
        <p:spPr>
          <a:xfrm>
            <a:off x="4121277" y="870985"/>
            <a:ext cx="2501265"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36" name="TextBox 35">
            <a:extLst>
              <a:ext uri="{FF2B5EF4-FFF2-40B4-BE49-F238E27FC236}">
                <a16:creationId xmlns:a16="http://schemas.microsoft.com/office/drawing/2014/main" id="{70982468-45BC-F7AF-B1C0-A5BC40400CC2}"/>
              </a:ext>
            </a:extLst>
          </p:cNvPr>
          <p:cNvSpPr txBox="1"/>
          <p:nvPr/>
        </p:nvSpPr>
        <p:spPr>
          <a:xfrm>
            <a:off x="4754430" y="3681340"/>
            <a:ext cx="6102891" cy="646331"/>
          </a:xfrm>
          <a:prstGeom prst="rect">
            <a:avLst/>
          </a:prstGeom>
          <a:noFill/>
        </p:spPr>
        <p:txBody>
          <a:bodyPr wrap="square" rtlCol="0">
            <a:spAutoFit/>
          </a:bodyPr>
          <a:lstStyle/>
          <a:p>
            <a:r>
              <a:rPr lang="en-US" b="1" dirty="0">
                <a:latin typeface="Times New Roman" panose="02020603050405020304" pitchFamily="18" charset="0"/>
              </a:rPr>
              <a:t>New Life for Old Songs: </a:t>
            </a:r>
            <a:r>
              <a:rPr lang="en-US" dirty="0">
                <a:latin typeface="Times New Roman" panose="02020603050405020304" pitchFamily="18" charset="0"/>
              </a:rPr>
              <a:t>Classic songs from the past become popular again through new challenges.</a:t>
            </a:r>
          </a:p>
        </p:txBody>
      </p:sp>
      <p:sp>
        <p:nvSpPr>
          <p:cNvPr id="37" name="TextBox 36">
            <a:extLst>
              <a:ext uri="{FF2B5EF4-FFF2-40B4-BE49-F238E27FC236}">
                <a16:creationId xmlns:a16="http://schemas.microsoft.com/office/drawing/2014/main" id="{E9157E70-6F83-40B9-F5ED-DED840F62880}"/>
              </a:ext>
            </a:extLst>
          </p:cNvPr>
          <p:cNvSpPr txBox="1"/>
          <p:nvPr/>
        </p:nvSpPr>
        <p:spPr>
          <a:xfrm>
            <a:off x="5371910" y="4504978"/>
            <a:ext cx="6084135" cy="646331"/>
          </a:xfrm>
          <a:prstGeom prst="rect">
            <a:avLst/>
          </a:prstGeom>
          <a:noFill/>
        </p:spPr>
        <p:txBody>
          <a:bodyPr wrap="square" rtlCol="0">
            <a:spAutoFit/>
          </a:bodyPr>
          <a:lstStyle/>
          <a:p>
            <a:r>
              <a:rPr lang="en-US" b="1" dirty="0">
                <a:latin typeface="Times New Roman" panose="02020603050405020304" pitchFamily="18" charset="0"/>
              </a:rPr>
              <a:t>Artist Discovery: </a:t>
            </a:r>
            <a:r>
              <a:rPr lang="en-US" dirty="0">
                <a:latin typeface="Times New Roman" panose="02020603050405020304" pitchFamily="18" charset="0"/>
              </a:rPr>
              <a:t>Unknown singers can find a massive audience without a big music label.</a:t>
            </a:r>
          </a:p>
        </p:txBody>
      </p:sp>
      <p:sp>
        <p:nvSpPr>
          <p:cNvPr id="27" name="Rectangle 26">
            <a:extLst>
              <a:ext uri="{FF2B5EF4-FFF2-40B4-BE49-F238E27FC236}">
                <a16:creationId xmlns:a16="http://schemas.microsoft.com/office/drawing/2014/main" id="{40A7F0C4-27AF-EE13-B33C-3D83800B8A37}"/>
              </a:ext>
            </a:extLst>
          </p:cNvPr>
          <p:cNvSpPr/>
          <p:nvPr/>
        </p:nvSpPr>
        <p:spPr>
          <a:xfrm rot="15519734">
            <a:off x="10216587" y="-3544021"/>
            <a:ext cx="4794326" cy="4769613"/>
          </a:xfrm>
          <a:prstGeom prst="rect">
            <a:avLst/>
          </a:prstGeom>
          <a:solidFill>
            <a:srgbClr val="FFC000"/>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0" name="Rectangle 9">
            <a:extLst>
              <a:ext uri="{FF2B5EF4-FFF2-40B4-BE49-F238E27FC236}">
                <a16:creationId xmlns:a16="http://schemas.microsoft.com/office/drawing/2014/main" id="{634E4085-98A7-BFB0-D525-01B6C6BEE8DF}"/>
              </a:ext>
            </a:extLst>
          </p:cNvPr>
          <p:cNvSpPr/>
          <p:nvPr/>
        </p:nvSpPr>
        <p:spPr>
          <a:xfrm rot="15486868">
            <a:off x="10372437" y="-1906843"/>
            <a:ext cx="2995709" cy="3236191"/>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7" name="Rectangle 16">
            <a:extLst>
              <a:ext uri="{FF2B5EF4-FFF2-40B4-BE49-F238E27FC236}">
                <a16:creationId xmlns:a16="http://schemas.microsoft.com/office/drawing/2014/main" id="{A7913B8A-8161-0BA0-1AE6-4C3CA7471404}"/>
              </a:ext>
            </a:extLst>
          </p:cNvPr>
          <p:cNvSpPr/>
          <p:nvPr/>
        </p:nvSpPr>
        <p:spPr>
          <a:xfrm rot="15519734">
            <a:off x="10980772" y="-4084772"/>
            <a:ext cx="3621164" cy="3602499"/>
          </a:xfrm>
          <a:prstGeom prst="rect">
            <a:avLst/>
          </a:prstGeom>
          <a:noFill/>
          <a:ln w="63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20" name="Group 19">
            <a:extLst>
              <a:ext uri="{FF2B5EF4-FFF2-40B4-BE49-F238E27FC236}">
                <a16:creationId xmlns:a16="http://schemas.microsoft.com/office/drawing/2014/main" id="{3DAB3F49-B142-F843-7472-DFBE949CE5CF}"/>
              </a:ext>
            </a:extLst>
          </p:cNvPr>
          <p:cNvGrpSpPr/>
          <p:nvPr/>
        </p:nvGrpSpPr>
        <p:grpSpPr>
          <a:xfrm rot="517646">
            <a:off x="12529177" y="3113489"/>
            <a:ext cx="524354" cy="785676"/>
            <a:chOff x="3534316" y="5624115"/>
            <a:chExt cx="1810026" cy="2712088"/>
          </a:xfrm>
        </p:grpSpPr>
        <p:sp>
          <p:nvSpPr>
            <p:cNvPr id="18" name="Rectangle 17">
              <a:extLst>
                <a:ext uri="{FF2B5EF4-FFF2-40B4-BE49-F238E27FC236}">
                  <a16:creationId xmlns:a16="http://schemas.microsoft.com/office/drawing/2014/main" id="{DEAA2139-AFC6-2E95-4400-7B7AABB901DE}"/>
                </a:ext>
              </a:extLst>
            </p:cNvPr>
            <p:cNvSpPr/>
            <p:nvPr/>
          </p:nvSpPr>
          <p:spPr>
            <a:xfrm rot="18523012">
              <a:off x="3529944" y="5628487"/>
              <a:ext cx="1696627" cy="1687883"/>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9" name="Rectangle 18">
              <a:extLst>
                <a:ext uri="{FF2B5EF4-FFF2-40B4-BE49-F238E27FC236}">
                  <a16:creationId xmlns:a16="http://schemas.microsoft.com/office/drawing/2014/main" id="{B49EF0EE-2B2A-F4CC-58FA-D1A686CF36C5}"/>
                </a:ext>
              </a:extLst>
            </p:cNvPr>
            <p:cNvSpPr/>
            <p:nvPr/>
          </p:nvSpPr>
          <p:spPr>
            <a:xfrm rot="18523012">
              <a:off x="3652087" y="6643948"/>
              <a:ext cx="1696627" cy="16878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grpSp>
        <p:nvGrpSpPr>
          <p:cNvPr id="21" name="Group 20">
            <a:extLst>
              <a:ext uri="{FF2B5EF4-FFF2-40B4-BE49-F238E27FC236}">
                <a16:creationId xmlns:a16="http://schemas.microsoft.com/office/drawing/2014/main" id="{7366ADC1-14D3-DB91-CF08-6B19DF90EA54}"/>
              </a:ext>
            </a:extLst>
          </p:cNvPr>
          <p:cNvGrpSpPr/>
          <p:nvPr/>
        </p:nvGrpSpPr>
        <p:grpSpPr>
          <a:xfrm rot="1887790">
            <a:off x="11396547" y="1624624"/>
            <a:ext cx="491505" cy="524909"/>
            <a:chOff x="9689499" y="5207347"/>
            <a:chExt cx="491505" cy="524909"/>
          </a:xfrm>
        </p:grpSpPr>
        <p:sp>
          <p:nvSpPr>
            <p:cNvPr id="28" name="Rectangle 27">
              <a:extLst>
                <a:ext uri="{FF2B5EF4-FFF2-40B4-BE49-F238E27FC236}">
                  <a16:creationId xmlns:a16="http://schemas.microsoft.com/office/drawing/2014/main" id="{7DEA52E7-816B-D34F-71F7-CE0763DF1921}"/>
                </a:ext>
              </a:extLst>
            </p:cNvPr>
            <p:cNvSpPr/>
            <p:nvPr/>
          </p:nvSpPr>
          <p:spPr>
            <a:xfrm rot="18985513">
              <a:off x="9689499" y="5207347"/>
              <a:ext cx="491503" cy="48897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9" name="Rectangle 28">
              <a:extLst>
                <a:ext uri="{FF2B5EF4-FFF2-40B4-BE49-F238E27FC236}">
                  <a16:creationId xmlns:a16="http://schemas.microsoft.com/office/drawing/2014/main" id="{9A1DF4E5-5EC5-9FC6-6343-3B9B9EADA2E5}"/>
                </a:ext>
              </a:extLst>
            </p:cNvPr>
            <p:cNvSpPr/>
            <p:nvPr/>
          </p:nvSpPr>
          <p:spPr>
            <a:xfrm rot="18985513">
              <a:off x="9689501" y="5243286"/>
              <a:ext cx="491503" cy="48897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sp>
        <p:nvSpPr>
          <p:cNvPr id="22" name="TextBox 21">
            <a:extLst>
              <a:ext uri="{FF2B5EF4-FFF2-40B4-BE49-F238E27FC236}">
                <a16:creationId xmlns:a16="http://schemas.microsoft.com/office/drawing/2014/main" id="{FEED8F70-539F-0203-9BC0-5785B5F63548}"/>
              </a:ext>
            </a:extLst>
          </p:cNvPr>
          <p:cNvSpPr txBox="1"/>
          <p:nvPr/>
        </p:nvSpPr>
        <p:spPr>
          <a:xfrm rot="227878">
            <a:off x="-6739918" y="8555384"/>
            <a:ext cx="6102891" cy="2369880"/>
          </a:xfrm>
          <a:prstGeom prst="rect">
            <a:avLst/>
          </a:prstGeom>
          <a:noFill/>
        </p:spPr>
        <p:txBody>
          <a:bodyPr wrap="square" rtlCol="0">
            <a:spAutoFit/>
          </a:bodyPr>
          <a:lstStyle/>
          <a:p>
            <a:r>
              <a:rPr lang="en-US" sz="2000" b="1" dirty="0">
                <a:latin typeface="Times New Roman" panose="02020603050405020304" pitchFamily="18" charset="0"/>
              </a:rPr>
              <a:t>Cultures</a:t>
            </a:r>
            <a:endParaRPr lang="en-US" sz="2000" dirty="0">
              <a:latin typeface="Times New Roman" panose="02020603050405020304" pitchFamily="18" charset="0"/>
            </a:endParaRP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No Language Barrier: Music and dance are universal. People connect even if they don't speak the same language.</a:t>
            </a:r>
          </a:p>
          <a:p>
            <a:pPr marL="285750" indent="-285750">
              <a:buFont typeface="Arial" panose="020B0604020202020204" pitchFamily="34" charset="0"/>
              <a:buChar char="•"/>
            </a:pPr>
            <a:r>
              <a:rPr lang="en-US" dirty="0">
                <a:latin typeface="Times New Roman" panose="02020603050405020304" pitchFamily="18" charset="0"/>
              </a:rPr>
              <a:t>Global Trends: A trend starting in one country can spread to the whole world in hours.</a:t>
            </a:r>
          </a:p>
          <a:p>
            <a:pPr marL="285750" indent="-285750">
              <a:buFont typeface="Arial" panose="020B0604020202020204" pitchFamily="34" charset="0"/>
              <a:buChar char="•"/>
            </a:pPr>
            <a:r>
              <a:rPr lang="en-US" dirty="0">
                <a:latin typeface="Times New Roman" panose="02020603050405020304" pitchFamily="18" charset="0"/>
              </a:rPr>
              <a:t>Sharing Traditions: Users share their local food, clothes, and festivals with a global audience.</a:t>
            </a:r>
          </a:p>
        </p:txBody>
      </p:sp>
      <p:sp>
        <p:nvSpPr>
          <p:cNvPr id="25" name="TextBox 24">
            <a:extLst>
              <a:ext uri="{FF2B5EF4-FFF2-40B4-BE49-F238E27FC236}">
                <a16:creationId xmlns:a16="http://schemas.microsoft.com/office/drawing/2014/main" id="{E3FADC39-0096-DCAE-FD19-50B7CD2CC85E}"/>
              </a:ext>
            </a:extLst>
          </p:cNvPr>
          <p:cNvSpPr txBox="1"/>
          <p:nvPr/>
        </p:nvSpPr>
        <p:spPr>
          <a:xfrm rot="227878">
            <a:off x="-6588701" y="6568319"/>
            <a:ext cx="4153087" cy="1723549"/>
          </a:xfrm>
          <a:prstGeom prst="rect">
            <a:avLst/>
          </a:prstGeom>
          <a:noFill/>
        </p:spPr>
        <p:txBody>
          <a:bodyPr wrap="square" rtlCol="0">
            <a:spAutoFit/>
          </a:bodyPr>
          <a:lstStyle/>
          <a:p>
            <a:r>
              <a:rPr lang="en-US" sz="6600" b="1" dirty="0">
                <a:solidFill>
                  <a:srgbClr val="FFC000"/>
                </a:solidFill>
                <a:latin typeface="Times New Roman" panose="02020603050405020304" pitchFamily="18" charset="0"/>
              </a:rPr>
              <a:t>Culture</a:t>
            </a:r>
            <a:r>
              <a:rPr lang="en-US" sz="4000" dirty="0">
                <a:latin typeface="Times New Roman" panose="02020603050405020304" pitchFamily="18" charset="0"/>
              </a:rPr>
              <a:t> </a:t>
            </a:r>
            <a:r>
              <a:rPr lang="en-US" sz="2800" dirty="0">
                <a:latin typeface="Times New Roman" panose="02020603050405020304" pitchFamily="18" charset="0"/>
              </a:rPr>
              <a:t>&amp;</a:t>
            </a:r>
            <a:r>
              <a:rPr lang="en-US" sz="4000" dirty="0">
                <a:latin typeface="Times New Roman" panose="02020603050405020304" pitchFamily="18" charset="0"/>
              </a:rPr>
              <a:t> </a:t>
            </a:r>
          </a:p>
          <a:p>
            <a:r>
              <a:rPr lang="en-US" sz="4000" dirty="0">
                <a:latin typeface="Times New Roman" panose="02020603050405020304" pitchFamily="18" charset="0"/>
              </a:rPr>
              <a:t>Global impact</a:t>
            </a:r>
          </a:p>
        </p:txBody>
      </p:sp>
      <p:sp>
        <p:nvSpPr>
          <p:cNvPr id="2" name="Rectangle 1">
            <a:extLst>
              <a:ext uri="{FF2B5EF4-FFF2-40B4-BE49-F238E27FC236}">
                <a16:creationId xmlns:a16="http://schemas.microsoft.com/office/drawing/2014/main" id="{252655C1-3B9C-CF60-06D9-8FAF6CDF0AA1}"/>
              </a:ext>
            </a:extLst>
          </p:cNvPr>
          <p:cNvSpPr/>
          <p:nvPr/>
        </p:nvSpPr>
        <p:spPr>
          <a:xfrm rot="13684942">
            <a:off x="-4887565" y="-1171251"/>
            <a:ext cx="5283895" cy="5223633"/>
          </a:xfrm>
          <a:prstGeom prst="rect">
            <a:avLst/>
          </a:prstGeom>
          <a:solidFill>
            <a:srgbClr val="FFC000"/>
          </a:solidFill>
          <a:ln>
            <a:noFill/>
          </a:ln>
          <a:effectLst>
            <a:outerShdw blurRad="50800" dist="508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 name="Rectangle 2">
            <a:extLst>
              <a:ext uri="{FF2B5EF4-FFF2-40B4-BE49-F238E27FC236}">
                <a16:creationId xmlns:a16="http://schemas.microsoft.com/office/drawing/2014/main" id="{CE235096-5CEA-CE20-9792-B508671B67E5}"/>
              </a:ext>
            </a:extLst>
          </p:cNvPr>
          <p:cNvSpPr/>
          <p:nvPr/>
        </p:nvSpPr>
        <p:spPr>
          <a:xfrm rot="13725524">
            <a:off x="-2188088" y="2177510"/>
            <a:ext cx="4553914" cy="4530440"/>
          </a:xfrm>
          <a:prstGeom prst="rect">
            <a:avLst/>
          </a:prstGeom>
          <a:solidFill>
            <a:schemeClr val="tx1"/>
          </a:solidFill>
          <a:ln>
            <a:noFill/>
          </a:ln>
          <a:effectLst>
            <a:outerShdw blurRad="50800" dist="50800" dir="5400000" algn="ctr" rotWithShape="0">
              <a:srgbClr val="000000">
                <a:alpha val="8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6" name="Rectangle 5">
            <a:extLst>
              <a:ext uri="{FF2B5EF4-FFF2-40B4-BE49-F238E27FC236}">
                <a16:creationId xmlns:a16="http://schemas.microsoft.com/office/drawing/2014/main" id="{8CD1FAAD-4407-A5C6-74F2-BB066BC576DA}"/>
              </a:ext>
            </a:extLst>
          </p:cNvPr>
          <p:cNvSpPr/>
          <p:nvPr/>
        </p:nvSpPr>
        <p:spPr>
          <a:xfrm rot="13745350">
            <a:off x="-1628429" y="3123696"/>
            <a:ext cx="3261487" cy="3244675"/>
          </a:xfrm>
          <a:prstGeom prst="rect">
            <a:avLst/>
          </a:prstGeom>
          <a:solidFill>
            <a:schemeClr val="bg1"/>
          </a:solidFill>
          <a:ln>
            <a:noFill/>
          </a:ln>
          <a:effectLst>
            <a:outerShdw blurRad="50800" dist="50800" dir="5400000" algn="ctr" rotWithShape="0">
              <a:srgbClr val="000000">
                <a:alpha val="9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1" name="Rectangle 10">
            <a:extLst>
              <a:ext uri="{FF2B5EF4-FFF2-40B4-BE49-F238E27FC236}">
                <a16:creationId xmlns:a16="http://schemas.microsoft.com/office/drawing/2014/main" id="{C627BB3E-2EF9-E701-9435-4A84600C1E6B}"/>
              </a:ext>
            </a:extLst>
          </p:cNvPr>
          <p:cNvSpPr/>
          <p:nvPr/>
        </p:nvSpPr>
        <p:spPr>
          <a:xfrm rot="13737298">
            <a:off x="3394514" y="6079992"/>
            <a:ext cx="2546388" cy="243827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6" name="Rectangle 15">
            <a:extLst>
              <a:ext uri="{FF2B5EF4-FFF2-40B4-BE49-F238E27FC236}">
                <a16:creationId xmlns:a16="http://schemas.microsoft.com/office/drawing/2014/main" id="{621F1D8D-D381-DCA8-3AD0-62E5E725CDFA}"/>
              </a:ext>
            </a:extLst>
          </p:cNvPr>
          <p:cNvSpPr/>
          <p:nvPr/>
        </p:nvSpPr>
        <p:spPr>
          <a:xfrm rot="13724528">
            <a:off x="-974746" y="2652052"/>
            <a:ext cx="2306785" cy="2299419"/>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31" name="Group 30">
            <a:extLst>
              <a:ext uri="{FF2B5EF4-FFF2-40B4-BE49-F238E27FC236}">
                <a16:creationId xmlns:a16="http://schemas.microsoft.com/office/drawing/2014/main" id="{5BECCE2B-35ED-877B-A38F-6E602F161007}"/>
              </a:ext>
            </a:extLst>
          </p:cNvPr>
          <p:cNvGrpSpPr/>
          <p:nvPr/>
        </p:nvGrpSpPr>
        <p:grpSpPr>
          <a:xfrm rot="18824600">
            <a:off x="3891898" y="-809208"/>
            <a:ext cx="277152" cy="217072"/>
            <a:chOff x="3296276" y="5129122"/>
            <a:chExt cx="627539" cy="491503"/>
          </a:xfrm>
        </p:grpSpPr>
        <p:sp>
          <p:nvSpPr>
            <p:cNvPr id="32" name="Rectangle 31">
              <a:extLst>
                <a:ext uri="{FF2B5EF4-FFF2-40B4-BE49-F238E27FC236}">
                  <a16:creationId xmlns:a16="http://schemas.microsoft.com/office/drawing/2014/main" id="{F54618B2-A7B9-5DF1-B0DF-DE83420770E3}"/>
                </a:ext>
              </a:extLst>
            </p:cNvPr>
            <p:cNvSpPr/>
            <p:nvPr/>
          </p:nvSpPr>
          <p:spPr>
            <a:xfrm rot="18523012">
              <a:off x="3433578" y="5130389"/>
              <a:ext cx="491503" cy="48897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3" name="Rectangle 32">
              <a:extLst>
                <a:ext uri="{FF2B5EF4-FFF2-40B4-BE49-F238E27FC236}">
                  <a16:creationId xmlns:a16="http://schemas.microsoft.com/office/drawing/2014/main" id="{5BCC10A6-FBC8-EC42-D3EB-F13DA0217DA4}"/>
                </a:ext>
              </a:extLst>
            </p:cNvPr>
            <p:cNvSpPr/>
            <p:nvPr/>
          </p:nvSpPr>
          <p:spPr>
            <a:xfrm rot="18523012">
              <a:off x="3295009" y="5130389"/>
              <a:ext cx="491503" cy="48897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sp>
        <p:nvSpPr>
          <p:cNvPr id="12" name="Rectangle 11">
            <a:extLst>
              <a:ext uri="{FF2B5EF4-FFF2-40B4-BE49-F238E27FC236}">
                <a16:creationId xmlns:a16="http://schemas.microsoft.com/office/drawing/2014/main" id="{3CF66FF5-BB06-4B20-C484-8065EE6EFAF0}"/>
              </a:ext>
            </a:extLst>
          </p:cNvPr>
          <p:cNvSpPr/>
          <p:nvPr/>
        </p:nvSpPr>
        <p:spPr>
          <a:xfrm rot="13724645">
            <a:off x="3602556" y="6403645"/>
            <a:ext cx="2063531" cy="2052896"/>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26" name="Group 25">
            <a:extLst>
              <a:ext uri="{FF2B5EF4-FFF2-40B4-BE49-F238E27FC236}">
                <a16:creationId xmlns:a16="http://schemas.microsoft.com/office/drawing/2014/main" id="{751781F0-7DAE-B91E-42EA-27445EA2EBFD}"/>
              </a:ext>
            </a:extLst>
          </p:cNvPr>
          <p:cNvGrpSpPr/>
          <p:nvPr/>
        </p:nvGrpSpPr>
        <p:grpSpPr>
          <a:xfrm rot="227878">
            <a:off x="-1001171" y="2904064"/>
            <a:ext cx="4677786" cy="4375909"/>
            <a:chOff x="8437363" y="1783211"/>
            <a:chExt cx="3179181" cy="2974015"/>
          </a:xfrm>
        </p:grpSpPr>
        <p:sp>
          <p:nvSpPr>
            <p:cNvPr id="15" name="Rectangle 14">
              <a:extLst>
                <a:ext uri="{FF2B5EF4-FFF2-40B4-BE49-F238E27FC236}">
                  <a16:creationId xmlns:a16="http://schemas.microsoft.com/office/drawing/2014/main" id="{1030878C-2F99-5917-6F34-CB709893FE07}"/>
                </a:ext>
              </a:extLst>
            </p:cNvPr>
            <p:cNvSpPr/>
            <p:nvPr/>
          </p:nvSpPr>
          <p:spPr>
            <a:xfrm rot="13508332">
              <a:off x="8414563" y="1820487"/>
              <a:ext cx="2959539" cy="2913940"/>
            </a:xfrm>
            <a:prstGeom prst="rect">
              <a:avLst/>
            </a:prstGeom>
            <a:solidFill>
              <a:srgbClr val="FFC000"/>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 name="Rectangle 3">
              <a:extLst>
                <a:ext uri="{FF2B5EF4-FFF2-40B4-BE49-F238E27FC236}">
                  <a16:creationId xmlns:a16="http://schemas.microsoft.com/office/drawing/2014/main" id="{487FB3F9-661B-4A99-239C-C62CC636BB83}"/>
                </a:ext>
              </a:extLst>
            </p:cNvPr>
            <p:cNvSpPr/>
            <p:nvPr/>
          </p:nvSpPr>
          <p:spPr>
            <a:xfrm rot="2703290">
              <a:off x="8654085" y="1790866"/>
              <a:ext cx="2970113" cy="2954804"/>
            </a:xfrm>
            <a:prstGeom prst="rect">
              <a:avLst/>
            </a:prstGeom>
            <a:blipFill dpi="0" rotWithShape="0">
              <a:blip r:embed="rId2"/>
              <a:srcRect/>
              <a:stretch>
                <a:fillRect/>
              </a:stretch>
            </a:blipFill>
            <a:ln>
              <a:noFill/>
            </a:ln>
            <a:effectLst>
              <a:outerShdw blurRad="50800" dist="50800" dir="5400000" algn="ctr" rotWithShape="0">
                <a:srgbClr val="000000">
                  <a:alpha val="8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grpSp>
      <p:sp>
        <p:nvSpPr>
          <p:cNvPr id="39" name="TextBox 38">
            <a:extLst>
              <a:ext uri="{FF2B5EF4-FFF2-40B4-BE49-F238E27FC236}">
                <a16:creationId xmlns:a16="http://schemas.microsoft.com/office/drawing/2014/main" id="{28D5BF0B-2354-EC68-4A2D-76DC5F6C5851}"/>
              </a:ext>
            </a:extLst>
          </p:cNvPr>
          <p:cNvSpPr txBox="1"/>
          <p:nvPr/>
        </p:nvSpPr>
        <p:spPr>
          <a:xfrm>
            <a:off x="-6123589" y="3403758"/>
            <a:ext cx="5594959" cy="2369880"/>
          </a:xfrm>
          <a:prstGeom prst="rect">
            <a:avLst/>
          </a:prstGeom>
          <a:noFill/>
        </p:spPr>
        <p:txBody>
          <a:bodyPr wrap="square" rtlCol="0">
            <a:spAutoFit/>
          </a:bodyPr>
          <a:lstStyle/>
          <a:p>
            <a:r>
              <a:rPr lang="en-US" sz="2000" b="1" dirty="0">
                <a:latin typeface="Times New Roman" panose="02020603050405020304" pitchFamily="18" charset="0"/>
              </a:rPr>
              <a:t>TikTok Shop</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Users can buy products directly inside the app while watching videos.</a:t>
            </a:r>
          </a:p>
          <a:p>
            <a:pPr marL="285750" indent="-285750">
              <a:buFont typeface="Arial" panose="020B0604020202020204" pitchFamily="34" charset="0"/>
              <a:buChar char="•"/>
            </a:pPr>
            <a:r>
              <a:rPr lang="en-US" dirty="0">
                <a:latin typeface="Times New Roman" panose="02020603050405020304" pitchFamily="18" charset="0"/>
              </a:rPr>
              <a:t>Real reviews from ordinary people make products sell out in minutes.</a:t>
            </a:r>
          </a:p>
          <a:p>
            <a:pPr marL="285750" indent="-285750">
              <a:buFont typeface="Arial" panose="020B0604020202020204" pitchFamily="34" charset="0"/>
              <a:buChar char="•"/>
            </a:pPr>
            <a:r>
              <a:rPr lang="en-US" dirty="0">
                <a:latin typeface="Times New Roman" panose="02020603050405020304" pitchFamily="18" charset="0"/>
              </a:rPr>
              <a:t>Creators show products in real-time, answering questions from the audience instantly.</a:t>
            </a:r>
          </a:p>
        </p:txBody>
      </p:sp>
      <p:grpSp>
        <p:nvGrpSpPr>
          <p:cNvPr id="40" name="Group 39">
            <a:extLst>
              <a:ext uri="{FF2B5EF4-FFF2-40B4-BE49-F238E27FC236}">
                <a16:creationId xmlns:a16="http://schemas.microsoft.com/office/drawing/2014/main" id="{006C52AD-E335-EC35-A683-EF9C746CE7B7}"/>
              </a:ext>
            </a:extLst>
          </p:cNvPr>
          <p:cNvGrpSpPr/>
          <p:nvPr/>
        </p:nvGrpSpPr>
        <p:grpSpPr>
          <a:xfrm>
            <a:off x="-7058001" y="869932"/>
            <a:ext cx="1680725" cy="2299419"/>
            <a:chOff x="1177204" y="1263312"/>
            <a:chExt cx="1680725" cy="2299419"/>
          </a:xfrm>
        </p:grpSpPr>
        <p:sp>
          <p:nvSpPr>
            <p:cNvPr id="41" name="Rectangle 40">
              <a:extLst>
                <a:ext uri="{FF2B5EF4-FFF2-40B4-BE49-F238E27FC236}">
                  <a16:creationId xmlns:a16="http://schemas.microsoft.com/office/drawing/2014/main" id="{A3039B93-04AD-5695-F338-878BB453558D}"/>
                </a:ext>
              </a:extLst>
            </p:cNvPr>
            <p:cNvSpPr/>
            <p:nvPr/>
          </p:nvSpPr>
          <p:spPr>
            <a:xfrm>
              <a:off x="1177204" y="1263312"/>
              <a:ext cx="1451590" cy="2299419"/>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2" name="Rectangle 41">
              <a:extLst>
                <a:ext uri="{FF2B5EF4-FFF2-40B4-BE49-F238E27FC236}">
                  <a16:creationId xmlns:a16="http://schemas.microsoft.com/office/drawing/2014/main" id="{04AD0C03-9DF1-4EDE-5987-A30AC40D254E}"/>
                </a:ext>
              </a:extLst>
            </p:cNvPr>
            <p:cNvSpPr/>
            <p:nvPr/>
          </p:nvSpPr>
          <p:spPr>
            <a:xfrm>
              <a:off x="1980867" y="1517964"/>
              <a:ext cx="877062" cy="1790116"/>
            </a:xfrm>
            <a:prstGeom prst="rect">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sp>
        <p:nvSpPr>
          <p:cNvPr id="43" name="TextBox 42">
            <a:extLst>
              <a:ext uri="{FF2B5EF4-FFF2-40B4-BE49-F238E27FC236}">
                <a16:creationId xmlns:a16="http://schemas.microsoft.com/office/drawing/2014/main" id="{AA721C0E-81E0-5420-5956-DD364EA3E007}"/>
              </a:ext>
            </a:extLst>
          </p:cNvPr>
          <p:cNvSpPr txBox="1"/>
          <p:nvPr/>
        </p:nvSpPr>
        <p:spPr>
          <a:xfrm>
            <a:off x="-6841389" y="1056287"/>
            <a:ext cx="4832787" cy="2000548"/>
          </a:xfrm>
          <a:prstGeom prst="rect">
            <a:avLst/>
          </a:prstGeom>
          <a:noFill/>
        </p:spPr>
        <p:txBody>
          <a:bodyPr wrap="square" rtlCol="0">
            <a:spAutoFit/>
          </a:bodyPr>
          <a:lstStyle/>
          <a:p>
            <a:r>
              <a:rPr lang="en-US" sz="2400" dirty="0">
                <a:latin typeface="Times New Roman" panose="02020603050405020304" pitchFamily="18" charset="0"/>
              </a:rPr>
              <a:t>New Era of </a:t>
            </a:r>
          </a:p>
          <a:p>
            <a:r>
              <a:rPr lang="en-US" sz="4800" b="1" dirty="0">
                <a:latin typeface="Times New Roman" panose="02020603050405020304" pitchFamily="18" charset="0"/>
              </a:rPr>
              <a:t>Marketing </a:t>
            </a:r>
            <a:r>
              <a:rPr lang="en-US" sz="3200" b="1" dirty="0">
                <a:latin typeface="Times New Roman" panose="02020603050405020304" pitchFamily="18" charset="0"/>
              </a:rPr>
              <a:t>&amp;</a:t>
            </a:r>
            <a:r>
              <a:rPr lang="en-US" sz="4800" b="1" dirty="0">
                <a:latin typeface="Times New Roman" panose="02020603050405020304" pitchFamily="18" charset="0"/>
              </a:rPr>
              <a:t> </a:t>
            </a:r>
          </a:p>
          <a:p>
            <a:r>
              <a:rPr lang="en-US" sz="4800" b="1" dirty="0">
                <a:latin typeface="Times New Roman" panose="02020603050405020304" pitchFamily="18" charset="0"/>
              </a:rPr>
              <a:t>Commerce </a:t>
            </a:r>
          </a:p>
        </p:txBody>
      </p:sp>
      <p:sp>
        <p:nvSpPr>
          <p:cNvPr id="7" name="Rectangle 6">
            <a:extLst>
              <a:ext uri="{FF2B5EF4-FFF2-40B4-BE49-F238E27FC236}">
                <a16:creationId xmlns:a16="http://schemas.microsoft.com/office/drawing/2014/main" id="{20942A3D-EA68-F25D-FDB8-4BAC9304E15B}"/>
              </a:ext>
            </a:extLst>
          </p:cNvPr>
          <p:cNvSpPr/>
          <p:nvPr/>
        </p:nvSpPr>
        <p:spPr>
          <a:xfrm rot="13603252">
            <a:off x="-5386331" y="3097030"/>
            <a:ext cx="755996" cy="7521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9" name="Rectangle 8">
            <a:extLst>
              <a:ext uri="{FF2B5EF4-FFF2-40B4-BE49-F238E27FC236}">
                <a16:creationId xmlns:a16="http://schemas.microsoft.com/office/drawing/2014/main" id="{E66DC8DC-39A8-E487-7919-6B755D1F1EDF}"/>
              </a:ext>
            </a:extLst>
          </p:cNvPr>
          <p:cNvSpPr/>
          <p:nvPr/>
        </p:nvSpPr>
        <p:spPr>
          <a:xfrm rot="13603252">
            <a:off x="-5514961" y="3051776"/>
            <a:ext cx="778703" cy="774689"/>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Tree>
    <p:extLst>
      <p:ext uri="{BB962C8B-B14F-4D97-AF65-F5344CB8AC3E}">
        <p14:creationId xmlns:p14="http://schemas.microsoft.com/office/powerpoint/2010/main" val="26715091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364DF-9FF9-8F0D-E929-18477F0204C2}"/>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CF277458-2D35-6E57-3691-FD5214B2752A}"/>
              </a:ext>
            </a:extLst>
          </p:cNvPr>
          <p:cNvSpPr/>
          <p:nvPr/>
        </p:nvSpPr>
        <p:spPr>
          <a:xfrm rot="16200000">
            <a:off x="6661795" y="1361940"/>
            <a:ext cx="6892146" cy="416826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4" name="TextBox 33">
            <a:extLst>
              <a:ext uri="{FF2B5EF4-FFF2-40B4-BE49-F238E27FC236}">
                <a16:creationId xmlns:a16="http://schemas.microsoft.com/office/drawing/2014/main" id="{A9F70649-77C7-E471-4CD0-94A9E1F0F227}"/>
              </a:ext>
            </a:extLst>
          </p:cNvPr>
          <p:cNvSpPr txBox="1"/>
          <p:nvPr/>
        </p:nvSpPr>
        <p:spPr>
          <a:xfrm>
            <a:off x="12376358" y="2226210"/>
            <a:ext cx="7120403" cy="1538883"/>
          </a:xfrm>
          <a:prstGeom prst="rect">
            <a:avLst/>
          </a:prstGeom>
          <a:noFill/>
        </p:spPr>
        <p:txBody>
          <a:bodyPr wrap="square" rtlCol="0">
            <a:spAutoFit/>
          </a:bodyPr>
          <a:lstStyle/>
          <a:p>
            <a:r>
              <a:rPr lang="en-US" sz="2000" b="1" dirty="0">
                <a:latin typeface="Times New Roman" panose="02020603050405020304" pitchFamily="18" charset="0"/>
              </a:rPr>
              <a:t>   Global Impact</a:t>
            </a:r>
          </a:p>
          <a:p>
            <a:endParaRPr lang="en-US" sz="2000" b="1" dirty="0">
              <a:latin typeface="Times New Roman" panose="02020603050405020304" pitchFamily="18" charset="0"/>
            </a:endParaRPr>
          </a:p>
          <a:p>
            <a:r>
              <a:rPr lang="en-US" b="1" dirty="0">
                <a:latin typeface="Times New Roman" panose="02020603050405020304" pitchFamily="18" charset="0"/>
              </a:rPr>
              <a:t>	Hit Maker: </a:t>
            </a:r>
            <a:r>
              <a:rPr lang="en-US" dirty="0">
                <a:latin typeface="Times New Roman" panose="02020603050405020304" pitchFamily="18" charset="0"/>
              </a:rPr>
              <a:t>Songs that go viral on TikTok often become #1 on 	world music charts.</a:t>
            </a:r>
          </a:p>
          <a:p>
            <a:endParaRPr lang="en-US" dirty="0">
              <a:latin typeface="Times New Roman" panose="02020603050405020304" pitchFamily="18" charset="0"/>
            </a:endParaRPr>
          </a:p>
        </p:txBody>
      </p:sp>
      <p:sp>
        <p:nvSpPr>
          <p:cNvPr id="35" name="TextBox 34">
            <a:extLst>
              <a:ext uri="{FF2B5EF4-FFF2-40B4-BE49-F238E27FC236}">
                <a16:creationId xmlns:a16="http://schemas.microsoft.com/office/drawing/2014/main" id="{1C6D4572-B640-0ED5-962D-AA4705BA95C9}"/>
              </a:ext>
            </a:extLst>
          </p:cNvPr>
          <p:cNvSpPr txBox="1"/>
          <p:nvPr/>
        </p:nvSpPr>
        <p:spPr>
          <a:xfrm>
            <a:off x="13509117" y="870985"/>
            <a:ext cx="2501265"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36" name="TextBox 35">
            <a:extLst>
              <a:ext uri="{FF2B5EF4-FFF2-40B4-BE49-F238E27FC236}">
                <a16:creationId xmlns:a16="http://schemas.microsoft.com/office/drawing/2014/main" id="{6E51974F-25E1-55F3-98AE-1DDF60369BE7}"/>
              </a:ext>
            </a:extLst>
          </p:cNvPr>
          <p:cNvSpPr txBox="1"/>
          <p:nvPr/>
        </p:nvSpPr>
        <p:spPr>
          <a:xfrm>
            <a:off x="13349790" y="3681340"/>
            <a:ext cx="6102891" cy="646331"/>
          </a:xfrm>
          <a:prstGeom prst="rect">
            <a:avLst/>
          </a:prstGeom>
          <a:noFill/>
        </p:spPr>
        <p:txBody>
          <a:bodyPr wrap="square" rtlCol="0">
            <a:spAutoFit/>
          </a:bodyPr>
          <a:lstStyle/>
          <a:p>
            <a:r>
              <a:rPr lang="en-US" b="1" dirty="0">
                <a:latin typeface="Times New Roman" panose="02020603050405020304" pitchFamily="18" charset="0"/>
              </a:rPr>
              <a:t>New Life for Old Songs: </a:t>
            </a:r>
            <a:r>
              <a:rPr lang="en-US" dirty="0">
                <a:latin typeface="Times New Roman" panose="02020603050405020304" pitchFamily="18" charset="0"/>
              </a:rPr>
              <a:t>Classic songs from the past become popular again through new challenges.</a:t>
            </a:r>
          </a:p>
        </p:txBody>
      </p:sp>
      <p:sp>
        <p:nvSpPr>
          <p:cNvPr id="37" name="TextBox 36">
            <a:extLst>
              <a:ext uri="{FF2B5EF4-FFF2-40B4-BE49-F238E27FC236}">
                <a16:creationId xmlns:a16="http://schemas.microsoft.com/office/drawing/2014/main" id="{1A4C8D10-BB67-8020-46AE-80254A336263}"/>
              </a:ext>
            </a:extLst>
          </p:cNvPr>
          <p:cNvSpPr txBox="1"/>
          <p:nvPr/>
        </p:nvSpPr>
        <p:spPr>
          <a:xfrm>
            <a:off x="13510070" y="4504978"/>
            <a:ext cx="6084135" cy="646331"/>
          </a:xfrm>
          <a:prstGeom prst="rect">
            <a:avLst/>
          </a:prstGeom>
          <a:noFill/>
        </p:spPr>
        <p:txBody>
          <a:bodyPr wrap="square" rtlCol="0">
            <a:spAutoFit/>
          </a:bodyPr>
          <a:lstStyle/>
          <a:p>
            <a:r>
              <a:rPr lang="en-US" b="1" dirty="0">
                <a:latin typeface="Times New Roman" panose="02020603050405020304" pitchFamily="18" charset="0"/>
              </a:rPr>
              <a:t>Artist Discovery: </a:t>
            </a:r>
            <a:r>
              <a:rPr lang="en-US" dirty="0">
                <a:latin typeface="Times New Roman" panose="02020603050405020304" pitchFamily="18" charset="0"/>
              </a:rPr>
              <a:t>Unknown singers can find a massive audience without a big music label.</a:t>
            </a:r>
          </a:p>
        </p:txBody>
      </p:sp>
      <p:sp>
        <p:nvSpPr>
          <p:cNvPr id="27" name="Rectangle 26">
            <a:extLst>
              <a:ext uri="{FF2B5EF4-FFF2-40B4-BE49-F238E27FC236}">
                <a16:creationId xmlns:a16="http://schemas.microsoft.com/office/drawing/2014/main" id="{F02F42A8-E308-F166-A5FF-2FD27A8691A2}"/>
              </a:ext>
            </a:extLst>
          </p:cNvPr>
          <p:cNvSpPr/>
          <p:nvPr/>
        </p:nvSpPr>
        <p:spPr>
          <a:xfrm rot="15519734">
            <a:off x="12420525" y="-5949559"/>
            <a:ext cx="4794326" cy="4769613"/>
          </a:xfrm>
          <a:prstGeom prst="rect">
            <a:avLst/>
          </a:prstGeom>
          <a:solidFill>
            <a:srgbClr val="FFC000"/>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0" name="Rectangle 9">
            <a:extLst>
              <a:ext uri="{FF2B5EF4-FFF2-40B4-BE49-F238E27FC236}">
                <a16:creationId xmlns:a16="http://schemas.microsoft.com/office/drawing/2014/main" id="{3F2B39D7-A6B6-B8B2-DCA5-44EFC7E48D94}"/>
              </a:ext>
            </a:extLst>
          </p:cNvPr>
          <p:cNvSpPr/>
          <p:nvPr/>
        </p:nvSpPr>
        <p:spPr>
          <a:xfrm rot="15486868">
            <a:off x="12576375" y="-4312381"/>
            <a:ext cx="2995709" cy="3236191"/>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7" name="Rectangle 16">
            <a:extLst>
              <a:ext uri="{FF2B5EF4-FFF2-40B4-BE49-F238E27FC236}">
                <a16:creationId xmlns:a16="http://schemas.microsoft.com/office/drawing/2014/main" id="{37FFF4B4-E2E1-1479-A7BC-E6DA8CBAE717}"/>
              </a:ext>
            </a:extLst>
          </p:cNvPr>
          <p:cNvSpPr/>
          <p:nvPr/>
        </p:nvSpPr>
        <p:spPr>
          <a:xfrm rot="15519734">
            <a:off x="13184710" y="-6490310"/>
            <a:ext cx="3621164" cy="3602499"/>
          </a:xfrm>
          <a:prstGeom prst="rect">
            <a:avLst/>
          </a:prstGeom>
          <a:noFill/>
          <a:ln w="63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20" name="Group 19">
            <a:extLst>
              <a:ext uri="{FF2B5EF4-FFF2-40B4-BE49-F238E27FC236}">
                <a16:creationId xmlns:a16="http://schemas.microsoft.com/office/drawing/2014/main" id="{BA8766D5-093A-18DD-7C1D-1D77489EC53F}"/>
              </a:ext>
            </a:extLst>
          </p:cNvPr>
          <p:cNvGrpSpPr/>
          <p:nvPr/>
        </p:nvGrpSpPr>
        <p:grpSpPr>
          <a:xfrm rot="517646">
            <a:off x="12529177" y="3113489"/>
            <a:ext cx="524354" cy="785676"/>
            <a:chOff x="3534316" y="5624115"/>
            <a:chExt cx="1810026" cy="2712088"/>
          </a:xfrm>
        </p:grpSpPr>
        <p:sp>
          <p:nvSpPr>
            <p:cNvPr id="18" name="Rectangle 17">
              <a:extLst>
                <a:ext uri="{FF2B5EF4-FFF2-40B4-BE49-F238E27FC236}">
                  <a16:creationId xmlns:a16="http://schemas.microsoft.com/office/drawing/2014/main" id="{4400748A-EBDA-DE05-D68E-1E73224240F6}"/>
                </a:ext>
              </a:extLst>
            </p:cNvPr>
            <p:cNvSpPr/>
            <p:nvPr/>
          </p:nvSpPr>
          <p:spPr>
            <a:xfrm rot="18523012">
              <a:off x="3529944" y="5628487"/>
              <a:ext cx="1696627" cy="1687883"/>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9" name="Rectangle 18">
              <a:extLst>
                <a:ext uri="{FF2B5EF4-FFF2-40B4-BE49-F238E27FC236}">
                  <a16:creationId xmlns:a16="http://schemas.microsoft.com/office/drawing/2014/main" id="{3CB4EE5C-F46A-FCBC-BAEE-BC2975DFC5E4}"/>
                </a:ext>
              </a:extLst>
            </p:cNvPr>
            <p:cNvSpPr/>
            <p:nvPr/>
          </p:nvSpPr>
          <p:spPr>
            <a:xfrm rot="18523012">
              <a:off x="3652087" y="6643948"/>
              <a:ext cx="1696627" cy="16878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grpSp>
        <p:nvGrpSpPr>
          <p:cNvPr id="21" name="Group 20">
            <a:extLst>
              <a:ext uri="{FF2B5EF4-FFF2-40B4-BE49-F238E27FC236}">
                <a16:creationId xmlns:a16="http://schemas.microsoft.com/office/drawing/2014/main" id="{E9A98534-7977-2846-3720-F20990EFDD70}"/>
              </a:ext>
            </a:extLst>
          </p:cNvPr>
          <p:cNvGrpSpPr/>
          <p:nvPr/>
        </p:nvGrpSpPr>
        <p:grpSpPr>
          <a:xfrm rot="1887790">
            <a:off x="13600485" y="-780914"/>
            <a:ext cx="491505" cy="524909"/>
            <a:chOff x="9689499" y="5207347"/>
            <a:chExt cx="491505" cy="524909"/>
          </a:xfrm>
        </p:grpSpPr>
        <p:sp>
          <p:nvSpPr>
            <p:cNvPr id="28" name="Rectangle 27">
              <a:extLst>
                <a:ext uri="{FF2B5EF4-FFF2-40B4-BE49-F238E27FC236}">
                  <a16:creationId xmlns:a16="http://schemas.microsoft.com/office/drawing/2014/main" id="{71749C62-5976-E11E-A63C-A7C608200C40}"/>
                </a:ext>
              </a:extLst>
            </p:cNvPr>
            <p:cNvSpPr/>
            <p:nvPr/>
          </p:nvSpPr>
          <p:spPr>
            <a:xfrm rot="18985513">
              <a:off x="9689499" y="5207347"/>
              <a:ext cx="491503" cy="48897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9" name="Rectangle 28">
              <a:extLst>
                <a:ext uri="{FF2B5EF4-FFF2-40B4-BE49-F238E27FC236}">
                  <a16:creationId xmlns:a16="http://schemas.microsoft.com/office/drawing/2014/main" id="{D47CC007-6355-D13A-C010-06252F4C1F95}"/>
                </a:ext>
              </a:extLst>
            </p:cNvPr>
            <p:cNvSpPr/>
            <p:nvPr/>
          </p:nvSpPr>
          <p:spPr>
            <a:xfrm rot="18985513">
              <a:off x="9689501" y="5243286"/>
              <a:ext cx="491503" cy="48897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sp>
        <p:nvSpPr>
          <p:cNvPr id="2" name="Rectangle 1">
            <a:extLst>
              <a:ext uri="{FF2B5EF4-FFF2-40B4-BE49-F238E27FC236}">
                <a16:creationId xmlns:a16="http://schemas.microsoft.com/office/drawing/2014/main" id="{A72C7A3A-A6B4-B84B-172F-B7BC9B0B8F47}"/>
              </a:ext>
            </a:extLst>
          </p:cNvPr>
          <p:cNvSpPr/>
          <p:nvPr/>
        </p:nvSpPr>
        <p:spPr>
          <a:xfrm rot="13423632">
            <a:off x="3825375" y="40431"/>
            <a:ext cx="6787712" cy="6710299"/>
          </a:xfrm>
          <a:prstGeom prst="rect">
            <a:avLst/>
          </a:prstGeom>
          <a:solidFill>
            <a:srgbClr val="FFC000"/>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 name="Rectangle 2">
            <a:extLst>
              <a:ext uri="{FF2B5EF4-FFF2-40B4-BE49-F238E27FC236}">
                <a16:creationId xmlns:a16="http://schemas.microsoft.com/office/drawing/2014/main" id="{A138F581-BFEA-DAAC-657A-F82D1498900F}"/>
              </a:ext>
            </a:extLst>
          </p:cNvPr>
          <p:cNvSpPr/>
          <p:nvPr/>
        </p:nvSpPr>
        <p:spPr>
          <a:xfrm rot="13725524">
            <a:off x="-1665731" y="2342702"/>
            <a:ext cx="1920199" cy="1910301"/>
          </a:xfrm>
          <a:prstGeom prst="rect">
            <a:avLst/>
          </a:prstGeom>
          <a:solidFill>
            <a:schemeClr val="tx1"/>
          </a:solidFill>
          <a:ln>
            <a:noFill/>
          </a:ln>
          <a:effectLst>
            <a:outerShdw blurRad="50800" dist="50800" dir="5400000" algn="ctr" rotWithShape="0">
              <a:srgbClr val="000000">
                <a:alpha val="8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6" name="Rectangle 5">
            <a:extLst>
              <a:ext uri="{FF2B5EF4-FFF2-40B4-BE49-F238E27FC236}">
                <a16:creationId xmlns:a16="http://schemas.microsoft.com/office/drawing/2014/main" id="{D3DA2A49-6790-B909-E428-53A08196ACD6}"/>
              </a:ext>
            </a:extLst>
          </p:cNvPr>
          <p:cNvSpPr/>
          <p:nvPr/>
        </p:nvSpPr>
        <p:spPr>
          <a:xfrm rot="13431547">
            <a:off x="3589641" y="581280"/>
            <a:ext cx="5657765" cy="5628601"/>
          </a:xfrm>
          <a:prstGeom prst="rect">
            <a:avLst/>
          </a:prstGeom>
          <a:solidFill>
            <a:schemeClr val="bg1"/>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1" name="Rectangle 10">
            <a:extLst>
              <a:ext uri="{FF2B5EF4-FFF2-40B4-BE49-F238E27FC236}">
                <a16:creationId xmlns:a16="http://schemas.microsoft.com/office/drawing/2014/main" id="{C7A643A7-FD74-C138-8846-BDDFFBDF1729}"/>
              </a:ext>
            </a:extLst>
          </p:cNvPr>
          <p:cNvSpPr/>
          <p:nvPr/>
        </p:nvSpPr>
        <p:spPr>
          <a:xfrm rot="13737298">
            <a:off x="4093084" y="8741127"/>
            <a:ext cx="2546388" cy="243827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6" name="Rectangle 15">
            <a:extLst>
              <a:ext uri="{FF2B5EF4-FFF2-40B4-BE49-F238E27FC236}">
                <a16:creationId xmlns:a16="http://schemas.microsoft.com/office/drawing/2014/main" id="{0C24E03D-0710-A820-E644-DF9F3554B61D}"/>
              </a:ext>
            </a:extLst>
          </p:cNvPr>
          <p:cNvSpPr/>
          <p:nvPr/>
        </p:nvSpPr>
        <p:spPr>
          <a:xfrm rot="13724528">
            <a:off x="-3328394" y="-2566700"/>
            <a:ext cx="2306785" cy="2299419"/>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2" name="Rectangle 11">
            <a:extLst>
              <a:ext uri="{FF2B5EF4-FFF2-40B4-BE49-F238E27FC236}">
                <a16:creationId xmlns:a16="http://schemas.microsoft.com/office/drawing/2014/main" id="{562CDC57-78D0-9C2B-1995-EA7649843A69}"/>
              </a:ext>
            </a:extLst>
          </p:cNvPr>
          <p:cNvSpPr/>
          <p:nvPr/>
        </p:nvSpPr>
        <p:spPr>
          <a:xfrm rot="13724645">
            <a:off x="4301126" y="9064780"/>
            <a:ext cx="2063531" cy="2052896"/>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26" name="Group 25">
            <a:extLst>
              <a:ext uri="{FF2B5EF4-FFF2-40B4-BE49-F238E27FC236}">
                <a16:creationId xmlns:a16="http://schemas.microsoft.com/office/drawing/2014/main" id="{E78A07F7-F1FA-005F-0071-B335B8B11E78}"/>
              </a:ext>
            </a:extLst>
          </p:cNvPr>
          <p:cNvGrpSpPr/>
          <p:nvPr/>
        </p:nvGrpSpPr>
        <p:grpSpPr>
          <a:xfrm rot="227878">
            <a:off x="-7753504" y="4356581"/>
            <a:ext cx="4677786" cy="4375909"/>
            <a:chOff x="8437363" y="1783211"/>
            <a:chExt cx="3179181" cy="2974015"/>
          </a:xfrm>
        </p:grpSpPr>
        <p:sp>
          <p:nvSpPr>
            <p:cNvPr id="15" name="Rectangle 14">
              <a:extLst>
                <a:ext uri="{FF2B5EF4-FFF2-40B4-BE49-F238E27FC236}">
                  <a16:creationId xmlns:a16="http://schemas.microsoft.com/office/drawing/2014/main" id="{6547A9C2-B180-4019-79D6-BDE24B93092E}"/>
                </a:ext>
              </a:extLst>
            </p:cNvPr>
            <p:cNvSpPr/>
            <p:nvPr/>
          </p:nvSpPr>
          <p:spPr>
            <a:xfrm rot="13508332">
              <a:off x="8414563" y="1820487"/>
              <a:ext cx="2959539" cy="2913940"/>
            </a:xfrm>
            <a:prstGeom prst="rect">
              <a:avLst/>
            </a:prstGeom>
            <a:solidFill>
              <a:srgbClr val="FFC000"/>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 name="Rectangle 3">
              <a:extLst>
                <a:ext uri="{FF2B5EF4-FFF2-40B4-BE49-F238E27FC236}">
                  <a16:creationId xmlns:a16="http://schemas.microsoft.com/office/drawing/2014/main" id="{A6BAC61E-9BB1-376C-A62F-CBA18DB2C91A}"/>
                </a:ext>
              </a:extLst>
            </p:cNvPr>
            <p:cNvSpPr/>
            <p:nvPr/>
          </p:nvSpPr>
          <p:spPr>
            <a:xfrm rot="2703290">
              <a:off x="8654085" y="1790866"/>
              <a:ext cx="2970113" cy="2954804"/>
            </a:xfrm>
            <a:prstGeom prst="rect">
              <a:avLst/>
            </a:prstGeom>
            <a:blipFill dpi="0" rotWithShape="0">
              <a:blip r:embed="rId2"/>
              <a:srcRect/>
              <a:stretch>
                <a:fillRect/>
              </a:stretch>
            </a:blipFill>
            <a:ln>
              <a:noFill/>
            </a:ln>
            <a:effectLst>
              <a:outerShdw blurRad="50800" dist="50800" dir="5400000" algn="ctr" rotWithShape="0">
                <a:srgbClr val="000000">
                  <a:alpha val="8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grpSp>
      <p:sp>
        <p:nvSpPr>
          <p:cNvPr id="14" name="TextBox 13">
            <a:extLst>
              <a:ext uri="{FF2B5EF4-FFF2-40B4-BE49-F238E27FC236}">
                <a16:creationId xmlns:a16="http://schemas.microsoft.com/office/drawing/2014/main" id="{67676667-B4A5-063C-6F44-2E02A9C66898}"/>
              </a:ext>
            </a:extLst>
          </p:cNvPr>
          <p:cNvSpPr txBox="1"/>
          <p:nvPr/>
        </p:nvSpPr>
        <p:spPr>
          <a:xfrm>
            <a:off x="2059123" y="3403758"/>
            <a:ext cx="5594959" cy="2369880"/>
          </a:xfrm>
          <a:prstGeom prst="rect">
            <a:avLst/>
          </a:prstGeom>
          <a:noFill/>
        </p:spPr>
        <p:txBody>
          <a:bodyPr wrap="square" rtlCol="0">
            <a:spAutoFit/>
          </a:bodyPr>
          <a:lstStyle/>
          <a:p>
            <a:r>
              <a:rPr lang="en-US" sz="2000" b="1" dirty="0">
                <a:latin typeface="Times New Roman" panose="02020603050405020304" pitchFamily="18" charset="0"/>
              </a:rPr>
              <a:t>TikTok Shop</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Users can buy products directly inside the app while watching videos.</a:t>
            </a:r>
          </a:p>
          <a:p>
            <a:pPr marL="285750" indent="-285750">
              <a:buFont typeface="Arial" panose="020B0604020202020204" pitchFamily="34" charset="0"/>
              <a:buChar char="•"/>
            </a:pPr>
            <a:r>
              <a:rPr lang="en-US" dirty="0">
                <a:latin typeface="Times New Roman" panose="02020603050405020304" pitchFamily="18" charset="0"/>
              </a:rPr>
              <a:t>Real reviews from ordinary people make products sell out in minutes.</a:t>
            </a:r>
          </a:p>
          <a:p>
            <a:pPr marL="285750" indent="-285750">
              <a:buFont typeface="Arial" panose="020B0604020202020204" pitchFamily="34" charset="0"/>
              <a:buChar char="•"/>
            </a:pPr>
            <a:r>
              <a:rPr lang="en-US" dirty="0">
                <a:latin typeface="Times New Roman" panose="02020603050405020304" pitchFamily="18" charset="0"/>
              </a:rPr>
              <a:t>Creators show products in real-time, answering questions from the audience instantly.</a:t>
            </a:r>
          </a:p>
        </p:txBody>
      </p:sp>
      <p:grpSp>
        <p:nvGrpSpPr>
          <p:cNvPr id="30" name="Group 29">
            <a:extLst>
              <a:ext uri="{FF2B5EF4-FFF2-40B4-BE49-F238E27FC236}">
                <a16:creationId xmlns:a16="http://schemas.microsoft.com/office/drawing/2014/main" id="{EC153696-A245-CCF4-11B3-733CA8F3ED9D}"/>
              </a:ext>
            </a:extLst>
          </p:cNvPr>
          <p:cNvGrpSpPr/>
          <p:nvPr/>
        </p:nvGrpSpPr>
        <p:grpSpPr>
          <a:xfrm>
            <a:off x="1124711" y="869932"/>
            <a:ext cx="1680725" cy="2299419"/>
            <a:chOff x="1177204" y="1263312"/>
            <a:chExt cx="1680725" cy="2299419"/>
          </a:xfrm>
        </p:grpSpPr>
        <p:sp>
          <p:nvSpPr>
            <p:cNvPr id="13" name="Rectangle 12">
              <a:extLst>
                <a:ext uri="{FF2B5EF4-FFF2-40B4-BE49-F238E27FC236}">
                  <a16:creationId xmlns:a16="http://schemas.microsoft.com/office/drawing/2014/main" id="{AAA620F5-2255-134E-CEF9-39A72CDCFB4C}"/>
                </a:ext>
              </a:extLst>
            </p:cNvPr>
            <p:cNvSpPr/>
            <p:nvPr/>
          </p:nvSpPr>
          <p:spPr>
            <a:xfrm>
              <a:off x="1177204" y="1263312"/>
              <a:ext cx="1451590" cy="2299419"/>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4" name="Rectangle 23">
              <a:extLst>
                <a:ext uri="{FF2B5EF4-FFF2-40B4-BE49-F238E27FC236}">
                  <a16:creationId xmlns:a16="http://schemas.microsoft.com/office/drawing/2014/main" id="{389ED4A1-50AD-64A8-3EC6-E413937B61BF}"/>
                </a:ext>
              </a:extLst>
            </p:cNvPr>
            <p:cNvSpPr/>
            <p:nvPr/>
          </p:nvSpPr>
          <p:spPr>
            <a:xfrm>
              <a:off x="1980867" y="1517964"/>
              <a:ext cx="877062" cy="1790116"/>
            </a:xfrm>
            <a:prstGeom prst="rect">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sp>
        <p:nvSpPr>
          <p:cNvPr id="23" name="TextBox 22">
            <a:extLst>
              <a:ext uri="{FF2B5EF4-FFF2-40B4-BE49-F238E27FC236}">
                <a16:creationId xmlns:a16="http://schemas.microsoft.com/office/drawing/2014/main" id="{F053C846-8004-664A-EFC0-29DC2761EF8C}"/>
              </a:ext>
            </a:extLst>
          </p:cNvPr>
          <p:cNvSpPr txBox="1"/>
          <p:nvPr/>
        </p:nvSpPr>
        <p:spPr>
          <a:xfrm>
            <a:off x="1341323" y="1056287"/>
            <a:ext cx="4832787" cy="2000548"/>
          </a:xfrm>
          <a:prstGeom prst="rect">
            <a:avLst/>
          </a:prstGeom>
          <a:noFill/>
        </p:spPr>
        <p:txBody>
          <a:bodyPr wrap="square" rtlCol="0">
            <a:spAutoFit/>
          </a:bodyPr>
          <a:lstStyle/>
          <a:p>
            <a:r>
              <a:rPr lang="en-US" sz="2400" dirty="0">
                <a:latin typeface="Times New Roman" panose="02020603050405020304" pitchFamily="18" charset="0"/>
              </a:rPr>
              <a:t>New Era of </a:t>
            </a:r>
          </a:p>
          <a:p>
            <a:r>
              <a:rPr lang="en-US" sz="4800" b="1" dirty="0">
                <a:latin typeface="Times New Roman" panose="02020603050405020304" pitchFamily="18" charset="0"/>
              </a:rPr>
              <a:t>Marketing </a:t>
            </a:r>
            <a:r>
              <a:rPr lang="en-US" sz="3200" b="1" dirty="0">
                <a:latin typeface="Times New Roman" panose="02020603050405020304" pitchFamily="18" charset="0"/>
              </a:rPr>
              <a:t>&amp;</a:t>
            </a:r>
            <a:r>
              <a:rPr lang="en-US" sz="4800" b="1" dirty="0">
                <a:latin typeface="Times New Roman" panose="02020603050405020304" pitchFamily="18" charset="0"/>
              </a:rPr>
              <a:t> </a:t>
            </a:r>
          </a:p>
          <a:p>
            <a:r>
              <a:rPr lang="en-US" sz="4800" b="1" dirty="0">
                <a:latin typeface="Times New Roman" panose="02020603050405020304" pitchFamily="18" charset="0"/>
              </a:rPr>
              <a:t>Commerce </a:t>
            </a:r>
          </a:p>
        </p:txBody>
      </p:sp>
      <p:grpSp>
        <p:nvGrpSpPr>
          <p:cNvPr id="77" name="Group 76">
            <a:extLst>
              <a:ext uri="{FF2B5EF4-FFF2-40B4-BE49-F238E27FC236}">
                <a16:creationId xmlns:a16="http://schemas.microsoft.com/office/drawing/2014/main" id="{5D63FD9D-F0AE-A255-3624-A727AE9A21F9}"/>
              </a:ext>
            </a:extLst>
          </p:cNvPr>
          <p:cNvGrpSpPr/>
          <p:nvPr/>
        </p:nvGrpSpPr>
        <p:grpSpPr>
          <a:xfrm>
            <a:off x="1068156" y="-2569616"/>
            <a:ext cx="1866320" cy="2295295"/>
            <a:chOff x="1068156" y="11538"/>
            <a:chExt cx="1866320" cy="2295295"/>
          </a:xfrm>
        </p:grpSpPr>
        <p:sp>
          <p:nvSpPr>
            <p:cNvPr id="78" name="Arrow: Pentagon 77">
              <a:extLst>
                <a:ext uri="{FF2B5EF4-FFF2-40B4-BE49-F238E27FC236}">
                  <a16:creationId xmlns:a16="http://schemas.microsoft.com/office/drawing/2014/main" id="{D8F634FE-AF7E-1378-B7CB-686A3CD6D1A9}"/>
                </a:ext>
              </a:extLst>
            </p:cNvPr>
            <p:cNvSpPr/>
            <p:nvPr/>
          </p:nvSpPr>
          <p:spPr>
            <a:xfrm rot="5400000">
              <a:off x="853668" y="226026"/>
              <a:ext cx="2295295" cy="1866320"/>
            </a:xfrm>
            <a:prstGeom prst="homePlate">
              <a:avLst>
                <a:gd name="adj" fmla="val 34448"/>
              </a:avLst>
            </a:prstGeom>
            <a:solidFill>
              <a:srgbClr val="FFC000"/>
            </a:solidFill>
            <a:ln>
              <a:noFill/>
            </a:ln>
            <a:effectLst>
              <a:outerShdw blurRad="127000" dist="76200" dir="5400000" algn="ctr" rotWithShape="0">
                <a:srgbClr val="000000">
                  <a:alpha val="51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79" name="TextBox 78">
              <a:extLst>
                <a:ext uri="{FF2B5EF4-FFF2-40B4-BE49-F238E27FC236}">
                  <a16:creationId xmlns:a16="http://schemas.microsoft.com/office/drawing/2014/main" id="{1AE1B6F9-50E6-9DA7-C62F-C121839F5EFA}"/>
                </a:ext>
              </a:extLst>
            </p:cNvPr>
            <p:cNvSpPr txBox="1"/>
            <p:nvPr/>
          </p:nvSpPr>
          <p:spPr>
            <a:xfrm>
              <a:off x="1182653" y="888743"/>
              <a:ext cx="1637323" cy="1323439"/>
            </a:xfrm>
            <a:prstGeom prst="rect">
              <a:avLst/>
            </a:prstGeom>
            <a:noFill/>
          </p:spPr>
          <p:txBody>
            <a:bodyPr wrap="square" rtlCol="0">
              <a:spAutoFit/>
            </a:bodyPr>
            <a:lstStyle/>
            <a:p>
              <a:r>
                <a:rPr lang="en-US" sz="4000" b="1" dirty="0">
                  <a:latin typeface="Times New Roman" panose="02020603050405020304" pitchFamily="18" charset="0"/>
                </a:rPr>
                <a:t>Cont’d</a:t>
              </a:r>
            </a:p>
          </p:txBody>
        </p:sp>
      </p:grpSp>
      <p:sp>
        <p:nvSpPr>
          <p:cNvPr id="80" name="Rectangle 79">
            <a:extLst>
              <a:ext uri="{FF2B5EF4-FFF2-40B4-BE49-F238E27FC236}">
                <a16:creationId xmlns:a16="http://schemas.microsoft.com/office/drawing/2014/main" id="{E317682D-CFFB-5D45-8240-EF0AD45B82FC}"/>
              </a:ext>
            </a:extLst>
          </p:cNvPr>
          <p:cNvSpPr/>
          <p:nvPr/>
        </p:nvSpPr>
        <p:spPr>
          <a:xfrm>
            <a:off x="3383279" y="-6723438"/>
            <a:ext cx="7162801"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81" name="Rectangle 80">
            <a:extLst>
              <a:ext uri="{FF2B5EF4-FFF2-40B4-BE49-F238E27FC236}">
                <a16:creationId xmlns:a16="http://schemas.microsoft.com/office/drawing/2014/main" id="{17D59E12-A30E-BE55-5B1B-F5CE22FA39FD}"/>
              </a:ext>
            </a:extLst>
          </p:cNvPr>
          <p:cNvSpPr/>
          <p:nvPr/>
        </p:nvSpPr>
        <p:spPr>
          <a:xfrm rot="18270037">
            <a:off x="3776880" y="-5810046"/>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82" name="Rectangle 81">
            <a:extLst>
              <a:ext uri="{FF2B5EF4-FFF2-40B4-BE49-F238E27FC236}">
                <a16:creationId xmlns:a16="http://schemas.microsoft.com/office/drawing/2014/main" id="{F78F918D-E871-9BFE-7966-6BBEE2D3B9CB}"/>
              </a:ext>
            </a:extLst>
          </p:cNvPr>
          <p:cNvSpPr/>
          <p:nvPr/>
        </p:nvSpPr>
        <p:spPr>
          <a:xfrm rot="3329963" flipH="1">
            <a:off x="9657849" y="-5791758"/>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83" name="Rectangle 82">
            <a:extLst>
              <a:ext uri="{FF2B5EF4-FFF2-40B4-BE49-F238E27FC236}">
                <a16:creationId xmlns:a16="http://schemas.microsoft.com/office/drawing/2014/main" id="{D89DE6DE-3B91-B473-2105-E3D7EC49151A}"/>
              </a:ext>
            </a:extLst>
          </p:cNvPr>
          <p:cNvSpPr/>
          <p:nvPr/>
        </p:nvSpPr>
        <p:spPr>
          <a:xfrm>
            <a:off x="3383279" y="-6840623"/>
            <a:ext cx="7162801"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84" name="Rectangle 83">
            <a:extLst>
              <a:ext uri="{FF2B5EF4-FFF2-40B4-BE49-F238E27FC236}">
                <a16:creationId xmlns:a16="http://schemas.microsoft.com/office/drawing/2014/main" id="{C259B9EA-ECEB-6CA5-D234-2A527C7FC7BB}"/>
              </a:ext>
            </a:extLst>
          </p:cNvPr>
          <p:cNvSpPr/>
          <p:nvPr/>
        </p:nvSpPr>
        <p:spPr>
          <a:xfrm rot="18270037">
            <a:off x="3742534" y="-5918861"/>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85" name="Rectangle 84">
            <a:extLst>
              <a:ext uri="{FF2B5EF4-FFF2-40B4-BE49-F238E27FC236}">
                <a16:creationId xmlns:a16="http://schemas.microsoft.com/office/drawing/2014/main" id="{8B5951D3-EC48-1DD5-CABA-87CA94B43367}"/>
              </a:ext>
            </a:extLst>
          </p:cNvPr>
          <p:cNvSpPr/>
          <p:nvPr/>
        </p:nvSpPr>
        <p:spPr>
          <a:xfrm rot="3329963" flipH="1">
            <a:off x="9657849" y="-5908943"/>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86" name="Rectangle 85">
            <a:extLst>
              <a:ext uri="{FF2B5EF4-FFF2-40B4-BE49-F238E27FC236}">
                <a16:creationId xmlns:a16="http://schemas.microsoft.com/office/drawing/2014/main" id="{7DA75F02-FE62-BAA4-985B-6E4A069147BF}"/>
              </a:ext>
            </a:extLst>
          </p:cNvPr>
          <p:cNvSpPr/>
          <p:nvPr/>
        </p:nvSpPr>
        <p:spPr>
          <a:xfrm>
            <a:off x="3383279" y="-6900908"/>
            <a:ext cx="7162801"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87" name="Rectangle 86">
            <a:extLst>
              <a:ext uri="{FF2B5EF4-FFF2-40B4-BE49-F238E27FC236}">
                <a16:creationId xmlns:a16="http://schemas.microsoft.com/office/drawing/2014/main" id="{72038F44-0119-3A73-E0B8-7B3B4397961F}"/>
              </a:ext>
            </a:extLst>
          </p:cNvPr>
          <p:cNvSpPr/>
          <p:nvPr/>
        </p:nvSpPr>
        <p:spPr>
          <a:xfrm rot="18270037">
            <a:off x="3736438" y="-5979146"/>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88" name="Rectangle 87">
            <a:extLst>
              <a:ext uri="{FF2B5EF4-FFF2-40B4-BE49-F238E27FC236}">
                <a16:creationId xmlns:a16="http://schemas.microsoft.com/office/drawing/2014/main" id="{EC9A3836-6229-6052-B5A7-9F43B800541A}"/>
              </a:ext>
            </a:extLst>
          </p:cNvPr>
          <p:cNvSpPr/>
          <p:nvPr/>
        </p:nvSpPr>
        <p:spPr>
          <a:xfrm rot="3329963" flipH="1">
            <a:off x="9657849" y="-5969228"/>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89" name="Rectangle 88">
            <a:extLst>
              <a:ext uri="{FF2B5EF4-FFF2-40B4-BE49-F238E27FC236}">
                <a16:creationId xmlns:a16="http://schemas.microsoft.com/office/drawing/2014/main" id="{DCDD31BA-2D5C-CCCD-1259-B733D7A41091}"/>
              </a:ext>
            </a:extLst>
          </p:cNvPr>
          <p:cNvSpPr/>
          <p:nvPr/>
        </p:nvSpPr>
        <p:spPr>
          <a:xfrm>
            <a:off x="3999930" y="-7136077"/>
            <a:ext cx="5875589" cy="6858000"/>
          </a:xfrm>
          <a:prstGeom prst="rect">
            <a:avLst/>
          </a:prstGeom>
          <a:solidFill>
            <a:schemeClr val="bg1"/>
          </a:solidFill>
          <a:ln>
            <a:noFill/>
          </a:ln>
          <a:effectLst>
            <a:outerShdw blurRad="1905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90" name="Rectangle 89">
            <a:extLst>
              <a:ext uri="{FF2B5EF4-FFF2-40B4-BE49-F238E27FC236}">
                <a16:creationId xmlns:a16="http://schemas.microsoft.com/office/drawing/2014/main" id="{03F6D79F-4F38-6721-57F6-787E0907DB93}"/>
              </a:ext>
            </a:extLst>
          </p:cNvPr>
          <p:cNvSpPr/>
          <p:nvPr/>
        </p:nvSpPr>
        <p:spPr>
          <a:xfrm>
            <a:off x="3688027" y="-7106171"/>
            <a:ext cx="6458673"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91" name="TextBox 90">
            <a:extLst>
              <a:ext uri="{FF2B5EF4-FFF2-40B4-BE49-F238E27FC236}">
                <a16:creationId xmlns:a16="http://schemas.microsoft.com/office/drawing/2014/main" id="{B4EC7528-E1D1-D6A8-C345-77DDDE04EA12}"/>
              </a:ext>
            </a:extLst>
          </p:cNvPr>
          <p:cNvSpPr txBox="1"/>
          <p:nvPr/>
        </p:nvSpPr>
        <p:spPr>
          <a:xfrm>
            <a:off x="3865916" y="-6785754"/>
            <a:ext cx="6102891" cy="677108"/>
          </a:xfrm>
          <a:prstGeom prst="rect">
            <a:avLst/>
          </a:prstGeom>
          <a:noFill/>
        </p:spPr>
        <p:txBody>
          <a:bodyPr wrap="square" rtlCol="0">
            <a:spAutoFit/>
          </a:bodyPr>
          <a:lstStyle/>
          <a:p>
            <a:r>
              <a:rPr lang="en-US" sz="2000" b="1" dirty="0">
                <a:latin typeface="Times New Roman" panose="02020603050405020304" pitchFamily="18" charset="0"/>
              </a:rPr>
              <a:t>Commerce</a:t>
            </a:r>
          </a:p>
          <a:p>
            <a:pPr marL="285750" indent="-285750">
              <a:buFont typeface="Arial" panose="020B0604020202020204" pitchFamily="34" charset="0"/>
              <a:buChar char="•"/>
            </a:pPr>
            <a:r>
              <a:rPr lang="en-US" dirty="0">
                <a:latin typeface="Times New Roman" panose="02020603050405020304" pitchFamily="18" charset="0"/>
              </a:rPr>
              <a:t>Successful brands make fun videos, not boring commercials.</a:t>
            </a:r>
          </a:p>
        </p:txBody>
      </p:sp>
      <p:sp>
        <p:nvSpPr>
          <p:cNvPr id="92" name="Rectangle 91">
            <a:extLst>
              <a:ext uri="{FF2B5EF4-FFF2-40B4-BE49-F238E27FC236}">
                <a16:creationId xmlns:a16="http://schemas.microsoft.com/office/drawing/2014/main" id="{9AA4F9DE-68B3-4479-E184-12BB23124127}"/>
              </a:ext>
            </a:extLst>
          </p:cNvPr>
          <p:cNvSpPr/>
          <p:nvPr/>
        </p:nvSpPr>
        <p:spPr>
          <a:xfrm>
            <a:off x="3688026" y="-7055276"/>
            <a:ext cx="6458673"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93" name="TextBox 92">
            <a:extLst>
              <a:ext uri="{FF2B5EF4-FFF2-40B4-BE49-F238E27FC236}">
                <a16:creationId xmlns:a16="http://schemas.microsoft.com/office/drawing/2014/main" id="{204E29C0-B2D0-7922-25A6-C9A534DD593A}"/>
              </a:ext>
            </a:extLst>
          </p:cNvPr>
          <p:cNvSpPr txBox="1"/>
          <p:nvPr/>
        </p:nvSpPr>
        <p:spPr>
          <a:xfrm>
            <a:off x="3865915" y="-6703544"/>
            <a:ext cx="6102891"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People trust the advice of their favorite creators more than big movie stars.</a:t>
            </a:r>
          </a:p>
        </p:txBody>
      </p:sp>
      <p:sp>
        <p:nvSpPr>
          <p:cNvPr id="94" name="Rectangle 93">
            <a:extLst>
              <a:ext uri="{FF2B5EF4-FFF2-40B4-BE49-F238E27FC236}">
                <a16:creationId xmlns:a16="http://schemas.microsoft.com/office/drawing/2014/main" id="{B61C160D-1D4F-9987-A000-6D049DF06A5D}"/>
              </a:ext>
            </a:extLst>
          </p:cNvPr>
          <p:cNvSpPr/>
          <p:nvPr/>
        </p:nvSpPr>
        <p:spPr>
          <a:xfrm>
            <a:off x="3735342" y="-6941056"/>
            <a:ext cx="6458673"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95" name="TextBox 94">
            <a:extLst>
              <a:ext uri="{FF2B5EF4-FFF2-40B4-BE49-F238E27FC236}">
                <a16:creationId xmlns:a16="http://schemas.microsoft.com/office/drawing/2014/main" id="{9B063623-F346-D92F-C569-666624888378}"/>
              </a:ext>
            </a:extLst>
          </p:cNvPr>
          <p:cNvSpPr txBox="1"/>
          <p:nvPr/>
        </p:nvSpPr>
        <p:spPr>
          <a:xfrm>
            <a:off x="3956985" y="-6663138"/>
            <a:ext cx="6011821"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Small businesses can reach millions of people without spending a lot of money on TV ads.</a:t>
            </a:r>
          </a:p>
        </p:txBody>
      </p:sp>
      <p:sp>
        <p:nvSpPr>
          <p:cNvPr id="96" name="Rectangle 95">
            <a:extLst>
              <a:ext uri="{FF2B5EF4-FFF2-40B4-BE49-F238E27FC236}">
                <a16:creationId xmlns:a16="http://schemas.microsoft.com/office/drawing/2014/main" id="{BA9EED4D-FBC1-59F9-83E4-24912309BE12}"/>
              </a:ext>
            </a:extLst>
          </p:cNvPr>
          <p:cNvSpPr/>
          <p:nvPr/>
        </p:nvSpPr>
        <p:spPr>
          <a:xfrm>
            <a:off x="3383279" y="7288980"/>
            <a:ext cx="7162801"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97" name="Rectangle 96">
            <a:extLst>
              <a:ext uri="{FF2B5EF4-FFF2-40B4-BE49-F238E27FC236}">
                <a16:creationId xmlns:a16="http://schemas.microsoft.com/office/drawing/2014/main" id="{8102E201-F24C-132D-8972-D3FBAB7B2598}"/>
              </a:ext>
            </a:extLst>
          </p:cNvPr>
          <p:cNvSpPr/>
          <p:nvPr/>
        </p:nvSpPr>
        <p:spPr>
          <a:xfrm rot="18270037">
            <a:off x="3776880" y="8202372"/>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98" name="Rectangle 97">
            <a:extLst>
              <a:ext uri="{FF2B5EF4-FFF2-40B4-BE49-F238E27FC236}">
                <a16:creationId xmlns:a16="http://schemas.microsoft.com/office/drawing/2014/main" id="{FB0D4F2E-D391-EC10-37F8-F0DA9FA47C34}"/>
              </a:ext>
            </a:extLst>
          </p:cNvPr>
          <p:cNvSpPr/>
          <p:nvPr/>
        </p:nvSpPr>
        <p:spPr>
          <a:xfrm rot="3329963" flipH="1">
            <a:off x="9657849" y="8220660"/>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99" name="Rectangle 98">
            <a:extLst>
              <a:ext uri="{FF2B5EF4-FFF2-40B4-BE49-F238E27FC236}">
                <a16:creationId xmlns:a16="http://schemas.microsoft.com/office/drawing/2014/main" id="{0C2B6AC7-C765-A703-A7ED-1F964899F418}"/>
              </a:ext>
            </a:extLst>
          </p:cNvPr>
          <p:cNvSpPr/>
          <p:nvPr/>
        </p:nvSpPr>
        <p:spPr>
          <a:xfrm>
            <a:off x="3729124" y="7080772"/>
            <a:ext cx="6458673"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00" name="TextBox 99">
            <a:extLst>
              <a:ext uri="{FF2B5EF4-FFF2-40B4-BE49-F238E27FC236}">
                <a16:creationId xmlns:a16="http://schemas.microsoft.com/office/drawing/2014/main" id="{B9EBBFFF-B2F6-1A05-D6E9-F8327BF30ACF}"/>
              </a:ext>
            </a:extLst>
          </p:cNvPr>
          <p:cNvSpPr txBox="1"/>
          <p:nvPr/>
        </p:nvSpPr>
        <p:spPr>
          <a:xfrm>
            <a:off x="3865916" y="-6673149"/>
            <a:ext cx="6102891"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users use TikTok like Google to find places and facts.</a:t>
            </a:r>
          </a:p>
        </p:txBody>
      </p:sp>
    </p:spTree>
    <p:extLst>
      <p:ext uri="{BB962C8B-B14F-4D97-AF65-F5344CB8AC3E}">
        <p14:creationId xmlns:p14="http://schemas.microsoft.com/office/powerpoint/2010/main" val="37648903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4299B-6BF6-ABBB-4413-EBC2273A7E52}"/>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7BFE1F69-300B-76C4-6011-D40EB7526F76}"/>
              </a:ext>
            </a:extLst>
          </p:cNvPr>
          <p:cNvSpPr/>
          <p:nvPr/>
        </p:nvSpPr>
        <p:spPr>
          <a:xfrm rot="16200000">
            <a:off x="6661795" y="1361940"/>
            <a:ext cx="6892146" cy="416826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53" name="Rectangle 52">
            <a:extLst>
              <a:ext uri="{FF2B5EF4-FFF2-40B4-BE49-F238E27FC236}">
                <a16:creationId xmlns:a16="http://schemas.microsoft.com/office/drawing/2014/main" id="{578F66C6-35BD-DF13-E451-E74F15374FB8}"/>
              </a:ext>
            </a:extLst>
          </p:cNvPr>
          <p:cNvSpPr/>
          <p:nvPr/>
        </p:nvSpPr>
        <p:spPr>
          <a:xfrm>
            <a:off x="3383279" y="7288980"/>
            <a:ext cx="7162801"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54" name="Rectangle 53">
            <a:extLst>
              <a:ext uri="{FF2B5EF4-FFF2-40B4-BE49-F238E27FC236}">
                <a16:creationId xmlns:a16="http://schemas.microsoft.com/office/drawing/2014/main" id="{378E32F3-8DC3-E91A-3660-24D2BC9F3B50}"/>
              </a:ext>
            </a:extLst>
          </p:cNvPr>
          <p:cNvSpPr/>
          <p:nvPr/>
        </p:nvSpPr>
        <p:spPr>
          <a:xfrm rot="18270037">
            <a:off x="3776880" y="8202372"/>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55" name="Rectangle 54">
            <a:extLst>
              <a:ext uri="{FF2B5EF4-FFF2-40B4-BE49-F238E27FC236}">
                <a16:creationId xmlns:a16="http://schemas.microsoft.com/office/drawing/2014/main" id="{371E336F-DB78-CDDB-AD17-BA868D9E0451}"/>
              </a:ext>
            </a:extLst>
          </p:cNvPr>
          <p:cNvSpPr/>
          <p:nvPr/>
        </p:nvSpPr>
        <p:spPr>
          <a:xfrm rot="3329963" flipH="1">
            <a:off x="9657849" y="8220660"/>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 name="Rectangle 1">
            <a:extLst>
              <a:ext uri="{FF2B5EF4-FFF2-40B4-BE49-F238E27FC236}">
                <a16:creationId xmlns:a16="http://schemas.microsoft.com/office/drawing/2014/main" id="{1BEA9D00-1FFD-D799-757D-312E61D6938D}"/>
              </a:ext>
            </a:extLst>
          </p:cNvPr>
          <p:cNvSpPr/>
          <p:nvPr/>
        </p:nvSpPr>
        <p:spPr>
          <a:xfrm rot="13423632">
            <a:off x="13813447" y="40431"/>
            <a:ext cx="6787712" cy="6710299"/>
          </a:xfrm>
          <a:prstGeom prst="rect">
            <a:avLst/>
          </a:prstGeom>
          <a:solidFill>
            <a:srgbClr val="FFC000"/>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6" name="Rectangle 5">
            <a:extLst>
              <a:ext uri="{FF2B5EF4-FFF2-40B4-BE49-F238E27FC236}">
                <a16:creationId xmlns:a16="http://schemas.microsoft.com/office/drawing/2014/main" id="{2DB99B12-0267-717F-77D8-B67143A2A8F4}"/>
              </a:ext>
            </a:extLst>
          </p:cNvPr>
          <p:cNvSpPr/>
          <p:nvPr/>
        </p:nvSpPr>
        <p:spPr>
          <a:xfrm rot="13431547">
            <a:off x="15160372" y="631770"/>
            <a:ext cx="5657765" cy="5628601"/>
          </a:xfrm>
          <a:prstGeom prst="rect">
            <a:avLst/>
          </a:prstGeom>
          <a:solidFill>
            <a:schemeClr val="bg1"/>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4" name="TextBox 13">
            <a:extLst>
              <a:ext uri="{FF2B5EF4-FFF2-40B4-BE49-F238E27FC236}">
                <a16:creationId xmlns:a16="http://schemas.microsoft.com/office/drawing/2014/main" id="{49ED1A2D-CF55-4612-DF2B-3A9C45102C97}"/>
              </a:ext>
            </a:extLst>
          </p:cNvPr>
          <p:cNvSpPr txBox="1"/>
          <p:nvPr/>
        </p:nvSpPr>
        <p:spPr>
          <a:xfrm>
            <a:off x="2059123" y="10578286"/>
            <a:ext cx="5594959" cy="2369880"/>
          </a:xfrm>
          <a:prstGeom prst="rect">
            <a:avLst/>
          </a:prstGeom>
          <a:noFill/>
        </p:spPr>
        <p:txBody>
          <a:bodyPr wrap="square" rtlCol="0">
            <a:spAutoFit/>
          </a:bodyPr>
          <a:lstStyle/>
          <a:p>
            <a:r>
              <a:rPr lang="en-US" sz="2000" b="1" dirty="0">
                <a:latin typeface="Times New Roman" panose="02020603050405020304" pitchFamily="18" charset="0"/>
              </a:rPr>
              <a:t>TikTok Shop</a:t>
            </a: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Users can buy products directly inside the app while watching videos.</a:t>
            </a:r>
          </a:p>
          <a:p>
            <a:pPr marL="285750" indent="-285750">
              <a:buFont typeface="Arial" panose="020B0604020202020204" pitchFamily="34" charset="0"/>
              <a:buChar char="•"/>
            </a:pPr>
            <a:r>
              <a:rPr lang="en-US" dirty="0">
                <a:latin typeface="Times New Roman" panose="02020603050405020304" pitchFamily="18" charset="0"/>
              </a:rPr>
              <a:t>Real reviews from ordinary people make products sell out in minutes.</a:t>
            </a:r>
          </a:p>
          <a:p>
            <a:pPr marL="285750" indent="-285750">
              <a:buFont typeface="Arial" panose="020B0604020202020204" pitchFamily="34" charset="0"/>
              <a:buChar char="•"/>
            </a:pPr>
            <a:r>
              <a:rPr lang="en-US" dirty="0">
                <a:latin typeface="Times New Roman" panose="02020603050405020304" pitchFamily="18" charset="0"/>
              </a:rPr>
              <a:t>Creators show products in real-time, answering questions from the audience instantly.</a:t>
            </a:r>
          </a:p>
        </p:txBody>
      </p:sp>
      <p:grpSp>
        <p:nvGrpSpPr>
          <p:cNvPr id="30" name="Group 29">
            <a:extLst>
              <a:ext uri="{FF2B5EF4-FFF2-40B4-BE49-F238E27FC236}">
                <a16:creationId xmlns:a16="http://schemas.microsoft.com/office/drawing/2014/main" id="{E8B1D297-8207-0D1B-D428-62E8A027468C}"/>
              </a:ext>
            </a:extLst>
          </p:cNvPr>
          <p:cNvGrpSpPr/>
          <p:nvPr/>
        </p:nvGrpSpPr>
        <p:grpSpPr>
          <a:xfrm>
            <a:off x="1124711" y="8044460"/>
            <a:ext cx="1680725" cy="2299419"/>
            <a:chOff x="1177204" y="1263312"/>
            <a:chExt cx="1680725" cy="2299419"/>
          </a:xfrm>
        </p:grpSpPr>
        <p:sp>
          <p:nvSpPr>
            <p:cNvPr id="13" name="Rectangle 12">
              <a:extLst>
                <a:ext uri="{FF2B5EF4-FFF2-40B4-BE49-F238E27FC236}">
                  <a16:creationId xmlns:a16="http://schemas.microsoft.com/office/drawing/2014/main" id="{230BE196-CDA2-09B6-B700-433AFB1DC940}"/>
                </a:ext>
              </a:extLst>
            </p:cNvPr>
            <p:cNvSpPr/>
            <p:nvPr/>
          </p:nvSpPr>
          <p:spPr>
            <a:xfrm>
              <a:off x="1177204" y="1263312"/>
              <a:ext cx="1451590" cy="2299419"/>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4" name="Rectangle 23">
              <a:extLst>
                <a:ext uri="{FF2B5EF4-FFF2-40B4-BE49-F238E27FC236}">
                  <a16:creationId xmlns:a16="http://schemas.microsoft.com/office/drawing/2014/main" id="{732F5531-556C-6C96-E210-7228D1E88AF3}"/>
                </a:ext>
              </a:extLst>
            </p:cNvPr>
            <p:cNvSpPr/>
            <p:nvPr/>
          </p:nvSpPr>
          <p:spPr>
            <a:xfrm>
              <a:off x="1980867" y="1517964"/>
              <a:ext cx="877062" cy="1790116"/>
            </a:xfrm>
            <a:prstGeom prst="rect">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sp>
        <p:nvSpPr>
          <p:cNvPr id="23" name="TextBox 22">
            <a:extLst>
              <a:ext uri="{FF2B5EF4-FFF2-40B4-BE49-F238E27FC236}">
                <a16:creationId xmlns:a16="http://schemas.microsoft.com/office/drawing/2014/main" id="{49D74F2E-8F87-E8ED-72F6-D69D602B501A}"/>
              </a:ext>
            </a:extLst>
          </p:cNvPr>
          <p:cNvSpPr txBox="1"/>
          <p:nvPr/>
        </p:nvSpPr>
        <p:spPr>
          <a:xfrm>
            <a:off x="1341323" y="8230815"/>
            <a:ext cx="4832787" cy="2000548"/>
          </a:xfrm>
          <a:prstGeom prst="rect">
            <a:avLst/>
          </a:prstGeom>
          <a:noFill/>
        </p:spPr>
        <p:txBody>
          <a:bodyPr wrap="square" rtlCol="0">
            <a:spAutoFit/>
          </a:bodyPr>
          <a:lstStyle/>
          <a:p>
            <a:r>
              <a:rPr lang="en-US" sz="2400" dirty="0">
                <a:latin typeface="Times New Roman" panose="02020603050405020304" pitchFamily="18" charset="0"/>
              </a:rPr>
              <a:t>New Era of </a:t>
            </a:r>
          </a:p>
          <a:p>
            <a:r>
              <a:rPr lang="en-US" sz="4800" b="1" dirty="0">
                <a:latin typeface="Times New Roman" panose="02020603050405020304" pitchFamily="18" charset="0"/>
              </a:rPr>
              <a:t>Marketing </a:t>
            </a:r>
            <a:r>
              <a:rPr lang="en-US" sz="3200" b="1" dirty="0">
                <a:latin typeface="Times New Roman" panose="02020603050405020304" pitchFamily="18" charset="0"/>
              </a:rPr>
              <a:t>&amp;</a:t>
            </a:r>
            <a:r>
              <a:rPr lang="en-US" sz="4800" b="1" dirty="0">
                <a:latin typeface="Times New Roman" panose="02020603050405020304" pitchFamily="18" charset="0"/>
              </a:rPr>
              <a:t> </a:t>
            </a:r>
          </a:p>
          <a:p>
            <a:r>
              <a:rPr lang="en-US" sz="4800" b="1" dirty="0">
                <a:latin typeface="Times New Roman" panose="02020603050405020304" pitchFamily="18" charset="0"/>
              </a:rPr>
              <a:t>Commerce </a:t>
            </a:r>
          </a:p>
        </p:txBody>
      </p:sp>
      <p:sp>
        <p:nvSpPr>
          <p:cNvPr id="7" name="Rectangle 6">
            <a:extLst>
              <a:ext uri="{FF2B5EF4-FFF2-40B4-BE49-F238E27FC236}">
                <a16:creationId xmlns:a16="http://schemas.microsoft.com/office/drawing/2014/main" id="{7D550A53-6F9C-3D3C-D2A9-10C5F519D3D2}"/>
              </a:ext>
            </a:extLst>
          </p:cNvPr>
          <p:cNvSpPr/>
          <p:nvPr/>
        </p:nvSpPr>
        <p:spPr>
          <a:xfrm flipV="1">
            <a:off x="3383279" y="4832150"/>
            <a:ext cx="7162801"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8" name="Rectangle 7">
            <a:extLst>
              <a:ext uri="{FF2B5EF4-FFF2-40B4-BE49-F238E27FC236}">
                <a16:creationId xmlns:a16="http://schemas.microsoft.com/office/drawing/2014/main" id="{74899CE7-1C20-2180-8D9D-21C5D2DA50C4}"/>
              </a:ext>
            </a:extLst>
          </p:cNvPr>
          <p:cNvSpPr/>
          <p:nvPr/>
        </p:nvSpPr>
        <p:spPr>
          <a:xfrm rot="3329963" flipV="1">
            <a:off x="3776880" y="4956760"/>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9" name="Rectangle 8">
            <a:extLst>
              <a:ext uri="{FF2B5EF4-FFF2-40B4-BE49-F238E27FC236}">
                <a16:creationId xmlns:a16="http://schemas.microsoft.com/office/drawing/2014/main" id="{D1B683A6-C009-A79A-4E65-729B9B18FECD}"/>
              </a:ext>
            </a:extLst>
          </p:cNvPr>
          <p:cNvSpPr/>
          <p:nvPr/>
        </p:nvSpPr>
        <p:spPr>
          <a:xfrm rot="18270037" flipH="1" flipV="1">
            <a:off x="9657849" y="4938472"/>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2" name="Rectangle 21">
            <a:extLst>
              <a:ext uri="{FF2B5EF4-FFF2-40B4-BE49-F238E27FC236}">
                <a16:creationId xmlns:a16="http://schemas.microsoft.com/office/drawing/2014/main" id="{B8A31067-B67A-5C88-8C58-51DD9D4BA8C3}"/>
              </a:ext>
            </a:extLst>
          </p:cNvPr>
          <p:cNvSpPr/>
          <p:nvPr/>
        </p:nvSpPr>
        <p:spPr>
          <a:xfrm>
            <a:off x="3383279" y="3140806"/>
            <a:ext cx="7162801"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5" name="Rectangle 24">
            <a:extLst>
              <a:ext uri="{FF2B5EF4-FFF2-40B4-BE49-F238E27FC236}">
                <a16:creationId xmlns:a16="http://schemas.microsoft.com/office/drawing/2014/main" id="{BC198686-D9D0-FCF2-C914-D57B38F95C64}"/>
              </a:ext>
            </a:extLst>
          </p:cNvPr>
          <p:cNvSpPr/>
          <p:nvPr/>
        </p:nvSpPr>
        <p:spPr>
          <a:xfrm rot="18270037">
            <a:off x="3742534" y="4062568"/>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1" name="Rectangle 30">
            <a:extLst>
              <a:ext uri="{FF2B5EF4-FFF2-40B4-BE49-F238E27FC236}">
                <a16:creationId xmlns:a16="http://schemas.microsoft.com/office/drawing/2014/main" id="{5AFC17C7-CDBF-D6C0-5E67-22F4E2CFBD53}"/>
              </a:ext>
            </a:extLst>
          </p:cNvPr>
          <p:cNvSpPr/>
          <p:nvPr/>
        </p:nvSpPr>
        <p:spPr>
          <a:xfrm rot="3329963" flipH="1">
            <a:off x="9657849" y="4072486"/>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2" name="Rectangle 31">
            <a:extLst>
              <a:ext uri="{FF2B5EF4-FFF2-40B4-BE49-F238E27FC236}">
                <a16:creationId xmlns:a16="http://schemas.microsoft.com/office/drawing/2014/main" id="{146AF8EC-BE98-9DE6-9065-A3BF472AF342}"/>
              </a:ext>
            </a:extLst>
          </p:cNvPr>
          <p:cNvSpPr/>
          <p:nvPr/>
        </p:nvSpPr>
        <p:spPr>
          <a:xfrm>
            <a:off x="3383279" y="1344315"/>
            <a:ext cx="7162801"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3" name="Rectangle 32">
            <a:extLst>
              <a:ext uri="{FF2B5EF4-FFF2-40B4-BE49-F238E27FC236}">
                <a16:creationId xmlns:a16="http://schemas.microsoft.com/office/drawing/2014/main" id="{9226D806-C7C0-DECE-798B-6E67D07E73C6}"/>
              </a:ext>
            </a:extLst>
          </p:cNvPr>
          <p:cNvSpPr/>
          <p:nvPr/>
        </p:nvSpPr>
        <p:spPr>
          <a:xfrm rot="18270037">
            <a:off x="3736438" y="2266077"/>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9" name="Rectangle 38">
            <a:extLst>
              <a:ext uri="{FF2B5EF4-FFF2-40B4-BE49-F238E27FC236}">
                <a16:creationId xmlns:a16="http://schemas.microsoft.com/office/drawing/2014/main" id="{D2AA214C-438B-DFE7-E51B-6DEDBF391B0D}"/>
              </a:ext>
            </a:extLst>
          </p:cNvPr>
          <p:cNvSpPr/>
          <p:nvPr/>
        </p:nvSpPr>
        <p:spPr>
          <a:xfrm rot="3329963" flipH="1">
            <a:off x="9657849" y="2275995"/>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0" name="Rectangle 39">
            <a:extLst>
              <a:ext uri="{FF2B5EF4-FFF2-40B4-BE49-F238E27FC236}">
                <a16:creationId xmlns:a16="http://schemas.microsoft.com/office/drawing/2014/main" id="{3FB90180-CF1D-F298-8AD9-F62282B45F3D}"/>
              </a:ext>
            </a:extLst>
          </p:cNvPr>
          <p:cNvSpPr/>
          <p:nvPr/>
        </p:nvSpPr>
        <p:spPr>
          <a:xfrm>
            <a:off x="3999930" y="-3757"/>
            <a:ext cx="5875589" cy="6858000"/>
          </a:xfrm>
          <a:prstGeom prst="rect">
            <a:avLst/>
          </a:prstGeom>
          <a:solidFill>
            <a:schemeClr val="bg1"/>
          </a:solidFill>
          <a:ln>
            <a:noFill/>
          </a:ln>
          <a:effectLst>
            <a:outerShdw blurRad="1905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1" name="Rectangle 40">
            <a:extLst>
              <a:ext uri="{FF2B5EF4-FFF2-40B4-BE49-F238E27FC236}">
                <a16:creationId xmlns:a16="http://schemas.microsoft.com/office/drawing/2014/main" id="{27A9B5C0-36CA-FCE2-09A8-1D182B9049F5}"/>
              </a:ext>
            </a:extLst>
          </p:cNvPr>
          <p:cNvSpPr/>
          <p:nvPr/>
        </p:nvSpPr>
        <p:spPr>
          <a:xfrm>
            <a:off x="3688027" y="1139052"/>
            <a:ext cx="6458673"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4" name="TextBox 43">
            <a:extLst>
              <a:ext uri="{FF2B5EF4-FFF2-40B4-BE49-F238E27FC236}">
                <a16:creationId xmlns:a16="http://schemas.microsoft.com/office/drawing/2014/main" id="{456B7494-8BD6-71F1-23AC-52F25280748C}"/>
              </a:ext>
            </a:extLst>
          </p:cNvPr>
          <p:cNvSpPr txBox="1"/>
          <p:nvPr/>
        </p:nvSpPr>
        <p:spPr>
          <a:xfrm>
            <a:off x="3865916" y="1459469"/>
            <a:ext cx="6102891" cy="677108"/>
          </a:xfrm>
          <a:prstGeom prst="rect">
            <a:avLst/>
          </a:prstGeom>
          <a:noFill/>
        </p:spPr>
        <p:txBody>
          <a:bodyPr wrap="square" rtlCol="0">
            <a:spAutoFit/>
          </a:bodyPr>
          <a:lstStyle/>
          <a:p>
            <a:r>
              <a:rPr lang="en-US" sz="2000" b="1" dirty="0">
                <a:latin typeface="Times New Roman" panose="02020603050405020304" pitchFamily="18" charset="0"/>
              </a:rPr>
              <a:t>Commerce</a:t>
            </a:r>
          </a:p>
          <a:p>
            <a:pPr marL="285750" indent="-285750">
              <a:buFont typeface="Arial" panose="020B0604020202020204" pitchFamily="34" charset="0"/>
              <a:buChar char="•"/>
            </a:pPr>
            <a:r>
              <a:rPr lang="en-US" dirty="0">
                <a:latin typeface="Times New Roman" panose="02020603050405020304" pitchFamily="18" charset="0"/>
              </a:rPr>
              <a:t>Successful brands make fun videos, not boring commercials.</a:t>
            </a:r>
          </a:p>
        </p:txBody>
      </p:sp>
      <p:grpSp>
        <p:nvGrpSpPr>
          <p:cNvPr id="48" name="Group 47">
            <a:extLst>
              <a:ext uri="{FF2B5EF4-FFF2-40B4-BE49-F238E27FC236}">
                <a16:creationId xmlns:a16="http://schemas.microsoft.com/office/drawing/2014/main" id="{6A9D72FF-F12E-D5F3-A443-54D1704F952F}"/>
              </a:ext>
            </a:extLst>
          </p:cNvPr>
          <p:cNvGrpSpPr/>
          <p:nvPr/>
        </p:nvGrpSpPr>
        <p:grpSpPr>
          <a:xfrm>
            <a:off x="1068156" y="-37"/>
            <a:ext cx="1866320" cy="2295295"/>
            <a:chOff x="1068156" y="11538"/>
            <a:chExt cx="1866320" cy="2295295"/>
          </a:xfrm>
        </p:grpSpPr>
        <p:sp>
          <p:nvSpPr>
            <p:cNvPr id="5" name="Arrow: Pentagon 4">
              <a:extLst>
                <a:ext uri="{FF2B5EF4-FFF2-40B4-BE49-F238E27FC236}">
                  <a16:creationId xmlns:a16="http://schemas.microsoft.com/office/drawing/2014/main" id="{02351C80-02FA-F7D4-68AE-8898CFEDCFF5}"/>
                </a:ext>
              </a:extLst>
            </p:cNvPr>
            <p:cNvSpPr/>
            <p:nvPr/>
          </p:nvSpPr>
          <p:spPr>
            <a:xfrm rot="5400000">
              <a:off x="853668" y="226026"/>
              <a:ext cx="2295295" cy="1866320"/>
            </a:xfrm>
            <a:prstGeom prst="homePlate">
              <a:avLst>
                <a:gd name="adj" fmla="val 34448"/>
              </a:avLst>
            </a:prstGeom>
            <a:solidFill>
              <a:srgbClr val="FFC000"/>
            </a:solidFill>
            <a:ln>
              <a:noFill/>
            </a:ln>
            <a:effectLst>
              <a:outerShdw blurRad="127000" dist="76200" dir="5400000" algn="ctr" rotWithShape="0">
                <a:srgbClr val="000000">
                  <a:alpha val="51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5" name="TextBox 44">
              <a:extLst>
                <a:ext uri="{FF2B5EF4-FFF2-40B4-BE49-F238E27FC236}">
                  <a16:creationId xmlns:a16="http://schemas.microsoft.com/office/drawing/2014/main" id="{08421E25-4FB9-5E35-728A-340FEC5094EA}"/>
                </a:ext>
              </a:extLst>
            </p:cNvPr>
            <p:cNvSpPr txBox="1"/>
            <p:nvPr/>
          </p:nvSpPr>
          <p:spPr>
            <a:xfrm>
              <a:off x="1182653" y="888743"/>
              <a:ext cx="1637323" cy="1323439"/>
            </a:xfrm>
            <a:prstGeom prst="rect">
              <a:avLst/>
            </a:prstGeom>
            <a:noFill/>
          </p:spPr>
          <p:txBody>
            <a:bodyPr wrap="square" rtlCol="0">
              <a:spAutoFit/>
            </a:bodyPr>
            <a:lstStyle/>
            <a:p>
              <a:r>
                <a:rPr lang="en-US" sz="4000" b="1" dirty="0">
                  <a:latin typeface="Times New Roman" panose="02020603050405020304" pitchFamily="18" charset="0"/>
                </a:rPr>
                <a:t>Cont’d</a:t>
              </a:r>
            </a:p>
          </p:txBody>
        </p:sp>
      </p:grpSp>
      <p:sp>
        <p:nvSpPr>
          <p:cNvPr id="42" name="Rectangle 41">
            <a:extLst>
              <a:ext uri="{FF2B5EF4-FFF2-40B4-BE49-F238E27FC236}">
                <a16:creationId xmlns:a16="http://schemas.microsoft.com/office/drawing/2014/main" id="{0076DD74-FD1E-FE46-A3A0-0B82DA337752}"/>
              </a:ext>
            </a:extLst>
          </p:cNvPr>
          <p:cNvSpPr/>
          <p:nvPr/>
        </p:nvSpPr>
        <p:spPr>
          <a:xfrm>
            <a:off x="3688023" y="3124304"/>
            <a:ext cx="6458673"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6" name="TextBox 45">
            <a:extLst>
              <a:ext uri="{FF2B5EF4-FFF2-40B4-BE49-F238E27FC236}">
                <a16:creationId xmlns:a16="http://schemas.microsoft.com/office/drawing/2014/main" id="{14CAD5D2-FB50-B644-6D24-FB06146CB8AB}"/>
              </a:ext>
            </a:extLst>
          </p:cNvPr>
          <p:cNvSpPr txBox="1"/>
          <p:nvPr/>
        </p:nvSpPr>
        <p:spPr>
          <a:xfrm>
            <a:off x="3865916" y="3679097"/>
            <a:ext cx="6102891"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users use TikTok like Google to find places and facts.</a:t>
            </a:r>
          </a:p>
        </p:txBody>
      </p:sp>
      <p:sp>
        <p:nvSpPr>
          <p:cNvPr id="43" name="Rectangle 42">
            <a:extLst>
              <a:ext uri="{FF2B5EF4-FFF2-40B4-BE49-F238E27FC236}">
                <a16:creationId xmlns:a16="http://schemas.microsoft.com/office/drawing/2014/main" id="{38885FE7-F1A5-7462-7B00-86F4B613517C}"/>
              </a:ext>
            </a:extLst>
          </p:cNvPr>
          <p:cNvSpPr/>
          <p:nvPr/>
        </p:nvSpPr>
        <p:spPr>
          <a:xfrm>
            <a:off x="3735342" y="5065944"/>
            <a:ext cx="6458673"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7" name="TextBox 46">
            <a:extLst>
              <a:ext uri="{FF2B5EF4-FFF2-40B4-BE49-F238E27FC236}">
                <a16:creationId xmlns:a16="http://schemas.microsoft.com/office/drawing/2014/main" id="{401E21FD-CCF0-2FE1-CD73-789D488846BA}"/>
              </a:ext>
            </a:extLst>
          </p:cNvPr>
          <p:cNvSpPr txBox="1"/>
          <p:nvPr/>
        </p:nvSpPr>
        <p:spPr>
          <a:xfrm>
            <a:off x="3911448" y="5352130"/>
            <a:ext cx="6011821"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Small businesses can reach millions of people without spending a lot of money on TV ads.</a:t>
            </a:r>
          </a:p>
        </p:txBody>
      </p:sp>
      <p:sp>
        <p:nvSpPr>
          <p:cNvPr id="52" name="Rectangle 51">
            <a:extLst>
              <a:ext uri="{FF2B5EF4-FFF2-40B4-BE49-F238E27FC236}">
                <a16:creationId xmlns:a16="http://schemas.microsoft.com/office/drawing/2014/main" id="{F99D6CDB-233D-967E-6C2D-0EFC76D97BD9}"/>
              </a:ext>
            </a:extLst>
          </p:cNvPr>
          <p:cNvSpPr/>
          <p:nvPr/>
        </p:nvSpPr>
        <p:spPr>
          <a:xfrm rot="13725524">
            <a:off x="-1710733" y="2769060"/>
            <a:ext cx="1920199" cy="1910301"/>
          </a:xfrm>
          <a:prstGeom prst="rect">
            <a:avLst/>
          </a:prstGeom>
          <a:solidFill>
            <a:schemeClr val="tx1"/>
          </a:solidFill>
          <a:ln>
            <a:noFill/>
          </a:ln>
          <a:effectLst>
            <a:outerShdw blurRad="50800" dist="50800" dir="5400000" algn="ctr" rotWithShape="0">
              <a:srgbClr val="000000">
                <a:alpha val="8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56" name="Rectangle 55">
            <a:extLst>
              <a:ext uri="{FF2B5EF4-FFF2-40B4-BE49-F238E27FC236}">
                <a16:creationId xmlns:a16="http://schemas.microsoft.com/office/drawing/2014/main" id="{296A6979-A66C-2A39-1A8B-75C77BF52A12}"/>
              </a:ext>
            </a:extLst>
          </p:cNvPr>
          <p:cNvSpPr/>
          <p:nvPr/>
        </p:nvSpPr>
        <p:spPr>
          <a:xfrm>
            <a:off x="3729124" y="7080772"/>
            <a:ext cx="6458673"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57" name="TextBox 56">
            <a:extLst>
              <a:ext uri="{FF2B5EF4-FFF2-40B4-BE49-F238E27FC236}">
                <a16:creationId xmlns:a16="http://schemas.microsoft.com/office/drawing/2014/main" id="{1AABFA7F-7832-0755-82B1-D9E7257A2858}"/>
              </a:ext>
            </a:extLst>
          </p:cNvPr>
          <p:cNvSpPr txBox="1"/>
          <p:nvPr/>
        </p:nvSpPr>
        <p:spPr>
          <a:xfrm>
            <a:off x="12583717" y="364216"/>
            <a:ext cx="6102891" cy="1046440"/>
          </a:xfrm>
          <a:prstGeom prst="rect">
            <a:avLst/>
          </a:prstGeom>
          <a:noFill/>
        </p:spPr>
        <p:txBody>
          <a:bodyPr wrap="square" rtlCol="0">
            <a:spAutoFit/>
          </a:bodyPr>
          <a:lstStyle/>
          <a:p>
            <a:r>
              <a:rPr lang="en-US" sz="2400" b="1" dirty="0">
                <a:latin typeface="Times New Roman" panose="02020603050405020304" pitchFamily="18" charset="0"/>
              </a:rPr>
              <a:t>Information</a:t>
            </a:r>
          </a:p>
          <a:p>
            <a:pPr marL="342900" indent="-342900">
              <a:buFont typeface="Arial" panose="020B0604020202020204" pitchFamily="34" charset="0"/>
              <a:buChar char="•"/>
            </a:pPr>
            <a:r>
              <a:rPr lang="en-US" sz="2000" dirty="0">
                <a:latin typeface="Times New Roman" panose="02020603050405020304" pitchFamily="18" charset="0"/>
              </a:rPr>
              <a:t>get the latest world news in seconds.</a:t>
            </a:r>
          </a:p>
          <a:p>
            <a:r>
              <a:rPr lang="en-US" dirty="0">
                <a:latin typeface="Times New Roman" panose="02020603050405020304" pitchFamily="18" charset="0"/>
              </a:rPr>
              <a:t>.</a:t>
            </a:r>
          </a:p>
        </p:txBody>
      </p:sp>
      <p:sp>
        <p:nvSpPr>
          <p:cNvPr id="58" name="TextBox 57">
            <a:extLst>
              <a:ext uri="{FF2B5EF4-FFF2-40B4-BE49-F238E27FC236}">
                <a16:creationId xmlns:a16="http://schemas.microsoft.com/office/drawing/2014/main" id="{AEB1D3D3-45C7-47A5-8885-E0831195B35D}"/>
              </a:ext>
            </a:extLst>
          </p:cNvPr>
          <p:cNvSpPr txBox="1"/>
          <p:nvPr/>
        </p:nvSpPr>
        <p:spPr>
          <a:xfrm>
            <a:off x="12581782" y="2161787"/>
            <a:ext cx="5509579"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People trust the advice of their favorite creators more than big movie stars.</a:t>
            </a:r>
          </a:p>
        </p:txBody>
      </p:sp>
      <p:sp>
        <p:nvSpPr>
          <p:cNvPr id="59" name="TextBox 58">
            <a:extLst>
              <a:ext uri="{FF2B5EF4-FFF2-40B4-BE49-F238E27FC236}">
                <a16:creationId xmlns:a16="http://schemas.microsoft.com/office/drawing/2014/main" id="{ABF81007-AB3C-D57E-5CC3-61CFA5D55A38}"/>
              </a:ext>
            </a:extLst>
          </p:cNvPr>
          <p:cNvSpPr txBox="1"/>
          <p:nvPr/>
        </p:nvSpPr>
        <p:spPr>
          <a:xfrm>
            <a:off x="12633835" y="3972826"/>
            <a:ext cx="6011821"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discover smart tips for daily problems.</a:t>
            </a:r>
          </a:p>
        </p:txBody>
      </p:sp>
      <p:sp>
        <p:nvSpPr>
          <p:cNvPr id="60" name="TextBox 59">
            <a:extLst>
              <a:ext uri="{FF2B5EF4-FFF2-40B4-BE49-F238E27FC236}">
                <a16:creationId xmlns:a16="http://schemas.microsoft.com/office/drawing/2014/main" id="{225258C7-82C6-48F2-DA34-7BE9683386D1}"/>
              </a:ext>
            </a:extLst>
          </p:cNvPr>
          <p:cNvSpPr txBox="1"/>
          <p:nvPr/>
        </p:nvSpPr>
        <p:spPr>
          <a:xfrm>
            <a:off x="12633835" y="5660089"/>
            <a:ext cx="6011821"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see what is happening globally right now.</a:t>
            </a:r>
          </a:p>
        </p:txBody>
      </p:sp>
      <p:sp>
        <p:nvSpPr>
          <p:cNvPr id="61" name="TextBox 60">
            <a:extLst>
              <a:ext uri="{FF2B5EF4-FFF2-40B4-BE49-F238E27FC236}">
                <a16:creationId xmlns:a16="http://schemas.microsoft.com/office/drawing/2014/main" id="{96E36E7B-8E09-8881-6A7C-35E3E9AF92C7}"/>
              </a:ext>
            </a:extLst>
          </p:cNvPr>
          <p:cNvSpPr txBox="1"/>
          <p:nvPr/>
        </p:nvSpPr>
        <p:spPr>
          <a:xfrm>
            <a:off x="-4591201" y="3040351"/>
            <a:ext cx="4235304" cy="1323439"/>
          </a:xfrm>
          <a:prstGeom prst="rect">
            <a:avLst/>
          </a:prstGeom>
          <a:noFill/>
        </p:spPr>
        <p:txBody>
          <a:bodyPr wrap="square" rtlCol="0">
            <a:spAutoFit/>
          </a:bodyPr>
          <a:lstStyle/>
          <a:p>
            <a:r>
              <a:rPr lang="en-US" sz="4000" b="1" dirty="0">
                <a:latin typeface="Times New Roman" panose="02020603050405020304" pitchFamily="18" charset="0"/>
              </a:rPr>
              <a:t>Information</a:t>
            </a:r>
            <a:r>
              <a:rPr lang="en-US" sz="4000" dirty="0">
                <a:latin typeface="Times New Roman" panose="02020603050405020304" pitchFamily="18" charset="0"/>
              </a:rPr>
              <a:t> </a:t>
            </a:r>
          </a:p>
          <a:p>
            <a:r>
              <a:rPr lang="en-US" sz="2800" dirty="0">
                <a:latin typeface="Times New Roman" panose="02020603050405020304" pitchFamily="18" charset="0"/>
              </a:rPr>
              <a:t>&amp; </a:t>
            </a:r>
            <a:r>
              <a:rPr lang="en-US" sz="4000" b="1" dirty="0">
                <a:latin typeface="Times New Roman" panose="02020603050405020304" pitchFamily="18" charset="0"/>
              </a:rPr>
              <a:t>Learning</a:t>
            </a:r>
          </a:p>
        </p:txBody>
      </p:sp>
    </p:spTree>
    <p:extLst>
      <p:ext uri="{BB962C8B-B14F-4D97-AF65-F5344CB8AC3E}">
        <p14:creationId xmlns:p14="http://schemas.microsoft.com/office/powerpoint/2010/main" val="19218919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A21B6-7025-1361-0BDE-DBA3D25A97E3}"/>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51E4B1ED-855A-1AA6-ABE3-318F559EDD24}"/>
              </a:ext>
            </a:extLst>
          </p:cNvPr>
          <p:cNvGrpSpPr/>
          <p:nvPr/>
        </p:nvGrpSpPr>
        <p:grpSpPr>
          <a:xfrm>
            <a:off x="-3169697" y="1501596"/>
            <a:ext cx="1865608" cy="4065827"/>
            <a:chOff x="1097511" y="1501596"/>
            <a:chExt cx="1865608" cy="4065827"/>
          </a:xfrm>
        </p:grpSpPr>
        <p:sp>
          <p:nvSpPr>
            <p:cNvPr id="49" name="Rectangle 48">
              <a:extLst>
                <a:ext uri="{FF2B5EF4-FFF2-40B4-BE49-F238E27FC236}">
                  <a16:creationId xmlns:a16="http://schemas.microsoft.com/office/drawing/2014/main" id="{3D0E3BAF-C5A4-FDED-CDF2-16D5C11E9F5D}"/>
                </a:ext>
              </a:extLst>
            </p:cNvPr>
            <p:cNvSpPr/>
            <p:nvPr/>
          </p:nvSpPr>
          <p:spPr>
            <a:xfrm>
              <a:off x="1097511" y="1501596"/>
              <a:ext cx="1611268" cy="4065827"/>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50" name="Rectangle 49">
              <a:extLst>
                <a:ext uri="{FF2B5EF4-FFF2-40B4-BE49-F238E27FC236}">
                  <a16:creationId xmlns:a16="http://schemas.microsoft.com/office/drawing/2014/main" id="{313E5303-24CE-2312-CCDF-0E8FEAE2D1EB}"/>
                </a:ext>
              </a:extLst>
            </p:cNvPr>
            <p:cNvSpPr/>
            <p:nvPr/>
          </p:nvSpPr>
          <p:spPr>
            <a:xfrm>
              <a:off x="1989579" y="1991990"/>
              <a:ext cx="973540" cy="2891088"/>
            </a:xfrm>
            <a:prstGeom prst="rect">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sp>
        <p:nvSpPr>
          <p:cNvPr id="51" name="TextBox 50">
            <a:extLst>
              <a:ext uri="{FF2B5EF4-FFF2-40B4-BE49-F238E27FC236}">
                <a16:creationId xmlns:a16="http://schemas.microsoft.com/office/drawing/2014/main" id="{49108204-106B-C699-4A9C-55912717FB76}"/>
              </a:ext>
            </a:extLst>
          </p:cNvPr>
          <p:cNvSpPr txBox="1"/>
          <p:nvPr/>
        </p:nvSpPr>
        <p:spPr>
          <a:xfrm>
            <a:off x="-6367750" y="3184525"/>
            <a:ext cx="6102891" cy="1538883"/>
          </a:xfrm>
          <a:prstGeom prst="rect">
            <a:avLst/>
          </a:prstGeom>
          <a:noFill/>
        </p:spPr>
        <p:txBody>
          <a:bodyPr wrap="square" rtlCol="0">
            <a:spAutoFit/>
          </a:bodyPr>
          <a:lstStyle/>
          <a:p>
            <a:r>
              <a:rPr lang="en-US" sz="2000" b="1" dirty="0">
                <a:latin typeface="Times New Roman" panose="02020603050405020304" pitchFamily="18" charset="0"/>
              </a:rPr>
              <a:t>Learning</a:t>
            </a:r>
          </a:p>
          <a:p>
            <a:pPr marL="342900" indent="-342900">
              <a:buFont typeface="Arial" panose="020B0604020202020204" pitchFamily="34" charset="0"/>
              <a:buChar char="•"/>
            </a:pPr>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learn cooking, coding, or art in under 60 seconds.</a:t>
            </a:r>
          </a:p>
          <a:p>
            <a:pPr marL="285750" indent="-285750">
              <a:buFont typeface="Arial" panose="020B0604020202020204" pitchFamily="34" charset="0"/>
              <a:buChar char="•"/>
            </a:pPr>
            <a:r>
              <a:rPr lang="en-US" dirty="0">
                <a:latin typeface="Times New Roman" panose="02020603050405020304" pitchFamily="18" charset="0"/>
              </a:rPr>
              <a:t>professionals share knowledge in a simple way.</a:t>
            </a:r>
          </a:p>
          <a:p>
            <a:pPr marL="285750" indent="-285750">
              <a:buFont typeface="Arial" panose="020B0604020202020204" pitchFamily="34" charset="0"/>
              <a:buChar char="•"/>
            </a:pPr>
            <a:r>
              <a:rPr lang="en-US" dirty="0">
                <a:latin typeface="Times New Roman" panose="02020603050405020304" pitchFamily="18" charset="0"/>
              </a:rPr>
              <a:t>watch and learn new languages from native speakers.</a:t>
            </a:r>
          </a:p>
        </p:txBody>
      </p:sp>
      <p:sp>
        <p:nvSpPr>
          <p:cNvPr id="53" name="TextBox 52">
            <a:extLst>
              <a:ext uri="{FF2B5EF4-FFF2-40B4-BE49-F238E27FC236}">
                <a16:creationId xmlns:a16="http://schemas.microsoft.com/office/drawing/2014/main" id="{2308AAAB-C325-725A-BA92-6971C327964B}"/>
              </a:ext>
            </a:extLst>
          </p:cNvPr>
          <p:cNvSpPr txBox="1"/>
          <p:nvPr/>
        </p:nvSpPr>
        <p:spPr>
          <a:xfrm>
            <a:off x="-3710288" y="2066114"/>
            <a:ext cx="2833067"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21" name="TextBox 20">
            <a:extLst>
              <a:ext uri="{FF2B5EF4-FFF2-40B4-BE49-F238E27FC236}">
                <a16:creationId xmlns:a16="http://schemas.microsoft.com/office/drawing/2014/main" id="{52F6CB55-D23E-9633-4F4E-5984F00CEECE}"/>
              </a:ext>
            </a:extLst>
          </p:cNvPr>
          <p:cNvSpPr txBox="1"/>
          <p:nvPr/>
        </p:nvSpPr>
        <p:spPr>
          <a:xfrm>
            <a:off x="605639" y="2760951"/>
            <a:ext cx="4235304" cy="1323439"/>
          </a:xfrm>
          <a:prstGeom prst="rect">
            <a:avLst/>
          </a:prstGeom>
          <a:noFill/>
        </p:spPr>
        <p:txBody>
          <a:bodyPr wrap="square" rtlCol="0">
            <a:spAutoFit/>
          </a:bodyPr>
          <a:lstStyle/>
          <a:p>
            <a:r>
              <a:rPr lang="en-US" sz="4000" b="1" dirty="0">
                <a:latin typeface="Times New Roman" panose="02020603050405020304" pitchFamily="18" charset="0"/>
              </a:rPr>
              <a:t>Information</a:t>
            </a:r>
            <a:r>
              <a:rPr lang="en-US" sz="4000" dirty="0">
                <a:latin typeface="Times New Roman" panose="02020603050405020304" pitchFamily="18" charset="0"/>
              </a:rPr>
              <a:t> </a:t>
            </a:r>
          </a:p>
          <a:p>
            <a:r>
              <a:rPr lang="en-US" sz="2800" dirty="0">
                <a:latin typeface="Times New Roman" panose="02020603050405020304" pitchFamily="18" charset="0"/>
              </a:rPr>
              <a:t>&amp; </a:t>
            </a:r>
            <a:r>
              <a:rPr lang="en-US" sz="4000" b="1" dirty="0">
                <a:latin typeface="Times New Roman" panose="02020603050405020304" pitchFamily="18" charset="0"/>
              </a:rPr>
              <a:t>Learning</a:t>
            </a:r>
          </a:p>
        </p:txBody>
      </p:sp>
      <p:sp>
        <p:nvSpPr>
          <p:cNvPr id="38" name="Rectangle 37">
            <a:extLst>
              <a:ext uri="{FF2B5EF4-FFF2-40B4-BE49-F238E27FC236}">
                <a16:creationId xmlns:a16="http://schemas.microsoft.com/office/drawing/2014/main" id="{452117ED-D0F9-90FE-D0DA-D87D034E04D4}"/>
              </a:ext>
            </a:extLst>
          </p:cNvPr>
          <p:cNvSpPr/>
          <p:nvPr/>
        </p:nvSpPr>
        <p:spPr>
          <a:xfrm rot="16200000">
            <a:off x="6661795" y="1361940"/>
            <a:ext cx="6892146" cy="416826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1" name="Rectangle 10">
            <a:extLst>
              <a:ext uri="{FF2B5EF4-FFF2-40B4-BE49-F238E27FC236}">
                <a16:creationId xmlns:a16="http://schemas.microsoft.com/office/drawing/2014/main" id="{26461025-E462-10DB-C35F-604164E63B6D}"/>
              </a:ext>
            </a:extLst>
          </p:cNvPr>
          <p:cNvSpPr/>
          <p:nvPr/>
        </p:nvSpPr>
        <p:spPr>
          <a:xfrm flipV="1">
            <a:off x="3876819" y="5182775"/>
            <a:ext cx="7162801"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2" name="Rectangle 11">
            <a:extLst>
              <a:ext uri="{FF2B5EF4-FFF2-40B4-BE49-F238E27FC236}">
                <a16:creationId xmlns:a16="http://schemas.microsoft.com/office/drawing/2014/main" id="{07BEAA2C-1980-A772-1249-AAE7F47E0822}"/>
              </a:ext>
            </a:extLst>
          </p:cNvPr>
          <p:cNvSpPr/>
          <p:nvPr/>
        </p:nvSpPr>
        <p:spPr>
          <a:xfrm rot="3329963" flipV="1">
            <a:off x="4270420" y="5307385"/>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5" name="Rectangle 14">
            <a:extLst>
              <a:ext uri="{FF2B5EF4-FFF2-40B4-BE49-F238E27FC236}">
                <a16:creationId xmlns:a16="http://schemas.microsoft.com/office/drawing/2014/main" id="{B4F192D9-0594-2F91-67E0-D6EC9CB214B5}"/>
              </a:ext>
            </a:extLst>
          </p:cNvPr>
          <p:cNvSpPr/>
          <p:nvPr/>
        </p:nvSpPr>
        <p:spPr>
          <a:xfrm rot="18270037" flipH="1" flipV="1">
            <a:off x="10151389" y="5289097"/>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7" name="Rectangle 6">
            <a:extLst>
              <a:ext uri="{FF2B5EF4-FFF2-40B4-BE49-F238E27FC236}">
                <a16:creationId xmlns:a16="http://schemas.microsoft.com/office/drawing/2014/main" id="{29291DBD-28BE-527E-8FE0-090EB71F0CB4}"/>
              </a:ext>
            </a:extLst>
          </p:cNvPr>
          <p:cNvSpPr/>
          <p:nvPr/>
        </p:nvSpPr>
        <p:spPr>
          <a:xfrm flipV="1">
            <a:off x="3876819" y="3497111"/>
            <a:ext cx="7162801"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8" name="Rectangle 7">
            <a:extLst>
              <a:ext uri="{FF2B5EF4-FFF2-40B4-BE49-F238E27FC236}">
                <a16:creationId xmlns:a16="http://schemas.microsoft.com/office/drawing/2014/main" id="{705B9633-2A08-112D-314C-FDC680E71D5E}"/>
              </a:ext>
            </a:extLst>
          </p:cNvPr>
          <p:cNvSpPr/>
          <p:nvPr/>
        </p:nvSpPr>
        <p:spPr>
          <a:xfrm rot="3329963" flipV="1">
            <a:off x="4270420" y="3621721"/>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9" name="Rectangle 8">
            <a:extLst>
              <a:ext uri="{FF2B5EF4-FFF2-40B4-BE49-F238E27FC236}">
                <a16:creationId xmlns:a16="http://schemas.microsoft.com/office/drawing/2014/main" id="{95B251BE-3DE2-DAD9-E81A-D6A392536ED3}"/>
              </a:ext>
            </a:extLst>
          </p:cNvPr>
          <p:cNvSpPr/>
          <p:nvPr/>
        </p:nvSpPr>
        <p:spPr>
          <a:xfrm rot="18270037" flipH="1" flipV="1">
            <a:off x="10151389" y="3603433"/>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2" name="Rectangle 21">
            <a:extLst>
              <a:ext uri="{FF2B5EF4-FFF2-40B4-BE49-F238E27FC236}">
                <a16:creationId xmlns:a16="http://schemas.microsoft.com/office/drawing/2014/main" id="{E77C95DF-FB29-82A3-E340-C9C7D8240402}"/>
              </a:ext>
            </a:extLst>
          </p:cNvPr>
          <p:cNvSpPr/>
          <p:nvPr/>
        </p:nvSpPr>
        <p:spPr>
          <a:xfrm>
            <a:off x="3876819" y="2013212"/>
            <a:ext cx="7162801"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5" name="Rectangle 24">
            <a:extLst>
              <a:ext uri="{FF2B5EF4-FFF2-40B4-BE49-F238E27FC236}">
                <a16:creationId xmlns:a16="http://schemas.microsoft.com/office/drawing/2014/main" id="{D73797A7-3764-D315-666F-062769456271}"/>
              </a:ext>
            </a:extLst>
          </p:cNvPr>
          <p:cNvSpPr/>
          <p:nvPr/>
        </p:nvSpPr>
        <p:spPr>
          <a:xfrm rot="18270037">
            <a:off x="4236074" y="2934974"/>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1" name="Rectangle 30">
            <a:extLst>
              <a:ext uri="{FF2B5EF4-FFF2-40B4-BE49-F238E27FC236}">
                <a16:creationId xmlns:a16="http://schemas.microsoft.com/office/drawing/2014/main" id="{8A185EBB-8E2C-3480-5DF5-75FC17BC0F72}"/>
              </a:ext>
            </a:extLst>
          </p:cNvPr>
          <p:cNvSpPr/>
          <p:nvPr/>
        </p:nvSpPr>
        <p:spPr>
          <a:xfrm rot="3329963" flipH="1">
            <a:off x="10151389" y="2944892"/>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2" name="Rectangle 31">
            <a:extLst>
              <a:ext uri="{FF2B5EF4-FFF2-40B4-BE49-F238E27FC236}">
                <a16:creationId xmlns:a16="http://schemas.microsoft.com/office/drawing/2014/main" id="{04FA1A36-D720-40E7-5308-8CE7F3CA6420}"/>
              </a:ext>
            </a:extLst>
          </p:cNvPr>
          <p:cNvSpPr/>
          <p:nvPr/>
        </p:nvSpPr>
        <p:spPr>
          <a:xfrm>
            <a:off x="3876819" y="320893"/>
            <a:ext cx="7162801"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3" name="Rectangle 32">
            <a:extLst>
              <a:ext uri="{FF2B5EF4-FFF2-40B4-BE49-F238E27FC236}">
                <a16:creationId xmlns:a16="http://schemas.microsoft.com/office/drawing/2014/main" id="{5B8183AC-EE5C-5467-E5C6-260C7BD7A257}"/>
              </a:ext>
            </a:extLst>
          </p:cNvPr>
          <p:cNvSpPr/>
          <p:nvPr/>
        </p:nvSpPr>
        <p:spPr>
          <a:xfrm rot="18270037">
            <a:off x="4229978" y="1242655"/>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9" name="Rectangle 38">
            <a:extLst>
              <a:ext uri="{FF2B5EF4-FFF2-40B4-BE49-F238E27FC236}">
                <a16:creationId xmlns:a16="http://schemas.microsoft.com/office/drawing/2014/main" id="{374ED483-3364-76E9-1EC0-B3CB257FEB2F}"/>
              </a:ext>
            </a:extLst>
          </p:cNvPr>
          <p:cNvSpPr/>
          <p:nvPr/>
        </p:nvSpPr>
        <p:spPr>
          <a:xfrm rot="3329963" flipH="1">
            <a:off x="10151389" y="1252573"/>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0" name="Rectangle 39">
            <a:extLst>
              <a:ext uri="{FF2B5EF4-FFF2-40B4-BE49-F238E27FC236}">
                <a16:creationId xmlns:a16="http://schemas.microsoft.com/office/drawing/2014/main" id="{0AEB92DE-8616-A478-0D91-251668AEB17D}"/>
              </a:ext>
            </a:extLst>
          </p:cNvPr>
          <p:cNvSpPr/>
          <p:nvPr/>
        </p:nvSpPr>
        <p:spPr>
          <a:xfrm>
            <a:off x="4493470" y="-3757"/>
            <a:ext cx="5875589" cy="6858000"/>
          </a:xfrm>
          <a:prstGeom prst="rect">
            <a:avLst/>
          </a:prstGeom>
          <a:solidFill>
            <a:schemeClr val="bg1"/>
          </a:solidFill>
          <a:ln>
            <a:noFill/>
          </a:ln>
          <a:effectLst>
            <a:outerShdw blurRad="1905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1" name="Rectangle 40">
            <a:extLst>
              <a:ext uri="{FF2B5EF4-FFF2-40B4-BE49-F238E27FC236}">
                <a16:creationId xmlns:a16="http://schemas.microsoft.com/office/drawing/2014/main" id="{036AEB76-DC33-CCBB-77A1-4BAAFEAA374E}"/>
              </a:ext>
            </a:extLst>
          </p:cNvPr>
          <p:cNvSpPr/>
          <p:nvPr/>
        </p:nvSpPr>
        <p:spPr>
          <a:xfrm>
            <a:off x="4181567" y="115630"/>
            <a:ext cx="6458673"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4" name="TextBox 43">
            <a:extLst>
              <a:ext uri="{FF2B5EF4-FFF2-40B4-BE49-F238E27FC236}">
                <a16:creationId xmlns:a16="http://schemas.microsoft.com/office/drawing/2014/main" id="{ABEE9005-7965-E901-5D94-0B39AA9AF03E}"/>
              </a:ext>
            </a:extLst>
          </p:cNvPr>
          <p:cNvSpPr txBox="1"/>
          <p:nvPr/>
        </p:nvSpPr>
        <p:spPr>
          <a:xfrm>
            <a:off x="4801937" y="364216"/>
            <a:ext cx="6102891" cy="1046440"/>
          </a:xfrm>
          <a:prstGeom prst="rect">
            <a:avLst/>
          </a:prstGeom>
          <a:noFill/>
        </p:spPr>
        <p:txBody>
          <a:bodyPr wrap="square" rtlCol="0">
            <a:spAutoFit/>
          </a:bodyPr>
          <a:lstStyle/>
          <a:p>
            <a:r>
              <a:rPr lang="en-US" sz="2400" b="1" dirty="0">
                <a:latin typeface="Times New Roman" panose="02020603050405020304" pitchFamily="18" charset="0"/>
              </a:rPr>
              <a:t>Information</a:t>
            </a:r>
          </a:p>
          <a:p>
            <a:pPr marL="342900" indent="-342900">
              <a:buFont typeface="Arial" panose="020B0604020202020204" pitchFamily="34" charset="0"/>
              <a:buChar char="•"/>
            </a:pPr>
            <a:r>
              <a:rPr lang="en-US" sz="2000" dirty="0">
                <a:latin typeface="Times New Roman" panose="02020603050405020304" pitchFamily="18" charset="0"/>
              </a:rPr>
              <a:t>get the latest world news in seconds.</a:t>
            </a:r>
          </a:p>
          <a:p>
            <a:r>
              <a:rPr lang="en-US" dirty="0">
                <a:latin typeface="Times New Roman" panose="02020603050405020304" pitchFamily="18" charset="0"/>
              </a:rPr>
              <a:t>.</a:t>
            </a:r>
          </a:p>
        </p:txBody>
      </p:sp>
      <p:grpSp>
        <p:nvGrpSpPr>
          <p:cNvPr id="48" name="Group 47">
            <a:extLst>
              <a:ext uri="{FF2B5EF4-FFF2-40B4-BE49-F238E27FC236}">
                <a16:creationId xmlns:a16="http://schemas.microsoft.com/office/drawing/2014/main" id="{86C32D71-693F-1E9F-4787-0C441E685B04}"/>
              </a:ext>
            </a:extLst>
          </p:cNvPr>
          <p:cNvGrpSpPr/>
          <p:nvPr/>
        </p:nvGrpSpPr>
        <p:grpSpPr>
          <a:xfrm>
            <a:off x="1068156" y="-2484157"/>
            <a:ext cx="1866320" cy="2295295"/>
            <a:chOff x="1068156" y="11538"/>
            <a:chExt cx="1866320" cy="2295295"/>
          </a:xfrm>
        </p:grpSpPr>
        <p:sp>
          <p:nvSpPr>
            <p:cNvPr id="5" name="Arrow: Pentagon 4">
              <a:extLst>
                <a:ext uri="{FF2B5EF4-FFF2-40B4-BE49-F238E27FC236}">
                  <a16:creationId xmlns:a16="http://schemas.microsoft.com/office/drawing/2014/main" id="{F3B4CC7F-B9F9-F7E6-7924-CB968B8E5B93}"/>
                </a:ext>
              </a:extLst>
            </p:cNvPr>
            <p:cNvSpPr/>
            <p:nvPr/>
          </p:nvSpPr>
          <p:spPr>
            <a:xfrm rot="5400000">
              <a:off x="853668" y="226026"/>
              <a:ext cx="2295295" cy="1866320"/>
            </a:xfrm>
            <a:prstGeom prst="homePlate">
              <a:avLst>
                <a:gd name="adj" fmla="val 34448"/>
              </a:avLst>
            </a:prstGeom>
            <a:solidFill>
              <a:srgbClr val="FFC000"/>
            </a:solidFill>
            <a:ln>
              <a:noFill/>
            </a:ln>
            <a:effectLst>
              <a:outerShdw blurRad="127000" dist="76200" dir="5400000" algn="ctr" rotWithShape="0">
                <a:srgbClr val="000000">
                  <a:alpha val="51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5" name="TextBox 44">
              <a:extLst>
                <a:ext uri="{FF2B5EF4-FFF2-40B4-BE49-F238E27FC236}">
                  <a16:creationId xmlns:a16="http://schemas.microsoft.com/office/drawing/2014/main" id="{2EF1C7E3-3D86-6FBD-240D-F026A1AAD4C1}"/>
                </a:ext>
              </a:extLst>
            </p:cNvPr>
            <p:cNvSpPr txBox="1"/>
            <p:nvPr/>
          </p:nvSpPr>
          <p:spPr>
            <a:xfrm>
              <a:off x="1182653" y="888743"/>
              <a:ext cx="1637323" cy="1323439"/>
            </a:xfrm>
            <a:prstGeom prst="rect">
              <a:avLst/>
            </a:prstGeom>
            <a:noFill/>
          </p:spPr>
          <p:txBody>
            <a:bodyPr wrap="square" rtlCol="0">
              <a:spAutoFit/>
            </a:bodyPr>
            <a:lstStyle/>
            <a:p>
              <a:r>
                <a:rPr lang="en-US" sz="4000" b="1" dirty="0">
                  <a:latin typeface="Times New Roman" panose="02020603050405020304" pitchFamily="18" charset="0"/>
                </a:rPr>
                <a:t>Cont’d</a:t>
              </a:r>
            </a:p>
          </p:txBody>
        </p:sp>
      </p:grpSp>
      <p:sp>
        <p:nvSpPr>
          <p:cNvPr id="42" name="Rectangle 41">
            <a:extLst>
              <a:ext uri="{FF2B5EF4-FFF2-40B4-BE49-F238E27FC236}">
                <a16:creationId xmlns:a16="http://schemas.microsoft.com/office/drawing/2014/main" id="{C20FF28B-F1F1-2964-7C0F-03C031173644}"/>
              </a:ext>
            </a:extLst>
          </p:cNvPr>
          <p:cNvSpPr/>
          <p:nvPr/>
        </p:nvSpPr>
        <p:spPr>
          <a:xfrm>
            <a:off x="4181566" y="1798559"/>
            <a:ext cx="6458673"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6" name="TextBox 45">
            <a:extLst>
              <a:ext uri="{FF2B5EF4-FFF2-40B4-BE49-F238E27FC236}">
                <a16:creationId xmlns:a16="http://schemas.microsoft.com/office/drawing/2014/main" id="{235ED03A-66B2-8AA5-5252-4B2E035A0DAB}"/>
              </a:ext>
            </a:extLst>
          </p:cNvPr>
          <p:cNvSpPr txBox="1"/>
          <p:nvPr/>
        </p:nvSpPr>
        <p:spPr>
          <a:xfrm>
            <a:off x="4800002" y="2161787"/>
            <a:ext cx="5509579"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People trust the advice of their favorite creators more than big movie stars.</a:t>
            </a:r>
          </a:p>
        </p:txBody>
      </p:sp>
      <p:sp>
        <p:nvSpPr>
          <p:cNvPr id="43" name="Rectangle 42">
            <a:extLst>
              <a:ext uri="{FF2B5EF4-FFF2-40B4-BE49-F238E27FC236}">
                <a16:creationId xmlns:a16="http://schemas.microsoft.com/office/drawing/2014/main" id="{FF35157A-AF17-AF60-DCCF-EC5135636DB9}"/>
              </a:ext>
            </a:extLst>
          </p:cNvPr>
          <p:cNvSpPr/>
          <p:nvPr/>
        </p:nvSpPr>
        <p:spPr>
          <a:xfrm>
            <a:off x="4228882" y="3696053"/>
            <a:ext cx="6458673"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7" name="TextBox 46">
            <a:extLst>
              <a:ext uri="{FF2B5EF4-FFF2-40B4-BE49-F238E27FC236}">
                <a16:creationId xmlns:a16="http://schemas.microsoft.com/office/drawing/2014/main" id="{3D8ACDB4-58AC-BF23-0A4A-6EA744DC809C}"/>
              </a:ext>
            </a:extLst>
          </p:cNvPr>
          <p:cNvSpPr txBox="1"/>
          <p:nvPr/>
        </p:nvSpPr>
        <p:spPr>
          <a:xfrm>
            <a:off x="4852055" y="4150047"/>
            <a:ext cx="6011821"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discover smart tips for daily problems.</a:t>
            </a:r>
          </a:p>
        </p:txBody>
      </p:sp>
      <p:sp>
        <p:nvSpPr>
          <p:cNvPr id="52" name="Rectangle 51">
            <a:extLst>
              <a:ext uri="{FF2B5EF4-FFF2-40B4-BE49-F238E27FC236}">
                <a16:creationId xmlns:a16="http://schemas.microsoft.com/office/drawing/2014/main" id="{C615E6CC-A09F-ADED-65ED-7564395CEA61}"/>
              </a:ext>
            </a:extLst>
          </p:cNvPr>
          <p:cNvSpPr/>
          <p:nvPr/>
        </p:nvSpPr>
        <p:spPr>
          <a:xfrm rot="13725524">
            <a:off x="-2457493" y="2769060"/>
            <a:ext cx="1920199" cy="1910301"/>
          </a:xfrm>
          <a:prstGeom prst="rect">
            <a:avLst/>
          </a:prstGeom>
          <a:solidFill>
            <a:schemeClr val="tx1"/>
          </a:solidFill>
          <a:ln>
            <a:noFill/>
          </a:ln>
          <a:effectLst>
            <a:outerShdw blurRad="50800" dist="50800" dir="5400000" algn="ctr" rotWithShape="0">
              <a:srgbClr val="000000">
                <a:alpha val="8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6" name="Rectangle 15">
            <a:extLst>
              <a:ext uri="{FF2B5EF4-FFF2-40B4-BE49-F238E27FC236}">
                <a16:creationId xmlns:a16="http://schemas.microsoft.com/office/drawing/2014/main" id="{E3E5F573-CFAD-FFA3-DD73-7D67F0C649F3}"/>
              </a:ext>
            </a:extLst>
          </p:cNvPr>
          <p:cNvSpPr/>
          <p:nvPr/>
        </p:nvSpPr>
        <p:spPr>
          <a:xfrm>
            <a:off x="4228882" y="5413820"/>
            <a:ext cx="6458673"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7" name="TextBox 16">
            <a:extLst>
              <a:ext uri="{FF2B5EF4-FFF2-40B4-BE49-F238E27FC236}">
                <a16:creationId xmlns:a16="http://schemas.microsoft.com/office/drawing/2014/main" id="{48F34E55-6975-AFDB-295C-272BF9A2ACA1}"/>
              </a:ext>
            </a:extLst>
          </p:cNvPr>
          <p:cNvSpPr txBox="1"/>
          <p:nvPr/>
        </p:nvSpPr>
        <p:spPr>
          <a:xfrm>
            <a:off x="4800002" y="5859443"/>
            <a:ext cx="6011821"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see what is happening globally right now.</a:t>
            </a:r>
          </a:p>
        </p:txBody>
      </p:sp>
      <p:sp>
        <p:nvSpPr>
          <p:cNvPr id="18" name="TextBox 17">
            <a:extLst>
              <a:ext uri="{FF2B5EF4-FFF2-40B4-BE49-F238E27FC236}">
                <a16:creationId xmlns:a16="http://schemas.microsoft.com/office/drawing/2014/main" id="{C103477D-76DE-7069-B37E-7C5F3954961E}"/>
              </a:ext>
            </a:extLst>
          </p:cNvPr>
          <p:cNvSpPr txBox="1"/>
          <p:nvPr/>
        </p:nvSpPr>
        <p:spPr>
          <a:xfrm>
            <a:off x="12796556" y="1596629"/>
            <a:ext cx="6102891" cy="677108"/>
          </a:xfrm>
          <a:prstGeom prst="rect">
            <a:avLst/>
          </a:prstGeom>
          <a:noFill/>
        </p:spPr>
        <p:txBody>
          <a:bodyPr wrap="square" rtlCol="0">
            <a:spAutoFit/>
          </a:bodyPr>
          <a:lstStyle/>
          <a:p>
            <a:r>
              <a:rPr lang="en-US" sz="2000" b="1" dirty="0">
                <a:latin typeface="Times New Roman" panose="02020603050405020304" pitchFamily="18" charset="0"/>
              </a:rPr>
              <a:t>Commerce</a:t>
            </a:r>
          </a:p>
          <a:p>
            <a:pPr marL="285750" indent="-285750">
              <a:buFont typeface="Arial" panose="020B0604020202020204" pitchFamily="34" charset="0"/>
              <a:buChar char="•"/>
            </a:pPr>
            <a:r>
              <a:rPr lang="en-US" dirty="0">
                <a:latin typeface="Times New Roman" panose="02020603050405020304" pitchFamily="18" charset="0"/>
              </a:rPr>
              <a:t>Successful brands make fun videos, not boring commercials.</a:t>
            </a:r>
          </a:p>
        </p:txBody>
      </p:sp>
      <p:sp>
        <p:nvSpPr>
          <p:cNvPr id="20" name="TextBox 19">
            <a:extLst>
              <a:ext uri="{FF2B5EF4-FFF2-40B4-BE49-F238E27FC236}">
                <a16:creationId xmlns:a16="http://schemas.microsoft.com/office/drawing/2014/main" id="{76C9A45E-DEDC-3E18-9ADB-C0FF04033E2C}"/>
              </a:ext>
            </a:extLst>
          </p:cNvPr>
          <p:cNvSpPr txBox="1"/>
          <p:nvPr/>
        </p:nvSpPr>
        <p:spPr>
          <a:xfrm>
            <a:off x="12887625" y="5203231"/>
            <a:ext cx="6011821"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Small businesses can reach millions of people without spending a lot of money on TV ads.</a:t>
            </a:r>
          </a:p>
        </p:txBody>
      </p:sp>
      <p:sp>
        <p:nvSpPr>
          <p:cNvPr id="54" name="TextBox 53">
            <a:extLst>
              <a:ext uri="{FF2B5EF4-FFF2-40B4-BE49-F238E27FC236}">
                <a16:creationId xmlns:a16="http://schemas.microsoft.com/office/drawing/2014/main" id="{7447287A-87CB-87FA-31CF-8827AAB09471}"/>
              </a:ext>
            </a:extLst>
          </p:cNvPr>
          <p:cNvSpPr txBox="1"/>
          <p:nvPr/>
        </p:nvSpPr>
        <p:spPr>
          <a:xfrm>
            <a:off x="12892691" y="3679097"/>
            <a:ext cx="6102891"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users use TikTok like Google to find places and facts.</a:t>
            </a:r>
          </a:p>
        </p:txBody>
      </p:sp>
    </p:spTree>
    <p:extLst>
      <p:ext uri="{BB962C8B-B14F-4D97-AF65-F5344CB8AC3E}">
        <p14:creationId xmlns:p14="http://schemas.microsoft.com/office/powerpoint/2010/main" val="38247235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97852-018F-0444-3DB9-FFB3D1BC9FF6}"/>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484A15C4-1D96-BFCC-3663-F297BFB228CD}"/>
              </a:ext>
            </a:extLst>
          </p:cNvPr>
          <p:cNvSpPr/>
          <p:nvPr/>
        </p:nvSpPr>
        <p:spPr>
          <a:xfrm>
            <a:off x="15150905" y="0"/>
            <a:ext cx="4508695" cy="6854243"/>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14" name="Group 13">
            <a:extLst>
              <a:ext uri="{FF2B5EF4-FFF2-40B4-BE49-F238E27FC236}">
                <a16:creationId xmlns:a16="http://schemas.microsoft.com/office/drawing/2014/main" id="{F1610978-F8E5-1ADF-858A-23F4243B9B3E}"/>
              </a:ext>
            </a:extLst>
          </p:cNvPr>
          <p:cNvGrpSpPr/>
          <p:nvPr/>
        </p:nvGrpSpPr>
        <p:grpSpPr>
          <a:xfrm>
            <a:off x="1048543" y="1501596"/>
            <a:ext cx="1865608" cy="4065827"/>
            <a:chOff x="1097511" y="1501596"/>
            <a:chExt cx="1865608" cy="4065827"/>
          </a:xfrm>
        </p:grpSpPr>
        <p:sp>
          <p:nvSpPr>
            <p:cNvPr id="6" name="Rectangle 5">
              <a:extLst>
                <a:ext uri="{FF2B5EF4-FFF2-40B4-BE49-F238E27FC236}">
                  <a16:creationId xmlns:a16="http://schemas.microsoft.com/office/drawing/2014/main" id="{F5C85DF9-E2E1-BB82-B6DF-AA6140AC2E48}"/>
                </a:ext>
              </a:extLst>
            </p:cNvPr>
            <p:cNvSpPr/>
            <p:nvPr/>
          </p:nvSpPr>
          <p:spPr>
            <a:xfrm>
              <a:off x="1097511" y="1501596"/>
              <a:ext cx="1611268" cy="4065827"/>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0" name="Rectangle 9">
              <a:extLst>
                <a:ext uri="{FF2B5EF4-FFF2-40B4-BE49-F238E27FC236}">
                  <a16:creationId xmlns:a16="http://schemas.microsoft.com/office/drawing/2014/main" id="{64B68CF4-8D8F-BC16-A13C-55CE97FED8C4}"/>
                </a:ext>
              </a:extLst>
            </p:cNvPr>
            <p:cNvSpPr/>
            <p:nvPr/>
          </p:nvSpPr>
          <p:spPr>
            <a:xfrm>
              <a:off x="1989579" y="1991990"/>
              <a:ext cx="973540" cy="2891088"/>
            </a:xfrm>
            <a:prstGeom prst="rect">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sp>
        <p:nvSpPr>
          <p:cNvPr id="21" name="TextBox 20">
            <a:extLst>
              <a:ext uri="{FF2B5EF4-FFF2-40B4-BE49-F238E27FC236}">
                <a16:creationId xmlns:a16="http://schemas.microsoft.com/office/drawing/2014/main" id="{7DC70CF2-C91D-51C3-9CBB-64A927BF5F1F}"/>
              </a:ext>
            </a:extLst>
          </p:cNvPr>
          <p:cNvSpPr txBox="1"/>
          <p:nvPr/>
        </p:nvSpPr>
        <p:spPr>
          <a:xfrm>
            <a:off x="11015747" y="2760951"/>
            <a:ext cx="4235304" cy="1323439"/>
          </a:xfrm>
          <a:prstGeom prst="rect">
            <a:avLst/>
          </a:prstGeom>
          <a:noFill/>
        </p:spPr>
        <p:txBody>
          <a:bodyPr wrap="square" rtlCol="0">
            <a:spAutoFit/>
          </a:bodyPr>
          <a:lstStyle/>
          <a:p>
            <a:r>
              <a:rPr lang="en-US" sz="4000" b="1" dirty="0">
                <a:latin typeface="Times New Roman" panose="02020603050405020304" pitchFamily="18" charset="0"/>
              </a:rPr>
              <a:t>Information</a:t>
            </a:r>
            <a:r>
              <a:rPr lang="en-US" sz="4000" dirty="0">
                <a:latin typeface="Times New Roman" panose="02020603050405020304" pitchFamily="18" charset="0"/>
              </a:rPr>
              <a:t> </a:t>
            </a:r>
          </a:p>
          <a:p>
            <a:r>
              <a:rPr lang="en-US" sz="2800" dirty="0">
                <a:latin typeface="Times New Roman" panose="02020603050405020304" pitchFamily="18" charset="0"/>
              </a:rPr>
              <a:t>&amp; </a:t>
            </a:r>
            <a:r>
              <a:rPr lang="en-US" sz="4000" b="1" dirty="0">
                <a:latin typeface="Times New Roman" panose="02020603050405020304" pitchFamily="18" charset="0"/>
              </a:rPr>
              <a:t>Learning</a:t>
            </a:r>
          </a:p>
        </p:txBody>
      </p:sp>
      <p:sp>
        <p:nvSpPr>
          <p:cNvPr id="38" name="Rectangle 37">
            <a:extLst>
              <a:ext uri="{FF2B5EF4-FFF2-40B4-BE49-F238E27FC236}">
                <a16:creationId xmlns:a16="http://schemas.microsoft.com/office/drawing/2014/main" id="{6C338CB5-333E-2DDF-427C-244843E071F8}"/>
              </a:ext>
            </a:extLst>
          </p:cNvPr>
          <p:cNvSpPr/>
          <p:nvPr/>
        </p:nvSpPr>
        <p:spPr>
          <a:xfrm rot="16200000">
            <a:off x="14188021" y="1361940"/>
            <a:ext cx="6892146" cy="416826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1" name="Rectangle 10">
            <a:extLst>
              <a:ext uri="{FF2B5EF4-FFF2-40B4-BE49-F238E27FC236}">
                <a16:creationId xmlns:a16="http://schemas.microsoft.com/office/drawing/2014/main" id="{6A1E599C-084C-3661-1FD2-2BBB80E38707}"/>
              </a:ext>
            </a:extLst>
          </p:cNvPr>
          <p:cNvSpPr/>
          <p:nvPr/>
        </p:nvSpPr>
        <p:spPr>
          <a:xfrm flipV="1">
            <a:off x="9246001" y="5182775"/>
            <a:ext cx="7162801"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2" name="Rectangle 11">
            <a:extLst>
              <a:ext uri="{FF2B5EF4-FFF2-40B4-BE49-F238E27FC236}">
                <a16:creationId xmlns:a16="http://schemas.microsoft.com/office/drawing/2014/main" id="{3FCD94B4-4FBD-C6AA-2D49-ED78BB4FC9A8}"/>
              </a:ext>
            </a:extLst>
          </p:cNvPr>
          <p:cNvSpPr/>
          <p:nvPr/>
        </p:nvSpPr>
        <p:spPr>
          <a:xfrm rot="3329963" flipV="1">
            <a:off x="9639602" y="5307385"/>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5" name="Rectangle 14">
            <a:extLst>
              <a:ext uri="{FF2B5EF4-FFF2-40B4-BE49-F238E27FC236}">
                <a16:creationId xmlns:a16="http://schemas.microsoft.com/office/drawing/2014/main" id="{69F8C6DE-E0B1-042C-D244-A4180BC745F0}"/>
              </a:ext>
            </a:extLst>
          </p:cNvPr>
          <p:cNvSpPr/>
          <p:nvPr/>
        </p:nvSpPr>
        <p:spPr>
          <a:xfrm rot="18270037" flipH="1" flipV="1">
            <a:off x="15520571" y="5289097"/>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7" name="Rectangle 6">
            <a:extLst>
              <a:ext uri="{FF2B5EF4-FFF2-40B4-BE49-F238E27FC236}">
                <a16:creationId xmlns:a16="http://schemas.microsoft.com/office/drawing/2014/main" id="{F40232CD-5636-0C86-5224-9DDCC5C25520}"/>
              </a:ext>
            </a:extLst>
          </p:cNvPr>
          <p:cNvSpPr/>
          <p:nvPr/>
        </p:nvSpPr>
        <p:spPr>
          <a:xfrm flipV="1">
            <a:off x="9246001" y="3497111"/>
            <a:ext cx="7162801"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8" name="Rectangle 7">
            <a:extLst>
              <a:ext uri="{FF2B5EF4-FFF2-40B4-BE49-F238E27FC236}">
                <a16:creationId xmlns:a16="http://schemas.microsoft.com/office/drawing/2014/main" id="{22033D8D-DD64-F71C-5BC1-DBAEF14167A6}"/>
              </a:ext>
            </a:extLst>
          </p:cNvPr>
          <p:cNvSpPr/>
          <p:nvPr/>
        </p:nvSpPr>
        <p:spPr>
          <a:xfrm rot="3329963" flipV="1">
            <a:off x="9639602" y="3621721"/>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9" name="Rectangle 8">
            <a:extLst>
              <a:ext uri="{FF2B5EF4-FFF2-40B4-BE49-F238E27FC236}">
                <a16:creationId xmlns:a16="http://schemas.microsoft.com/office/drawing/2014/main" id="{5EB03639-2CB7-9CC5-225B-3AB11C70AE19}"/>
              </a:ext>
            </a:extLst>
          </p:cNvPr>
          <p:cNvSpPr/>
          <p:nvPr/>
        </p:nvSpPr>
        <p:spPr>
          <a:xfrm rot="18270037" flipH="1" flipV="1">
            <a:off x="15520571" y="3603433"/>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2" name="Rectangle 21">
            <a:extLst>
              <a:ext uri="{FF2B5EF4-FFF2-40B4-BE49-F238E27FC236}">
                <a16:creationId xmlns:a16="http://schemas.microsoft.com/office/drawing/2014/main" id="{48662672-19CC-3B6E-A5ED-9C3F7D9291C5}"/>
              </a:ext>
            </a:extLst>
          </p:cNvPr>
          <p:cNvSpPr/>
          <p:nvPr/>
        </p:nvSpPr>
        <p:spPr>
          <a:xfrm>
            <a:off x="9246001" y="2013212"/>
            <a:ext cx="7162801"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5" name="Rectangle 24">
            <a:extLst>
              <a:ext uri="{FF2B5EF4-FFF2-40B4-BE49-F238E27FC236}">
                <a16:creationId xmlns:a16="http://schemas.microsoft.com/office/drawing/2014/main" id="{6F29992D-6418-31AC-550C-CD82CADEF5AB}"/>
              </a:ext>
            </a:extLst>
          </p:cNvPr>
          <p:cNvSpPr/>
          <p:nvPr/>
        </p:nvSpPr>
        <p:spPr>
          <a:xfrm rot="18270037">
            <a:off x="9605256" y="2934974"/>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1" name="Rectangle 30">
            <a:extLst>
              <a:ext uri="{FF2B5EF4-FFF2-40B4-BE49-F238E27FC236}">
                <a16:creationId xmlns:a16="http://schemas.microsoft.com/office/drawing/2014/main" id="{74E15D83-8D45-577E-DD71-C749AD871B2E}"/>
              </a:ext>
            </a:extLst>
          </p:cNvPr>
          <p:cNvSpPr/>
          <p:nvPr/>
        </p:nvSpPr>
        <p:spPr>
          <a:xfrm rot="3329963" flipH="1">
            <a:off x="15520571" y="2944892"/>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2" name="Rectangle 31">
            <a:extLst>
              <a:ext uri="{FF2B5EF4-FFF2-40B4-BE49-F238E27FC236}">
                <a16:creationId xmlns:a16="http://schemas.microsoft.com/office/drawing/2014/main" id="{42AB602C-7743-7F1E-DA29-DE5FFF912385}"/>
              </a:ext>
            </a:extLst>
          </p:cNvPr>
          <p:cNvSpPr/>
          <p:nvPr/>
        </p:nvSpPr>
        <p:spPr>
          <a:xfrm>
            <a:off x="9246001" y="320893"/>
            <a:ext cx="7162801"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3" name="Rectangle 32">
            <a:extLst>
              <a:ext uri="{FF2B5EF4-FFF2-40B4-BE49-F238E27FC236}">
                <a16:creationId xmlns:a16="http://schemas.microsoft.com/office/drawing/2014/main" id="{162F859E-0FE1-D5DE-96CF-2D57E599E486}"/>
              </a:ext>
            </a:extLst>
          </p:cNvPr>
          <p:cNvSpPr/>
          <p:nvPr/>
        </p:nvSpPr>
        <p:spPr>
          <a:xfrm rot="18270037">
            <a:off x="9599160" y="1242655"/>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9" name="Rectangle 38">
            <a:extLst>
              <a:ext uri="{FF2B5EF4-FFF2-40B4-BE49-F238E27FC236}">
                <a16:creationId xmlns:a16="http://schemas.microsoft.com/office/drawing/2014/main" id="{203289EF-CA6C-A3F3-62D0-6727C902DD0A}"/>
              </a:ext>
            </a:extLst>
          </p:cNvPr>
          <p:cNvSpPr/>
          <p:nvPr/>
        </p:nvSpPr>
        <p:spPr>
          <a:xfrm rot="3329963" flipH="1">
            <a:off x="15520571" y="1252573"/>
            <a:ext cx="441095" cy="347964"/>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0" name="Rectangle 39">
            <a:extLst>
              <a:ext uri="{FF2B5EF4-FFF2-40B4-BE49-F238E27FC236}">
                <a16:creationId xmlns:a16="http://schemas.microsoft.com/office/drawing/2014/main" id="{8CC0E5F7-E6F4-3BCD-E14B-903B4C3756B3}"/>
              </a:ext>
            </a:extLst>
          </p:cNvPr>
          <p:cNvSpPr/>
          <p:nvPr/>
        </p:nvSpPr>
        <p:spPr>
          <a:xfrm>
            <a:off x="9862652" y="-3757"/>
            <a:ext cx="5875589" cy="6858000"/>
          </a:xfrm>
          <a:prstGeom prst="rect">
            <a:avLst/>
          </a:prstGeom>
          <a:solidFill>
            <a:schemeClr val="bg1"/>
          </a:solidFill>
          <a:ln>
            <a:noFill/>
          </a:ln>
          <a:effectLst>
            <a:outerShdw blurRad="1905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29" name="Group 28">
            <a:extLst>
              <a:ext uri="{FF2B5EF4-FFF2-40B4-BE49-F238E27FC236}">
                <a16:creationId xmlns:a16="http://schemas.microsoft.com/office/drawing/2014/main" id="{8394813F-6861-CCD4-97DD-4CC3051748FB}"/>
              </a:ext>
            </a:extLst>
          </p:cNvPr>
          <p:cNvGrpSpPr/>
          <p:nvPr/>
        </p:nvGrpSpPr>
        <p:grpSpPr>
          <a:xfrm>
            <a:off x="13131865" y="1279748"/>
            <a:ext cx="6102891" cy="4137323"/>
            <a:chOff x="1329955" y="570155"/>
            <a:chExt cx="6102891" cy="4137323"/>
          </a:xfrm>
        </p:grpSpPr>
        <p:sp>
          <p:nvSpPr>
            <p:cNvPr id="30" name="TextBox 29">
              <a:extLst>
                <a:ext uri="{FF2B5EF4-FFF2-40B4-BE49-F238E27FC236}">
                  <a16:creationId xmlns:a16="http://schemas.microsoft.com/office/drawing/2014/main" id="{8AC6DF06-2D79-A2AC-B643-D888849A51E0}"/>
                </a:ext>
              </a:extLst>
            </p:cNvPr>
            <p:cNvSpPr txBox="1"/>
            <p:nvPr/>
          </p:nvSpPr>
          <p:spPr>
            <a:xfrm>
              <a:off x="1329955" y="1783601"/>
              <a:ext cx="6102891" cy="2923877"/>
            </a:xfrm>
            <a:prstGeom prst="rect">
              <a:avLst/>
            </a:prstGeom>
            <a:noFill/>
          </p:spPr>
          <p:txBody>
            <a:bodyPr wrap="square" rtlCol="0">
              <a:spAutoFit/>
            </a:bodyPr>
            <a:lstStyle/>
            <a:p>
              <a:endParaRPr lang="en-US" sz="2000" b="1" dirty="0">
                <a:latin typeface="Times New Roman" panose="02020603050405020304" pitchFamily="18" charset="0"/>
              </a:endParaRP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Data Privacy: </a:t>
              </a:r>
              <a:r>
                <a:rPr lang="en-US" dirty="0">
                  <a:latin typeface="Times New Roman" panose="02020603050405020304" pitchFamily="18" charset="0"/>
                </a:rPr>
                <a:t>Many governments worry about how TikTok saves user data.</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Legal Battles: </a:t>
              </a:r>
              <a:r>
                <a:rPr lang="en-US" dirty="0">
                  <a:latin typeface="Times New Roman" panose="02020603050405020304" pitchFamily="18" charset="0"/>
                </a:rPr>
                <a:t>TikTok is fighting in court to stay online in many places.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Cyberbullying: </a:t>
              </a:r>
              <a:r>
                <a:rPr lang="en-US" dirty="0">
                  <a:latin typeface="Times New Roman" panose="02020603050405020304" pitchFamily="18" charset="0"/>
                </a:rPr>
                <a:t>Managing mean comments and online hate is a big struggle.</a:t>
              </a:r>
            </a:p>
          </p:txBody>
        </p:sp>
        <p:sp>
          <p:nvSpPr>
            <p:cNvPr id="34" name="TextBox 33">
              <a:extLst>
                <a:ext uri="{FF2B5EF4-FFF2-40B4-BE49-F238E27FC236}">
                  <a16:creationId xmlns:a16="http://schemas.microsoft.com/office/drawing/2014/main" id="{F0936B22-FE9A-4322-23A3-6DC44B70DF4E}"/>
                </a:ext>
              </a:extLst>
            </p:cNvPr>
            <p:cNvSpPr txBox="1"/>
            <p:nvPr/>
          </p:nvSpPr>
          <p:spPr>
            <a:xfrm>
              <a:off x="1329955" y="570155"/>
              <a:ext cx="4508695" cy="1323439"/>
            </a:xfrm>
            <a:prstGeom prst="rect">
              <a:avLst/>
            </a:prstGeom>
            <a:noFill/>
          </p:spPr>
          <p:txBody>
            <a:bodyPr wrap="square" rtlCol="0">
              <a:spAutoFit/>
            </a:bodyPr>
            <a:lstStyle/>
            <a:p>
              <a:r>
                <a:rPr lang="en-US" sz="4000" dirty="0">
                  <a:latin typeface="Times New Roman" panose="02020603050405020304" pitchFamily="18" charset="0"/>
                </a:rPr>
                <a:t>Challenges &amp;</a:t>
              </a:r>
            </a:p>
            <a:p>
              <a:r>
                <a:rPr lang="en-US" sz="4000" dirty="0">
                  <a:latin typeface="Times New Roman" panose="02020603050405020304" pitchFamily="18" charset="0"/>
                </a:rPr>
                <a:t>Ethical Concerns</a:t>
              </a:r>
            </a:p>
          </p:txBody>
        </p:sp>
      </p:grpSp>
      <p:sp>
        <p:nvSpPr>
          <p:cNvPr id="41" name="Rectangle 40">
            <a:extLst>
              <a:ext uri="{FF2B5EF4-FFF2-40B4-BE49-F238E27FC236}">
                <a16:creationId xmlns:a16="http://schemas.microsoft.com/office/drawing/2014/main" id="{50FD6B46-6076-B41B-5B7D-153E7F287C58}"/>
              </a:ext>
            </a:extLst>
          </p:cNvPr>
          <p:cNvSpPr/>
          <p:nvPr/>
        </p:nvSpPr>
        <p:spPr>
          <a:xfrm>
            <a:off x="9550749" y="115630"/>
            <a:ext cx="6458673"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4" name="TextBox 43">
            <a:extLst>
              <a:ext uri="{FF2B5EF4-FFF2-40B4-BE49-F238E27FC236}">
                <a16:creationId xmlns:a16="http://schemas.microsoft.com/office/drawing/2014/main" id="{27E93CAE-9DC3-8CE8-CC4E-82EC2515A33D}"/>
              </a:ext>
            </a:extLst>
          </p:cNvPr>
          <p:cNvSpPr txBox="1"/>
          <p:nvPr/>
        </p:nvSpPr>
        <p:spPr>
          <a:xfrm>
            <a:off x="16126437" y="364216"/>
            <a:ext cx="6102891" cy="1046440"/>
          </a:xfrm>
          <a:prstGeom prst="rect">
            <a:avLst/>
          </a:prstGeom>
          <a:noFill/>
        </p:spPr>
        <p:txBody>
          <a:bodyPr wrap="square" rtlCol="0">
            <a:spAutoFit/>
          </a:bodyPr>
          <a:lstStyle/>
          <a:p>
            <a:r>
              <a:rPr lang="en-US" sz="2400" b="1" dirty="0">
                <a:latin typeface="Times New Roman" panose="02020603050405020304" pitchFamily="18" charset="0"/>
              </a:rPr>
              <a:t>Information</a:t>
            </a:r>
          </a:p>
          <a:p>
            <a:pPr marL="342900" indent="-342900">
              <a:buFont typeface="Arial" panose="020B0604020202020204" pitchFamily="34" charset="0"/>
              <a:buChar char="•"/>
            </a:pPr>
            <a:r>
              <a:rPr lang="en-US" sz="2000" dirty="0">
                <a:latin typeface="Times New Roman" panose="02020603050405020304" pitchFamily="18" charset="0"/>
              </a:rPr>
              <a:t>get the latest world news in seconds.</a:t>
            </a:r>
          </a:p>
          <a:p>
            <a:r>
              <a:rPr lang="en-US" dirty="0">
                <a:latin typeface="Times New Roman" panose="02020603050405020304" pitchFamily="18" charset="0"/>
              </a:rPr>
              <a:t>.</a:t>
            </a:r>
          </a:p>
        </p:txBody>
      </p:sp>
      <p:sp>
        <p:nvSpPr>
          <p:cNvPr id="42" name="Rectangle 41">
            <a:extLst>
              <a:ext uri="{FF2B5EF4-FFF2-40B4-BE49-F238E27FC236}">
                <a16:creationId xmlns:a16="http://schemas.microsoft.com/office/drawing/2014/main" id="{BA10526F-215D-5F59-D1FD-7200BB0C06B7}"/>
              </a:ext>
            </a:extLst>
          </p:cNvPr>
          <p:cNvSpPr/>
          <p:nvPr/>
        </p:nvSpPr>
        <p:spPr>
          <a:xfrm>
            <a:off x="9550748" y="1798559"/>
            <a:ext cx="6458673"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6" name="TextBox 45">
            <a:extLst>
              <a:ext uri="{FF2B5EF4-FFF2-40B4-BE49-F238E27FC236}">
                <a16:creationId xmlns:a16="http://schemas.microsoft.com/office/drawing/2014/main" id="{F2F525A2-30B1-3561-B45A-ED3CF8370075}"/>
              </a:ext>
            </a:extLst>
          </p:cNvPr>
          <p:cNvSpPr txBox="1"/>
          <p:nvPr/>
        </p:nvSpPr>
        <p:spPr>
          <a:xfrm>
            <a:off x="16124502" y="2161787"/>
            <a:ext cx="5509579"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People trust the advice of their favorite creators more than big movie stars.</a:t>
            </a:r>
          </a:p>
        </p:txBody>
      </p:sp>
      <p:sp>
        <p:nvSpPr>
          <p:cNvPr id="43" name="Rectangle 42">
            <a:extLst>
              <a:ext uri="{FF2B5EF4-FFF2-40B4-BE49-F238E27FC236}">
                <a16:creationId xmlns:a16="http://schemas.microsoft.com/office/drawing/2014/main" id="{715896C5-3F42-78D1-DF02-340FB2F4BC2F}"/>
              </a:ext>
            </a:extLst>
          </p:cNvPr>
          <p:cNvSpPr/>
          <p:nvPr/>
        </p:nvSpPr>
        <p:spPr>
          <a:xfrm>
            <a:off x="9598064" y="3696053"/>
            <a:ext cx="6458673"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7" name="TextBox 46">
            <a:extLst>
              <a:ext uri="{FF2B5EF4-FFF2-40B4-BE49-F238E27FC236}">
                <a16:creationId xmlns:a16="http://schemas.microsoft.com/office/drawing/2014/main" id="{49236252-4F34-7FCE-9FD3-7DDEB1F6D96B}"/>
              </a:ext>
            </a:extLst>
          </p:cNvPr>
          <p:cNvSpPr txBox="1"/>
          <p:nvPr/>
        </p:nvSpPr>
        <p:spPr>
          <a:xfrm>
            <a:off x="16176555" y="3926527"/>
            <a:ext cx="6011821"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discover smart tips for daily problems.</a:t>
            </a:r>
          </a:p>
        </p:txBody>
      </p:sp>
      <p:sp>
        <p:nvSpPr>
          <p:cNvPr id="16" name="Rectangle 15">
            <a:extLst>
              <a:ext uri="{FF2B5EF4-FFF2-40B4-BE49-F238E27FC236}">
                <a16:creationId xmlns:a16="http://schemas.microsoft.com/office/drawing/2014/main" id="{FC7BD40A-A0BE-CBB6-B168-1EB3BC311329}"/>
              </a:ext>
            </a:extLst>
          </p:cNvPr>
          <p:cNvSpPr/>
          <p:nvPr/>
        </p:nvSpPr>
        <p:spPr>
          <a:xfrm>
            <a:off x="9598064" y="5413820"/>
            <a:ext cx="6458673"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7" name="TextBox 16">
            <a:extLst>
              <a:ext uri="{FF2B5EF4-FFF2-40B4-BE49-F238E27FC236}">
                <a16:creationId xmlns:a16="http://schemas.microsoft.com/office/drawing/2014/main" id="{3B3F0B13-13D3-4A95-8A9C-C8796D98BDD7}"/>
              </a:ext>
            </a:extLst>
          </p:cNvPr>
          <p:cNvSpPr txBox="1"/>
          <p:nvPr/>
        </p:nvSpPr>
        <p:spPr>
          <a:xfrm>
            <a:off x="16124502" y="5859443"/>
            <a:ext cx="6011821"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see what is happening globally right now.</a:t>
            </a:r>
          </a:p>
        </p:txBody>
      </p:sp>
      <p:sp>
        <p:nvSpPr>
          <p:cNvPr id="2" name="TextBox 1">
            <a:extLst>
              <a:ext uri="{FF2B5EF4-FFF2-40B4-BE49-F238E27FC236}">
                <a16:creationId xmlns:a16="http://schemas.microsoft.com/office/drawing/2014/main" id="{4BF5A1F9-35A4-05E0-8EE1-025267AA1C88}"/>
              </a:ext>
            </a:extLst>
          </p:cNvPr>
          <p:cNvSpPr txBox="1"/>
          <p:nvPr/>
        </p:nvSpPr>
        <p:spPr>
          <a:xfrm>
            <a:off x="1719104" y="3184525"/>
            <a:ext cx="6102891" cy="1538883"/>
          </a:xfrm>
          <a:prstGeom prst="rect">
            <a:avLst/>
          </a:prstGeom>
          <a:noFill/>
        </p:spPr>
        <p:txBody>
          <a:bodyPr wrap="square" rtlCol="0">
            <a:spAutoFit/>
          </a:bodyPr>
          <a:lstStyle/>
          <a:p>
            <a:r>
              <a:rPr lang="en-US" sz="2000" b="1" dirty="0">
                <a:latin typeface="Times New Roman" panose="02020603050405020304" pitchFamily="18" charset="0"/>
              </a:rPr>
              <a:t>Learning</a:t>
            </a:r>
          </a:p>
          <a:p>
            <a:pPr marL="342900" indent="-342900">
              <a:buFont typeface="Arial" panose="020B0604020202020204" pitchFamily="34" charset="0"/>
              <a:buChar char="•"/>
            </a:pPr>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learn cooking, coding, or art in under 60 seconds.</a:t>
            </a:r>
          </a:p>
          <a:p>
            <a:pPr marL="285750" indent="-285750">
              <a:buFont typeface="Arial" panose="020B0604020202020204" pitchFamily="34" charset="0"/>
              <a:buChar char="•"/>
            </a:pPr>
            <a:r>
              <a:rPr lang="en-US" dirty="0">
                <a:latin typeface="Times New Roman" panose="02020603050405020304" pitchFamily="18" charset="0"/>
              </a:rPr>
              <a:t>professionals share knowledge in a simple way.</a:t>
            </a:r>
          </a:p>
          <a:p>
            <a:pPr marL="285750" indent="-285750">
              <a:buFont typeface="Arial" panose="020B0604020202020204" pitchFamily="34" charset="0"/>
              <a:buChar char="•"/>
            </a:pPr>
            <a:r>
              <a:rPr lang="en-US" dirty="0">
                <a:latin typeface="Times New Roman" panose="02020603050405020304" pitchFamily="18" charset="0"/>
              </a:rPr>
              <a:t>watch and learn new languages from native speakers.</a:t>
            </a:r>
          </a:p>
        </p:txBody>
      </p:sp>
      <p:sp>
        <p:nvSpPr>
          <p:cNvPr id="3" name="TextBox 2">
            <a:extLst>
              <a:ext uri="{FF2B5EF4-FFF2-40B4-BE49-F238E27FC236}">
                <a16:creationId xmlns:a16="http://schemas.microsoft.com/office/drawing/2014/main" id="{BE04B9DA-4430-544A-C369-C622C1814DD4}"/>
              </a:ext>
            </a:extLst>
          </p:cNvPr>
          <p:cNvSpPr txBox="1"/>
          <p:nvPr/>
        </p:nvSpPr>
        <p:spPr>
          <a:xfrm>
            <a:off x="1609922" y="2066114"/>
            <a:ext cx="2833067"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36" name="Rectangle 35">
            <a:extLst>
              <a:ext uri="{FF2B5EF4-FFF2-40B4-BE49-F238E27FC236}">
                <a16:creationId xmlns:a16="http://schemas.microsoft.com/office/drawing/2014/main" id="{66FF238E-A2B9-4A23-D72F-95891E8164E5}"/>
              </a:ext>
            </a:extLst>
          </p:cNvPr>
          <p:cNvSpPr/>
          <p:nvPr/>
        </p:nvSpPr>
        <p:spPr>
          <a:xfrm rot="13725524">
            <a:off x="-2457493" y="2769060"/>
            <a:ext cx="1920199" cy="1910301"/>
          </a:xfrm>
          <a:prstGeom prst="rect">
            <a:avLst/>
          </a:prstGeom>
          <a:solidFill>
            <a:schemeClr val="tx1"/>
          </a:solidFill>
          <a:ln>
            <a:noFill/>
          </a:ln>
          <a:effectLst>
            <a:outerShdw blurRad="50800" dist="50800" dir="5400000" algn="ctr" rotWithShape="0">
              <a:srgbClr val="000000">
                <a:alpha val="8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Tree>
    <p:extLst>
      <p:ext uri="{BB962C8B-B14F-4D97-AF65-F5344CB8AC3E}">
        <p14:creationId xmlns:p14="http://schemas.microsoft.com/office/powerpoint/2010/main" val="1847816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E3287-5462-2C60-40C8-4709AF474D78}"/>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7B0608DF-0AB5-67A3-5582-47D7D92151EC}"/>
              </a:ext>
            </a:extLst>
          </p:cNvPr>
          <p:cNvSpPr/>
          <p:nvPr/>
        </p:nvSpPr>
        <p:spPr>
          <a:xfrm>
            <a:off x="7742515" y="0"/>
            <a:ext cx="4449485" cy="6879764"/>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1" name="Rectangle 10">
            <a:extLst>
              <a:ext uri="{FF2B5EF4-FFF2-40B4-BE49-F238E27FC236}">
                <a16:creationId xmlns:a16="http://schemas.microsoft.com/office/drawing/2014/main" id="{B2186867-2D5D-1359-B551-E6A945B839C4}"/>
              </a:ext>
            </a:extLst>
          </p:cNvPr>
          <p:cNvSpPr/>
          <p:nvPr/>
        </p:nvSpPr>
        <p:spPr>
          <a:xfrm flipV="1">
            <a:off x="14847" y="11553095"/>
            <a:ext cx="9017795"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7" name="Rectangle 6">
            <a:extLst>
              <a:ext uri="{FF2B5EF4-FFF2-40B4-BE49-F238E27FC236}">
                <a16:creationId xmlns:a16="http://schemas.microsoft.com/office/drawing/2014/main" id="{6D3E5FF0-8E7F-2A9C-3152-DF18188DF542}"/>
              </a:ext>
            </a:extLst>
          </p:cNvPr>
          <p:cNvSpPr/>
          <p:nvPr/>
        </p:nvSpPr>
        <p:spPr>
          <a:xfrm flipV="1">
            <a:off x="14847" y="7185191"/>
            <a:ext cx="9017795"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2" name="Rectangle 21">
            <a:extLst>
              <a:ext uri="{FF2B5EF4-FFF2-40B4-BE49-F238E27FC236}">
                <a16:creationId xmlns:a16="http://schemas.microsoft.com/office/drawing/2014/main" id="{F2F7D777-9943-FFFE-8570-FDEB280DB26E}"/>
              </a:ext>
            </a:extLst>
          </p:cNvPr>
          <p:cNvSpPr/>
          <p:nvPr/>
        </p:nvSpPr>
        <p:spPr>
          <a:xfrm>
            <a:off x="14847" y="-1735828"/>
            <a:ext cx="9017795"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2" name="Rectangle 31">
            <a:extLst>
              <a:ext uri="{FF2B5EF4-FFF2-40B4-BE49-F238E27FC236}">
                <a16:creationId xmlns:a16="http://schemas.microsoft.com/office/drawing/2014/main" id="{B9A66C89-268B-CCC8-DD9D-C021F1C504C6}"/>
              </a:ext>
            </a:extLst>
          </p:cNvPr>
          <p:cNvSpPr/>
          <p:nvPr/>
        </p:nvSpPr>
        <p:spPr>
          <a:xfrm>
            <a:off x="14847" y="-4525427"/>
            <a:ext cx="9017795"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4" name="Group 3">
            <a:extLst>
              <a:ext uri="{FF2B5EF4-FFF2-40B4-BE49-F238E27FC236}">
                <a16:creationId xmlns:a16="http://schemas.microsoft.com/office/drawing/2014/main" id="{0985D0E5-B007-BE84-E784-26212F2E5013}"/>
              </a:ext>
            </a:extLst>
          </p:cNvPr>
          <p:cNvGrpSpPr/>
          <p:nvPr/>
        </p:nvGrpSpPr>
        <p:grpSpPr>
          <a:xfrm>
            <a:off x="-3169697" y="1501596"/>
            <a:ext cx="1865608" cy="4065827"/>
            <a:chOff x="1097511" y="1501596"/>
            <a:chExt cx="1865608" cy="4065827"/>
          </a:xfrm>
        </p:grpSpPr>
        <p:sp>
          <p:nvSpPr>
            <p:cNvPr id="5" name="Rectangle 4">
              <a:extLst>
                <a:ext uri="{FF2B5EF4-FFF2-40B4-BE49-F238E27FC236}">
                  <a16:creationId xmlns:a16="http://schemas.microsoft.com/office/drawing/2014/main" id="{445B7075-F7D3-A055-1082-05E2807725C2}"/>
                </a:ext>
              </a:extLst>
            </p:cNvPr>
            <p:cNvSpPr/>
            <p:nvPr/>
          </p:nvSpPr>
          <p:spPr>
            <a:xfrm>
              <a:off x="1097511" y="1501596"/>
              <a:ext cx="1611268" cy="4065827"/>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3" name="Rectangle 12">
              <a:extLst>
                <a:ext uri="{FF2B5EF4-FFF2-40B4-BE49-F238E27FC236}">
                  <a16:creationId xmlns:a16="http://schemas.microsoft.com/office/drawing/2014/main" id="{EAE1122A-6087-D787-8E31-F65FB44EEBC3}"/>
                </a:ext>
              </a:extLst>
            </p:cNvPr>
            <p:cNvSpPr/>
            <p:nvPr/>
          </p:nvSpPr>
          <p:spPr>
            <a:xfrm>
              <a:off x="1989579" y="1991990"/>
              <a:ext cx="973540" cy="2891088"/>
            </a:xfrm>
            <a:prstGeom prst="rect">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sp>
        <p:nvSpPr>
          <p:cNvPr id="18" name="TextBox 17">
            <a:extLst>
              <a:ext uri="{FF2B5EF4-FFF2-40B4-BE49-F238E27FC236}">
                <a16:creationId xmlns:a16="http://schemas.microsoft.com/office/drawing/2014/main" id="{2856ACDE-491E-B31D-AF35-60707FDB7406}"/>
              </a:ext>
            </a:extLst>
          </p:cNvPr>
          <p:cNvSpPr txBox="1"/>
          <p:nvPr/>
        </p:nvSpPr>
        <p:spPr>
          <a:xfrm>
            <a:off x="-6367750" y="3184525"/>
            <a:ext cx="6102891" cy="1538883"/>
          </a:xfrm>
          <a:prstGeom prst="rect">
            <a:avLst/>
          </a:prstGeom>
          <a:noFill/>
        </p:spPr>
        <p:txBody>
          <a:bodyPr wrap="square" rtlCol="0">
            <a:spAutoFit/>
          </a:bodyPr>
          <a:lstStyle/>
          <a:p>
            <a:r>
              <a:rPr lang="en-US" sz="2000" b="1" dirty="0">
                <a:latin typeface="Times New Roman" panose="02020603050405020304" pitchFamily="18" charset="0"/>
              </a:rPr>
              <a:t>Learning</a:t>
            </a:r>
          </a:p>
          <a:p>
            <a:pPr marL="342900" indent="-342900">
              <a:buFont typeface="Arial" panose="020B0604020202020204" pitchFamily="34" charset="0"/>
              <a:buChar char="•"/>
            </a:pPr>
            <a:endParaRPr lang="en-US" sz="2000" b="1"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learn cooking, coding, or art in under 60 seconds.</a:t>
            </a:r>
          </a:p>
          <a:p>
            <a:pPr marL="285750" indent="-285750">
              <a:buFont typeface="Arial" panose="020B0604020202020204" pitchFamily="34" charset="0"/>
              <a:buChar char="•"/>
            </a:pPr>
            <a:r>
              <a:rPr lang="en-US" dirty="0">
                <a:latin typeface="Times New Roman" panose="02020603050405020304" pitchFamily="18" charset="0"/>
              </a:rPr>
              <a:t>professionals share knowledge in a simple way.</a:t>
            </a:r>
          </a:p>
          <a:p>
            <a:pPr marL="285750" indent="-285750">
              <a:buFont typeface="Arial" panose="020B0604020202020204" pitchFamily="34" charset="0"/>
              <a:buChar char="•"/>
            </a:pPr>
            <a:r>
              <a:rPr lang="en-US" dirty="0">
                <a:latin typeface="Times New Roman" panose="02020603050405020304" pitchFamily="18" charset="0"/>
              </a:rPr>
              <a:t>watch and learn new languages from native speakers.</a:t>
            </a:r>
          </a:p>
        </p:txBody>
      </p:sp>
      <p:sp>
        <p:nvSpPr>
          <p:cNvPr id="19" name="TextBox 18">
            <a:extLst>
              <a:ext uri="{FF2B5EF4-FFF2-40B4-BE49-F238E27FC236}">
                <a16:creationId xmlns:a16="http://schemas.microsoft.com/office/drawing/2014/main" id="{B2215198-D788-81AD-F623-1E9D406F6264}"/>
              </a:ext>
            </a:extLst>
          </p:cNvPr>
          <p:cNvSpPr txBox="1"/>
          <p:nvPr/>
        </p:nvSpPr>
        <p:spPr>
          <a:xfrm>
            <a:off x="-3710288" y="2066114"/>
            <a:ext cx="2833067"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40" name="Rectangle 39">
            <a:extLst>
              <a:ext uri="{FF2B5EF4-FFF2-40B4-BE49-F238E27FC236}">
                <a16:creationId xmlns:a16="http://schemas.microsoft.com/office/drawing/2014/main" id="{7119FC2A-7334-4497-A7E7-F19154FDB0B2}"/>
              </a:ext>
            </a:extLst>
          </p:cNvPr>
          <p:cNvSpPr/>
          <p:nvPr/>
        </p:nvSpPr>
        <p:spPr>
          <a:xfrm>
            <a:off x="1138320" y="-3757"/>
            <a:ext cx="7162801" cy="6858000"/>
          </a:xfrm>
          <a:prstGeom prst="rect">
            <a:avLst/>
          </a:prstGeom>
          <a:solidFill>
            <a:schemeClr val="bg1"/>
          </a:solidFill>
          <a:ln>
            <a:noFill/>
          </a:ln>
          <a:effectLst>
            <a:outerShdw blurRad="3175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2" name="Rectangle 11">
            <a:extLst>
              <a:ext uri="{FF2B5EF4-FFF2-40B4-BE49-F238E27FC236}">
                <a16:creationId xmlns:a16="http://schemas.microsoft.com/office/drawing/2014/main" id="{57662F60-164A-487D-AF23-99F57EA0C331}"/>
              </a:ext>
            </a:extLst>
          </p:cNvPr>
          <p:cNvSpPr/>
          <p:nvPr/>
        </p:nvSpPr>
        <p:spPr>
          <a:xfrm rot="3329963" flipV="1">
            <a:off x="567498" y="11632648"/>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5" name="Rectangle 14">
            <a:extLst>
              <a:ext uri="{FF2B5EF4-FFF2-40B4-BE49-F238E27FC236}">
                <a16:creationId xmlns:a16="http://schemas.microsoft.com/office/drawing/2014/main" id="{45B16E7B-CA71-570F-5CB4-ADCCFD1C70B7}"/>
              </a:ext>
            </a:extLst>
          </p:cNvPr>
          <p:cNvSpPr/>
          <p:nvPr/>
        </p:nvSpPr>
        <p:spPr>
          <a:xfrm rot="18270037" flipH="1" flipV="1">
            <a:off x="7971497" y="11614360"/>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8" name="Rectangle 7">
            <a:extLst>
              <a:ext uri="{FF2B5EF4-FFF2-40B4-BE49-F238E27FC236}">
                <a16:creationId xmlns:a16="http://schemas.microsoft.com/office/drawing/2014/main" id="{BAA1CD50-811A-740D-98B1-DC1A08BFE6D8}"/>
              </a:ext>
            </a:extLst>
          </p:cNvPr>
          <p:cNvSpPr/>
          <p:nvPr/>
        </p:nvSpPr>
        <p:spPr>
          <a:xfrm rot="3329963" flipV="1">
            <a:off x="567498" y="7264744"/>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9" name="Rectangle 8">
            <a:extLst>
              <a:ext uri="{FF2B5EF4-FFF2-40B4-BE49-F238E27FC236}">
                <a16:creationId xmlns:a16="http://schemas.microsoft.com/office/drawing/2014/main" id="{E1F984AF-337E-C71A-A20A-FC0DE661D9D0}"/>
              </a:ext>
            </a:extLst>
          </p:cNvPr>
          <p:cNvSpPr/>
          <p:nvPr/>
        </p:nvSpPr>
        <p:spPr>
          <a:xfrm rot="18270037" flipH="1" flipV="1">
            <a:off x="7971497" y="7246456"/>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5" name="Rectangle 24">
            <a:extLst>
              <a:ext uri="{FF2B5EF4-FFF2-40B4-BE49-F238E27FC236}">
                <a16:creationId xmlns:a16="http://schemas.microsoft.com/office/drawing/2014/main" id="{DEB75109-1A2E-ECAE-E5C8-5E4EE2048EBF}"/>
              </a:ext>
            </a:extLst>
          </p:cNvPr>
          <p:cNvSpPr/>
          <p:nvPr/>
        </p:nvSpPr>
        <p:spPr>
          <a:xfrm rot="18270037">
            <a:off x="524257" y="-859123"/>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1" name="Rectangle 30">
            <a:extLst>
              <a:ext uri="{FF2B5EF4-FFF2-40B4-BE49-F238E27FC236}">
                <a16:creationId xmlns:a16="http://schemas.microsoft.com/office/drawing/2014/main" id="{5808E23F-B7AE-0CBB-72AA-8C552BC5638D}"/>
              </a:ext>
            </a:extLst>
          </p:cNvPr>
          <p:cNvSpPr/>
          <p:nvPr/>
        </p:nvSpPr>
        <p:spPr>
          <a:xfrm rot="3329963" flipH="1">
            <a:off x="7971497" y="-849205"/>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3" name="Rectangle 32">
            <a:extLst>
              <a:ext uri="{FF2B5EF4-FFF2-40B4-BE49-F238E27FC236}">
                <a16:creationId xmlns:a16="http://schemas.microsoft.com/office/drawing/2014/main" id="{D65EDF1F-ED5F-7B5A-40E3-716C7F06E0DC}"/>
              </a:ext>
            </a:extLst>
          </p:cNvPr>
          <p:cNvSpPr/>
          <p:nvPr/>
        </p:nvSpPr>
        <p:spPr>
          <a:xfrm rot="18270037">
            <a:off x="516582" y="-3648722"/>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9" name="Rectangle 38">
            <a:extLst>
              <a:ext uri="{FF2B5EF4-FFF2-40B4-BE49-F238E27FC236}">
                <a16:creationId xmlns:a16="http://schemas.microsoft.com/office/drawing/2014/main" id="{77B36E85-B628-62A9-AF41-D9682750ACFC}"/>
              </a:ext>
            </a:extLst>
          </p:cNvPr>
          <p:cNvSpPr/>
          <p:nvPr/>
        </p:nvSpPr>
        <p:spPr>
          <a:xfrm rot="3329963" flipH="1">
            <a:off x="7971497" y="-3638804"/>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1" name="Rectangle 40">
            <a:extLst>
              <a:ext uri="{FF2B5EF4-FFF2-40B4-BE49-F238E27FC236}">
                <a16:creationId xmlns:a16="http://schemas.microsoft.com/office/drawing/2014/main" id="{44544929-6105-B14B-0351-BC917BD8C42B}"/>
              </a:ext>
            </a:extLst>
          </p:cNvPr>
          <p:cNvSpPr/>
          <p:nvPr/>
        </p:nvSpPr>
        <p:spPr>
          <a:xfrm>
            <a:off x="398517" y="-4730690"/>
            <a:ext cx="8131315"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2" name="Rectangle 41">
            <a:extLst>
              <a:ext uri="{FF2B5EF4-FFF2-40B4-BE49-F238E27FC236}">
                <a16:creationId xmlns:a16="http://schemas.microsoft.com/office/drawing/2014/main" id="{42C28C13-CBCC-030E-1299-096ADA6DCEBE}"/>
              </a:ext>
            </a:extLst>
          </p:cNvPr>
          <p:cNvSpPr/>
          <p:nvPr/>
        </p:nvSpPr>
        <p:spPr>
          <a:xfrm>
            <a:off x="398516" y="-1950481"/>
            <a:ext cx="8131315"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3" name="Rectangle 42">
            <a:extLst>
              <a:ext uri="{FF2B5EF4-FFF2-40B4-BE49-F238E27FC236}">
                <a16:creationId xmlns:a16="http://schemas.microsoft.com/office/drawing/2014/main" id="{F1FD5A1B-9D1A-87A0-0F40-1613EC776C1C}"/>
              </a:ext>
            </a:extLst>
          </p:cNvPr>
          <p:cNvSpPr/>
          <p:nvPr/>
        </p:nvSpPr>
        <p:spPr>
          <a:xfrm>
            <a:off x="458086" y="7384133"/>
            <a:ext cx="8131315"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6" name="Rectangle 15">
            <a:extLst>
              <a:ext uri="{FF2B5EF4-FFF2-40B4-BE49-F238E27FC236}">
                <a16:creationId xmlns:a16="http://schemas.microsoft.com/office/drawing/2014/main" id="{7B097486-6757-69BC-5F7D-1E0513E9D35A}"/>
              </a:ext>
            </a:extLst>
          </p:cNvPr>
          <p:cNvSpPr/>
          <p:nvPr/>
        </p:nvSpPr>
        <p:spPr>
          <a:xfrm>
            <a:off x="458086" y="11784140"/>
            <a:ext cx="8131315"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20" name="Group 19">
            <a:extLst>
              <a:ext uri="{FF2B5EF4-FFF2-40B4-BE49-F238E27FC236}">
                <a16:creationId xmlns:a16="http://schemas.microsoft.com/office/drawing/2014/main" id="{AE6EB2AA-6415-564D-275E-B762BCEF936F}"/>
              </a:ext>
            </a:extLst>
          </p:cNvPr>
          <p:cNvGrpSpPr/>
          <p:nvPr/>
        </p:nvGrpSpPr>
        <p:grpSpPr>
          <a:xfrm>
            <a:off x="1639624" y="1265758"/>
            <a:ext cx="6102891" cy="4137323"/>
            <a:chOff x="1329955" y="570155"/>
            <a:chExt cx="6102891" cy="4137323"/>
          </a:xfrm>
        </p:grpSpPr>
        <p:sp>
          <p:nvSpPr>
            <p:cNvPr id="23" name="TextBox 22">
              <a:extLst>
                <a:ext uri="{FF2B5EF4-FFF2-40B4-BE49-F238E27FC236}">
                  <a16:creationId xmlns:a16="http://schemas.microsoft.com/office/drawing/2014/main" id="{D4E7C7E5-F952-0913-5CC9-84A672C9A5AF}"/>
                </a:ext>
              </a:extLst>
            </p:cNvPr>
            <p:cNvSpPr txBox="1"/>
            <p:nvPr/>
          </p:nvSpPr>
          <p:spPr>
            <a:xfrm>
              <a:off x="1329955" y="1783601"/>
              <a:ext cx="6102891" cy="2923877"/>
            </a:xfrm>
            <a:prstGeom prst="rect">
              <a:avLst/>
            </a:prstGeom>
            <a:noFill/>
          </p:spPr>
          <p:txBody>
            <a:bodyPr wrap="square" rtlCol="0">
              <a:spAutoFit/>
            </a:bodyPr>
            <a:lstStyle/>
            <a:p>
              <a:endParaRPr lang="en-US" sz="2000" b="1" dirty="0">
                <a:latin typeface="Times New Roman" panose="02020603050405020304" pitchFamily="18" charset="0"/>
              </a:endParaRP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Data Privacy: </a:t>
              </a:r>
              <a:r>
                <a:rPr lang="en-US" dirty="0">
                  <a:latin typeface="Times New Roman" panose="02020603050405020304" pitchFamily="18" charset="0"/>
                </a:rPr>
                <a:t>Many governments worry about how TikTok saves user data.</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Legal Battles: </a:t>
              </a:r>
              <a:r>
                <a:rPr lang="en-US" dirty="0">
                  <a:latin typeface="Times New Roman" panose="02020603050405020304" pitchFamily="18" charset="0"/>
                </a:rPr>
                <a:t>TikTok is fighting in court to stay online in many places.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Cyberbullying: </a:t>
              </a:r>
              <a:r>
                <a:rPr lang="en-US" dirty="0">
                  <a:latin typeface="Times New Roman" panose="02020603050405020304" pitchFamily="18" charset="0"/>
                </a:rPr>
                <a:t>Managing mean comments and online hate is a big struggle.</a:t>
              </a:r>
            </a:p>
          </p:txBody>
        </p:sp>
        <p:sp>
          <p:nvSpPr>
            <p:cNvPr id="24" name="TextBox 23">
              <a:extLst>
                <a:ext uri="{FF2B5EF4-FFF2-40B4-BE49-F238E27FC236}">
                  <a16:creationId xmlns:a16="http://schemas.microsoft.com/office/drawing/2014/main" id="{78DBFE55-9549-0353-9379-91BC9A9B5DD9}"/>
                </a:ext>
              </a:extLst>
            </p:cNvPr>
            <p:cNvSpPr txBox="1"/>
            <p:nvPr/>
          </p:nvSpPr>
          <p:spPr>
            <a:xfrm>
              <a:off x="1329955" y="570155"/>
              <a:ext cx="4508695" cy="1323439"/>
            </a:xfrm>
            <a:prstGeom prst="rect">
              <a:avLst/>
            </a:prstGeom>
            <a:noFill/>
          </p:spPr>
          <p:txBody>
            <a:bodyPr wrap="square" rtlCol="0">
              <a:spAutoFit/>
            </a:bodyPr>
            <a:lstStyle/>
            <a:p>
              <a:r>
                <a:rPr lang="en-US" sz="4000" dirty="0">
                  <a:latin typeface="Times New Roman" panose="02020603050405020304" pitchFamily="18" charset="0"/>
                </a:rPr>
                <a:t>Challenges &amp;</a:t>
              </a:r>
            </a:p>
            <a:p>
              <a:r>
                <a:rPr lang="en-US" sz="4000" dirty="0">
                  <a:latin typeface="Times New Roman" panose="02020603050405020304" pitchFamily="18" charset="0"/>
                </a:rPr>
                <a:t>Ethical Concerns</a:t>
              </a:r>
            </a:p>
          </p:txBody>
        </p:sp>
      </p:grpSp>
      <p:grpSp>
        <p:nvGrpSpPr>
          <p:cNvPr id="28" name="Group 27">
            <a:extLst>
              <a:ext uri="{FF2B5EF4-FFF2-40B4-BE49-F238E27FC236}">
                <a16:creationId xmlns:a16="http://schemas.microsoft.com/office/drawing/2014/main" id="{DD30A1C0-0599-91CE-F155-365B8135300C}"/>
              </a:ext>
            </a:extLst>
          </p:cNvPr>
          <p:cNvGrpSpPr/>
          <p:nvPr/>
        </p:nvGrpSpPr>
        <p:grpSpPr>
          <a:xfrm>
            <a:off x="1609144" y="7123741"/>
            <a:ext cx="6102891" cy="3541704"/>
            <a:chOff x="1639624" y="1820221"/>
            <a:chExt cx="5251147" cy="3541704"/>
          </a:xfrm>
        </p:grpSpPr>
        <p:sp>
          <p:nvSpPr>
            <p:cNvPr id="29" name="TextBox 28">
              <a:extLst>
                <a:ext uri="{FF2B5EF4-FFF2-40B4-BE49-F238E27FC236}">
                  <a16:creationId xmlns:a16="http://schemas.microsoft.com/office/drawing/2014/main" id="{B61C1F11-3F55-D3B8-BE7F-F7D399AC5FFD}"/>
                </a:ext>
              </a:extLst>
            </p:cNvPr>
            <p:cNvSpPr txBox="1"/>
            <p:nvPr/>
          </p:nvSpPr>
          <p:spPr>
            <a:xfrm>
              <a:off x="1639624" y="3053601"/>
              <a:ext cx="5251147"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rPr>
                <a:t>Safety for Kids: </a:t>
              </a:r>
              <a:r>
                <a:rPr lang="en-US" dirty="0">
                  <a:latin typeface="Times New Roman" panose="02020603050405020304" pitchFamily="18" charset="0"/>
                </a:rPr>
                <a:t>Protecting young viewers from dangerous content is a top priority.</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Fake News: </a:t>
              </a:r>
              <a:r>
                <a:rPr lang="en-US" dirty="0">
                  <a:latin typeface="Times New Roman" panose="02020603050405020304" pitchFamily="18" charset="0"/>
                </a:rPr>
                <a:t>Misinformation and "Deepfakes" can spread very quickly.</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Mental Health: </a:t>
              </a:r>
              <a:r>
                <a:rPr lang="en-US" dirty="0">
                  <a:latin typeface="Times New Roman" panose="02020603050405020304" pitchFamily="18" charset="0"/>
                </a:rPr>
                <a:t>Comparing real life to "perfect" videos can affect self-esteem.</a:t>
              </a:r>
            </a:p>
          </p:txBody>
        </p:sp>
        <p:sp>
          <p:nvSpPr>
            <p:cNvPr id="30" name="TextBox 29">
              <a:extLst>
                <a:ext uri="{FF2B5EF4-FFF2-40B4-BE49-F238E27FC236}">
                  <a16:creationId xmlns:a16="http://schemas.microsoft.com/office/drawing/2014/main" id="{7054E155-5E68-6F3B-096A-86DCA17168DD}"/>
                </a:ext>
              </a:extLst>
            </p:cNvPr>
            <p:cNvSpPr txBox="1"/>
            <p:nvPr/>
          </p:nvSpPr>
          <p:spPr>
            <a:xfrm>
              <a:off x="1639624" y="1820221"/>
              <a:ext cx="2436827" cy="707886"/>
            </a:xfrm>
            <a:prstGeom prst="rect">
              <a:avLst/>
            </a:prstGeom>
            <a:noFill/>
          </p:spPr>
          <p:txBody>
            <a:bodyPr wrap="square" rtlCol="0">
              <a:spAutoFit/>
            </a:bodyPr>
            <a:lstStyle/>
            <a:p>
              <a:r>
                <a:rPr lang="en-US" sz="4000" dirty="0">
                  <a:latin typeface="Times New Roman" panose="02020603050405020304" pitchFamily="18" charset="0"/>
                </a:rPr>
                <a:t>Cont’d</a:t>
              </a:r>
            </a:p>
          </p:txBody>
        </p:sp>
      </p:grpSp>
      <p:sp>
        <p:nvSpPr>
          <p:cNvPr id="35" name="Rectangle 34">
            <a:extLst>
              <a:ext uri="{FF2B5EF4-FFF2-40B4-BE49-F238E27FC236}">
                <a16:creationId xmlns:a16="http://schemas.microsoft.com/office/drawing/2014/main" id="{D8014D2F-FF57-862F-68AE-12AE55A641D9}"/>
              </a:ext>
            </a:extLst>
          </p:cNvPr>
          <p:cNvSpPr/>
          <p:nvPr/>
        </p:nvSpPr>
        <p:spPr>
          <a:xfrm rot="18711806" flipH="1">
            <a:off x="-7277470" y="7871320"/>
            <a:ext cx="491503" cy="488970"/>
          </a:xfrm>
          <a:prstGeom prst="rect">
            <a:avLst/>
          </a:prstGeom>
          <a:solidFill>
            <a:srgbClr val="FFC000"/>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6" name="Rectangle 35">
            <a:extLst>
              <a:ext uri="{FF2B5EF4-FFF2-40B4-BE49-F238E27FC236}">
                <a16:creationId xmlns:a16="http://schemas.microsoft.com/office/drawing/2014/main" id="{190F5F24-E6EA-933F-B084-AE2D0A127AE7}"/>
              </a:ext>
            </a:extLst>
          </p:cNvPr>
          <p:cNvSpPr/>
          <p:nvPr/>
        </p:nvSpPr>
        <p:spPr>
          <a:xfrm rot="430768" flipH="1">
            <a:off x="-7965004" y="8050797"/>
            <a:ext cx="278491" cy="277056"/>
          </a:xfrm>
          <a:prstGeom prst="rect">
            <a:avLst/>
          </a:prstGeom>
          <a:solidFill>
            <a:schemeClr val="bg1"/>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7" name="Rectangle 36">
            <a:extLst>
              <a:ext uri="{FF2B5EF4-FFF2-40B4-BE49-F238E27FC236}">
                <a16:creationId xmlns:a16="http://schemas.microsoft.com/office/drawing/2014/main" id="{C6D8D379-BD91-7072-32EF-347AF7153A5E}"/>
              </a:ext>
            </a:extLst>
          </p:cNvPr>
          <p:cNvSpPr/>
          <p:nvPr/>
        </p:nvSpPr>
        <p:spPr>
          <a:xfrm rot="2391805" flipH="1">
            <a:off x="-4760661" y="7624632"/>
            <a:ext cx="886426" cy="876317"/>
          </a:xfrm>
          <a:prstGeom prst="rect">
            <a:avLst/>
          </a:prstGeom>
          <a:solidFill>
            <a:srgbClr val="FFC000"/>
          </a:solidFill>
          <a:ln>
            <a:noFill/>
          </a:ln>
          <a:effectLst>
            <a:outerShdw blurRad="50800" dist="508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8" name="Rectangle 47">
            <a:extLst>
              <a:ext uri="{FF2B5EF4-FFF2-40B4-BE49-F238E27FC236}">
                <a16:creationId xmlns:a16="http://schemas.microsoft.com/office/drawing/2014/main" id="{EFC50A2F-C15C-7110-9C08-A88DEE47D7C0}"/>
              </a:ext>
            </a:extLst>
          </p:cNvPr>
          <p:cNvSpPr/>
          <p:nvPr/>
        </p:nvSpPr>
        <p:spPr>
          <a:xfrm rot="2860451" flipH="1">
            <a:off x="-4148579" y="7395595"/>
            <a:ext cx="876580" cy="872062"/>
          </a:xfrm>
          <a:prstGeom prst="rect">
            <a:avLst/>
          </a:prstGeom>
          <a:noFill/>
          <a:ln w="63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9" name="Rectangle 48">
            <a:extLst>
              <a:ext uri="{FF2B5EF4-FFF2-40B4-BE49-F238E27FC236}">
                <a16:creationId xmlns:a16="http://schemas.microsoft.com/office/drawing/2014/main" id="{CED1C3A0-0043-4E60-87F3-0A36EF070104}"/>
              </a:ext>
            </a:extLst>
          </p:cNvPr>
          <p:cNvSpPr/>
          <p:nvPr/>
        </p:nvSpPr>
        <p:spPr>
          <a:xfrm rot="272514" flipH="1">
            <a:off x="-5058112" y="7858307"/>
            <a:ext cx="528682" cy="525957"/>
          </a:xfrm>
          <a:prstGeom prst="rect">
            <a:avLst/>
          </a:prstGeom>
          <a:solidFill>
            <a:schemeClr val="bg1"/>
          </a:solidFill>
          <a:ln>
            <a:noFill/>
          </a:ln>
          <a:effectLst>
            <a:outerShdw blurRad="50800" dist="50800" dir="5400000" algn="ctr" rotWithShape="0">
              <a:srgbClr val="000000">
                <a:alpha val="9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51" name="Rectangle 50">
            <a:extLst>
              <a:ext uri="{FF2B5EF4-FFF2-40B4-BE49-F238E27FC236}">
                <a16:creationId xmlns:a16="http://schemas.microsoft.com/office/drawing/2014/main" id="{0AC3A397-94C4-D5B0-68F8-A0EC8ECFBCB7}"/>
              </a:ext>
            </a:extLst>
          </p:cNvPr>
          <p:cNvSpPr/>
          <p:nvPr/>
        </p:nvSpPr>
        <p:spPr>
          <a:xfrm flipH="1">
            <a:off x="-8439945" y="7618063"/>
            <a:ext cx="876580" cy="872062"/>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52" name="Rectangle 51">
            <a:extLst>
              <a:ext uri="{FF2B5EF4-FFF2-40B4-BE49-F238E27FC236}">
                <a16:creationId xmlns:a16="http://schemas.microsoft.com/office/drawing/2014/main" id="{815EF6BA-1041-4340-132F-F03F8E1551E1}"/>
              </a:ext>
            </a:extLst>
          </p:cNvPr>
          <p:cNvSpPr/>
          <p:nvPr/>
        </p:nvSpPr>
        <p:spPr>
          <a:xfrm rot="16200000">
            <a:off x="14188021" y="1361940"/>
            <a:ext cx="6892146" cy="416826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Tree>
    <p:extLst>
      <p:ext uri="{BB962C8B-B14F-4D97-AF65-F5344CB8AC3E}">
        <p14:creationId xmlns:p14="http://schemas.microsoft.com/office/powerpoint/2010/main" val="27068121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A46B5-6F57-7BF2-39F3-B24C07EE8625}"/>
            </a:ext>
          </a:extLst>
        </p:cNvPr>
        <p:cNvGrpSpPr/>
        <p:nvPr/>
      </p:nvGrpSpPr>
      <p:grpSpPr>
        <a:xfrm>
          <a:off x="0" y="0"/>
          <a:ext cx="0" cy="0"/>
          <a:chOff x="0" y="0"/>
          <a:chExt cx="0" cy="0"/>
        </a:xfrm>
      </p:grpSpPr>
      <p:sp>
        <p:nvSpPr>
          <p:cNvPr id="35" name="Oval 34">
            <a:extLst>
              <a:ext uri="{FF2B5EF4-FFF2-40B4-BE49-F238E27FC236}">
                <a16:creationId xmlns:a16="http://schemas.microsoft.com/office/drawing/2014/main" id="{97ABF583-29CB-5B3E-3F12-2FDEA541606F}"/>
              </a:ext>
            </a:extLst>
          </p:cNvPr>
          <p:cNvSpPr/>
          <p:nvPr/>
        </p:nvSpPr>
        <p:spPr>
          <a:xfrm>
            <a:off x="-6139877" y="5961338"/>
            <a:ext cx="5742685" cy="486137"/>
          </a:xfrm>
          <a:prstGeom prst="ellipse">
            <a:avLst/>
          </a:prstGeom>
          <a:solidFill>
            <a:schemeClr val="tx1">
              <a:alpha val="62000"/>
            </a:schemeClr>
          </a:solidFill>
          <a:ln>
            <a:noFill/>
          </a:ln>
          <a:effectLst>
            <a:softEdge rad="1524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7" name="Rectangle 26">
            <a:extLst>
              <a:ext uri="{FF2B5EF4-FFF2-40B4-BE49-F238E27FC236}">
                <a16:creationId xmlns:a16="http://schemas.microsoft.com/office/drawing/2014/main" id="{4E9DA2AD-89CF-AA0D-B3D7-F52235875342}"/>
              </a:ext>
            </a:extLst>
          </p:cNvPr>
          <p:cNvSpPr/>
          <p:nvPr/>
        </p:nvSpPr>
        <p:spPr>
          <a:xfrm>
            <a:off x="7742515" y="0"/>
            <a:ext cx="4449485" cy="6879764"/>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0" name="Rectangle 39">
            <a:extLst>
              <a:ext uri="{FF2B5EF4-FFF2-40B4-BE49-F238E27FC236}">
                <a16:creationId xmlns:a16="http://schemas.microsoft.com/office/drawing/2014/main" id="{282EF9FD-13A4-BC4E-18F7-D603FCA04361}"/>
              </a:ext>
            </a:extLst>
          </p:cNvPr>
          <p:cNvSpPr/>
          <p:nvPr/>
        </p:nvSpPr>
        <p:spPr>
          <a:xfrm>
            <a:off x="1109668" y="21764"/>
            <a:ext cx="7162801" cy="6858000"/>
          </a:xfrm>
          <a:prstGeom prst="rect">
            <a:avLst/>
          </a:prstGeom>
          <a:solidFill>
            <a:schemeClr val="bg1"/>
          </a:solidFill>
          <a:ln>
            <a:noFill/>
          </a:ln>
          <a:effectLst>
            <a:outerShdw blurRad="3175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20" name="Group 19">
            <a:extLst>
              <a:ext uri="{FF2B5EF4-FFF2-40B4-BE49-F238E27FC236}">
                <a16:creationId xmlns:a16="http://schemas.microsoft.com/office/drawing/2014/main" id="{28D04FC9-0F0B-404F-FB97-0C784937A2D6}"/>
              </a:ext>
            </a:extLst>
          </p:cNvPr>
          <p:cNvGrpSpPr/>
          <p:nvPr/>
        </p:nvGrpSpPr>
        <p:grpSpPr>
          <a:xfrm>
            <a:off x="1639624" y="-4312082"/>
            <a:ext cx="6102891" cy="4137323"/>
            <a:chOff x="1329955" y="570155"/>
            <a:chExt cx="6102891" cy="4137323"/>
          </a:xfrm>
        </p:grpSpPr>
        <p:sp>
          <p:nvSpPr>
            <p:cNvPr id="23" name="TextBox 22">
              <a:extLst>
                <a:ext uri="{FF2B5EF4-FFF2-40B4-BE49-F238E27FC236}">
                  <a16:creationId xmlns:a16="http://schemas.microsoft.com/office/drawing/2014/main" id="{368E7B28-36CC-415C-147F-86C366A0292A}"/>
                </a:ext>
              </a:extLst>
            </p:cNvPr>
            <p:cNvSpPr txBox="1"/>
            <p:nvPr/>
          </p:nvSpPr>
          <p:spPr>
            <a:xfrm>
              <a:off x="1329955" y="1783601"/>
              <a:ext cx="6102891" cy="2923877"/>
            </a:xfrm>
            <a:prstGeom prst="rect">
              <a:avLst/>
            </a:prstGeom>
            <a:noFill/>
          </p:spPr>
          <p:txBody>
            <a:bodyPr wrap="square" rtlCol="0">
              <a:spAutoFit/>
            </a:bodyPr>
            <a:lstStyle/>
            <a:p>
              <a:endParaRPr lang="en-US" sz="2000" b="1" dirty="0">
                <a:latin typeface="Times New Roman" panose="02020603050405020304" pitchFamily="18" charset="0"/>
              </a:endParaRP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Data Privacy: </a:t>
              </a:r>
              <a:r>
                <a:rPr lang="en-US" dirty="0">
                  <a:latin typeface="Times New Roman" panose="02020603050405020304" pitchFamily="18" charset="0"/>
                </a:rPr>
                <a:t>Many governments worry about how TikTok saves user data.</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Legal Battles: </a:t>
              </a:r>
              <a:r>
                <a:rPr lang="en-US" dirty="0">
                  <a:latin typeface="Times New Roman" panose="02020603050405020304" pitchFamily="18" charset="0"/>
                </a:rPr>
                <a:t>TikTok is fighting in court to stay online in many places.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Cyberbullying: </a:t>
              </a:r>
              <a:r>
                <a:rPr lang="en-US" dirty="0">
                  <a:latin typeface="Times New Roman" panose="02020603050405020304" pitchFamily="18" charset="0"/>
                </a:rPr>
                <a:t>Managing mean comments and online hate is a big struggle.</a:t>
              </a:r>
            </a:p>
          </p:txBody>
        </p:sp>
        <p:sp>
          <p:nvSpPr>
            <p:cNvPr id="24" name="TextBox 23">
              <a:extLst>
                <a:ext uri="{FF2B5EF4-FFF2-40B4-BE49-F238E27FC236}">
                  <a16:creationId xmlns:a16="http://schemas.microsoft.com/office/drawing/2014/main" id="{299B75B0-6AF3-7A62-DE6D-F9D546719C81}"/>
                </a:ext>
              </a:extLst>
            </p:cNvPr>
            <p:cNvSpPr txBox="1"/>
            <p:nvPr/>
          </p:nvSpPr>
          <p:spPr>
            <a:xfrm>
              <a:off x="1329955" y="570155"/>
              <a:ext cx="4508695" cy="1323439"/>
            </a:xfrm>
            <a:prstGeom prst="rect">
              <a:avLst/>
            </a:prstGeom>
            <a:noFill/>
          </p:spPr>
          <p:txBody>
            <a:bodyPr wrap="square" rtlCol="0">
              <a:spAutoFit/>
            </a:bodyPr>
            <a:lstStyle/>
            <a:p>
              <a:r>
                <a:rPr lang="en-US" sz="4000" dirty="0">
                  <a:latin typeface="Times New Roman" panose="02020603050405020304" pitchFamily="18" charset="0"/>
                </a:rPr>
                <a:t>Challenges &amp;</a:t>
              </a:r>
            </a:p>
            <a:p>
              <a:r>
                <a:rPr lang="en-US" sz="4000" dirty="0">
                  <a:latin typeface="Times New Roman" panose="02020603050405020304" pitchFamily="18" charset="0"/>
                </a:rPr>
                <a:t>Ethical Concerns</a:t>
              </a:r>
            </a:p>
          </p:txBody>
        </p:sp>
      </p:grpSp>
      <p:grpSp>
        <p:nvGrpSpPr>
          <p:cNvPr id="6" name="Group 5">
            <a:extLst>
              <a:ext uri="{FF2B5EF4-FFF2-40B4-BE49-F238E27FC236}">
                <a16:creationId xmlns:a16="http://schemas.microsoft.com/office/drawing/2014/main" id="{394296DA-1912-C5E9-56D8-6B08BE9F9B2F}"/>
              </a:ext>
            </a:extLst>
          </p:cNvPr>
          <p:cNvGrpSpPr/>
          <p:nvPr/>
        </p:nvGrpSpPr>
        <p:grpSpPr>
          <a:xfrm>
            <a:off x="1639624" y="1576381"/>
            <a:ext cx="6102891" cy="3541704"/>
            <a:chOff x="1639624" y="1820221"/>
            <a:chExt cx="5251147" cy="3541704"/>
          </a:xfrm>
        </p:grpSpPr>
        <p:sp>
          <p:nvSpPr>
            <p:cNvPr id="2" name="TextBox 1">
              <a:extLst>
                <a:ext uri="{FF2B5EF4-FFF2-40B4-BE49-F238E27FC236}">
                  <a16:creationId xmlns:a16="http://schemas.microsoft.com/office/drawing/2014/main" id="{0006D517-D679-13D2-121D-9C220443F3A6}"/>
                </a:ext>
              </a:extLst>
            </p:cNvPr>
            <p:cNvSpPr txBox="1"/>
            <p:nvPr/>
          </p:nvSpPr>
          <p:spPr>
            <a:xfrm>
              <a:off x="1639624" y="3053601"/>
              <a:ext cx="5251147"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rPr>
                <a:t>Safety for Kids: </a:t>
              </a:r>
              <a:r>
                <a:rPr lang="en-US" dirty="0">
                  <a:latin typeface="Times New Roman" panose="02020603050405020304" pitchFamily="18" charset="0"/>
                </a:rPr>
                <a:t>Protecting young viewers from dangerous content is a top priority.</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Fake News: </a:t>
              </a:r>
              <a:r>
                <a:rPr lang="en-US" dirty="0">
                  <a:latin typeface="Times New Roman" panose="02020603050405020304" pitchFamily="18" charset="0"/>
                </a:rPr>
                <a:t>Misinformation and "Deepfakes" can spread very quickly.</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Mental Health: </a:t>
              </a:r>
              <a:r>
                <a:rPr lang="en-US" dirty="0">
                  <a:latin typeface="Times New Roman" panose="02020603050405020304" pitchFamily="18" charset="0"/>
                </a:rPr>
                <a:t>Comparing real life to "perfect" videos can affect self-esteem.</a:t>
              </a:r>
            </a:p>
          </p:txBody>
        </p:sp>
        <p:sp>
          <p:nvSpPr>
            <p:cNvPr id="3" name="TextBox 2">
              <a:extLst>
                <a:ext uri="{FF2B5EF4-FFF2-40B4-BE49-F238E27FC236}">
                  <a16:creationId xmlns:a16="http://schemas.microsoft.com/office/drawing/2014/main" id="{9A1594AC-8C33-91BA-11F5-7A4D59F1E0C1}"/>
                </a:ext>
              </a:extLst>
            </p:cNvPr>
            <p:cNvSpPr txBox="1"/>
            <p:nvPr/>
          </p:nvSpPr>
          <p:spPr>
            <a:xfrm>
              <a:off x="1639624" y="1820221"/>
              <a:ext cx="2436827" cy="707886"/>
            </a:xfrm>
            <a:prstGeom prst="rect">
              <a:avLst/>
            </a:prstGeom>
            <a:noFill/>
          </p:spPr>
          <p:txBody>
            <a:bodyPr wrap="square" rtlCol="0">
              <a:spAutoFit/>
            </a:bodyPr>
            <a:lstStyle/>
            <a:p>
              <a:r>
                <a:rPr lang="en-US" sz="4000" dirty="0">
                  <a:latin typeface="Times New Roman" panose="02020603050405020304" pitchFamily="18" charset="0"/>
                </a:rPr>
                <a:t>Cont’d</a:t>
              </a:r>
            </a:p>
          </p:txBody>
        </p:sp>
      </p:grpSp>
      <p:sp>
        <p:nvSpPr>
          <p:cNvPr id="10" name="Rectangle 9">
            <a:extLst>
              <a:ext uri="{FF2B5EF4-FFF2-40B4-BE49-F238E27FC236}">
                <a16:creationId xmlns:a16="http://schemas.microsoft.com/office/drawing/2014/main" id="{CA3D7ABD-666C-DD0C-D297-5E741446707F}"/>
              </a:ext>
            </a:extLst>
          </p:cNvPr>
          <p:cNvSpPr/>
          <p:nvPr/>
        </p:nvSpPr>
        <p:spPr>
          <a:xfrm rot="18711806" flipH="1">
            <a:off x="-7116987" y="5480419"/>
            <a:ext cx="491503" cy="488970"/>
          </a:xfrm>
          <a:prstGeom prst="rect">
            <a:avLst/>
          </a:prstGeom>
          <a:solidFill>
            <a:srgbClr val="FFC000"/>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4" name="Rectangle 13">
            <a:extLst>
              <a:ext uri="{FF2B5EF4-FFF2-40B4-BE49-F238E27FC236}">
                <a16:creationId xmlns:a16="http://schemas.microsoft.com/office/drawing/2014/main" id="{0BEC4D71-A392-C1D5-3C43-765710AEFA38}"/>
              </a:ext>
            </a:extLst>
          </p:cNvPr>
          <p:cNvSpPr/>
          <p:nvPr/>
        </p:nvSpPr>
        <p:spPr>
          <a:xfrm rot="430768" flipH="1">
            <a:off x="-7804521" y="5659896"/>
            <a:ext cx="278491" cy="277056"/>
          </a:xfrm>
          <a:prstGeom prst="rect">
            <a:avLst/>
          </a:prstGeom>
          <a:solidFill>
            <a:schemeClr val="bg1"/>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7" name="Rectangle 16">
            <a:extLst>
              <a:ext uri="{FF2B5EF4-FFF2-40B4-BE49-F238E27FC236}">
                <a16:creationId xmlns:a16="http://schemas.microsoft.com/office/drawing/2014/main" id="{B2D5C0B9-386D-258E-4D48-CBDC5D7BC828}"/>
              </a:ext>
            </a:extLst>
          </p:cNvPr>
          <p:cNvSpPr/>
          <p:nvPr/>
        </p:nvSpPr>
        <p:spPr>
          <a:xfrm rot="2391805" flipH="1">
            <a:off x="-4600178" y="5233731"/>
            <a:ext cx="886426" cy="876317"/>
          </a:xfrm>
          <a:prstGeom prst="rect">
            <a:avLst/>
          </a:prstGeom>
          <a:solidFill>
            <a:srgbClr val="FFC000"/>
          </a:solidFill>
          <a:ln>
            <a:noFill/>
          </a:ln>
          <a:effectLst>
            <a:outerShdw blurRad="50800" dist="508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1" name="Rectangle 20">
            <a:extLst>
              <a:ext uri="{FF2B5EF4-FFF2-40B4-BE49-F238E27FC236}">
                <a16:creationId xmlns:a16="http://schemas.microsoft.com/office/drawing/2014/main" id="{A1270DD7-D43B-2AA9-F7FE-38E2875DDB9A}"/>
              </a:ext>
            </a:extLst>
          </p:cNvPr>
          <p:cNvSpPr/>
          <p:nvPr/>
        </p:nvSpPr>
        <p:spPr>
          <a:xfrm rot="4170123" flipH="1">
            <a:off x="-6389567" y="5709251"/>
            <a:ext cx="317410" cy="315774"/>
          </a:xfrm>
          <a:prstGeom prst="rect">
            <a:avLst/>
          </a:prstGeom>
          <a:solidFill>
            <a:schemeClr val="tx1"/>
          </a:solidFill>
          <a:ln>
            <a:noFill/>
          </a:ln>
          <a:effectLst>
            <a:outerShdw blurRad="50800" dist="50800" dir="5400000" algn="ctr" rotWithShape="0">
              <a:srgbClr val="000000">
                <a:alpha val="8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6" name="Rectangle 25">
            <a:extLst>
              <a:ext uri="{FF2B5EF4-FFF2-40B4-BE49-F238E27FC236}">
                <a16:creationId xmlns:a16="http://schemas.microsoft.com/office/drawing/2014/main" id="{E4885CBD-61F9-5810-5508-AB5A50B2FE2F}"/>
              </a:ext>
            </a:extLst>
          </p:cNvPr>
          <p:cNvSpPr/>
          <p:nvPr/>
        </p:nvSpPr>
        <p:spPr>
          <a:xfrm rot="2860451" flipH="1">
            <a:off x="-3988096" y="5004694"/>
            <a:ext cx="876580" cy="872062"/>
          </a:xfrm>
          <a:prstGeom prst="rect">
            <a:avLst/>
          </a:prstGeom>
          <a:noFill/>
          <a:ln w="63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8" name="Rectangle 27">
            <a:extLst>
              <a:ext uri="{FF2B5EF4-FFF2-40B4-BE49-F238E27FC236}">
                <a16:creationId xmlns:a16="http://schemas.microsoft.com/office/drawing/2014/main" id="{626B97E7-B22C-7D36-6C0D-CABE7A52507B}"/>
              </a:ext>
            </a:extLst>
          </p:cNvPr>
          <p:cNvSpPr/>
          <p:nvPr/>
        </p:nvSpPr>
        <p:spPr>
          <a:xfrm rot="272514" flipH="1">
            <a:off x="-4897629" y="5467406"/>
            <a:ext cx="528682" cy="525957"/>
          </a:xfrm>
          <a:prstGeom prst="rect">
            <a:avLst/>
          </a:prstGeom>
          <a:solidFill>
            <a:schemeClr val="bg1"/>
          </a:solidFill>
          <a:ln>
            <a:noFill/>
          </a:ln>
          <a:effectLst>
            <a:outerShdw blurRad="50800" dist="50800" dir="5400000" algn="ctr" rotWithShape="0">
              <a:srgbClr val="000000">
                <a:alpha val="9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0" name="Rectangle 29">
            <a:extLst>
              <a:ext uri="{FF2B5EF4-FFF2-40B4-BE49-F238E27FC236}">
                <a16:creationId xmlns:a16="http://schemas.microsoft.com/office/drawing/2014/main" id="{5A3F54E2-6E0C-5A9A-9662-5567048CAFB6}"/>
              </a:ext>
            </a:extLst>
          </p:cNvPr>
          <p:cNvSpPr/>
          <p:nvPr/>
        </p:nvSpPr>
        <p:spPr>
          <a:xfrm flipH="1">
            <a:off x="-8279462" y="5227162"/>
            <a:ext cx="876580" cy="872062"/>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6" name="Rectangle 35">
            <a:extLst>
              <a:ext uri="{FF2B5EF4-FFF2-40B4-BE49-F238E27FC236}">
                <a16:creationId xmlns:a16="http://schemas.microsoft.com/office/drawing/2014/main" id="{7F722456-4E9B-4EC9-7BA4-342C61FB465E}"/>
              </a:ext>
            </a:extLst>
          </p:cNvPr>
          <p:cNvSpPr/>
          <p:nvPr/>
        </p:nvSpPr>
        <p:spPr>
          <a:xfrm flipV="1">
            <a:off x="14847" y="7185191"/>
            <a:ext cx="9017795"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7" name="Rectangle 36">
            <a:extLst>
              <a:ext uri="{FF2B5EF4-FFF2-40B4-BE49-F238E27FC236}">
                <a16:creationId xmlns:a16="http://schemas.microsoft.com/office/drawing/2014/main" id="{6BFFB03A-355B-C2DA-4ED5-B61794F6DF75}"/>
              </a:ext>
            </a:extLst>
          </p:cNvPr>
          <p:cNvSpPr/>
          <p:nvPr/>
        </p:nvSpPr>
        <p:spPr>
          <a:xfrm rot="3329963" flipV="1">
            <a:off x="567498" y="7264744"/>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8" name="Rectangle 37">
            <a:extLst>
              <a:ext uri="{FF2B5EF4-FFF2-40B4-BE49-F238E27FC236}">
                <a16:creationId xmlns:a16="http://schemas.microsoft.com/office/drawing/2014/main" id="{6A8174EB-B56D-17B1-24E8-4121B5007760}"/>
              </a:ext>
            </a:extLst>
          </p:cNvPr>
          <p:cNvSpPr/>
          <p:nvPr/>
        </p:nvSpPr>
        <p:spPr>
          <a:xfrm rot="18270037" flipH="1" flipV="1">
            <a:off x="7971497" y="7246456"/>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4" name="Rectangle 43">
            <a:extLst>
              <a:ext uri="{FF2B5EF4-FFF2-40B4-BE49-F238E27FC236}">
                <a16:creationId xmlns:a16="http://schemas.microsoft.com/office/drawing/2014/main" id="{C61B6E55-5937-4C5F-0899-2844DA213312}"/>
              </a:ext>
            </a:extLst>
          </p:cNvPr>
          <p:cNvSpPr/>
          <p:nvPr/>
        </p:nvSpPr>
        <p:spPr>
          <a:xfrm>
            <a:off x="458086" y="7384133"/>
            <a:ext cx="8131315"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6" name="Rectangle 45">
            <a:extLst>
              <a:ext uri="{FF2B5EF4-FFF2-40B4-BE49-F238E27FC236}">
                <a16:creationId xmlns:a16="http://schemas.microsoft.com/office/drawing/2014/main" id="{8A4766AB-E923-DAF3-B75D-744C813401BB}"/>
              </a:ext>
            </a:extLst>
          </p:cNvPr>
          <p:cNvSpPr/>
          <p:nvPr/>
        </p:nvSpPr>
        <p:spPr>
          <a:xfrm>
            <a:off x="14847" y="-1735828"/>
            <a:ext cx="9017795"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7" name="Rectangle 46">
            <a:extLst>
              <a:ext uri="{FF2B5EF4-FFF2-40B4-BE49-F238E27FC236}">
                <a16:creationId xmlns:a16="http://schemas.microsoft.com/office/drawing/2014/main" id="{D4E581F1-4A51-E208-8086-2853348C8BF0}"/>
              </a:ext>
            </a:extLst>
          </p:cNvPr>
          <p:cNvSpPr/>
          <p:nvPr/>
        </p:nvSpPr>
        <p:spPr>
          <a:xfrm>
            <a:off x="14847" y="-4525427"/>
            <a:ext cx="9017795"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8" name="Rectangle 47">
            <a:extLst>
              <a:ext uri="{FF2B5EF4-FFF2-40B4-BE49-F238E27FC236}">
                <a16:creationId xmlns:a16="http://schemas.microsoft.com/office/drawing/2014/main" id="{24098EDC-440C-6545-B306-EC94ED4D6945}"/>
              </a:ext>
            </a:extLst>
          </p:cNvPr>
          <p:cNvSpPr/>
          <p:nvPr/>
        </p:nvSpPr>
        <p:spPr>
          <a:xfrm rot="18270037">
            <a:off x="524257" y="-859123"/>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9" name="Rectangle 48">
            <a:extLst>
              <a:ext uri="{FF2B5EF4-FFF2-40B4-BE49-F238E27FC236}">
                <a16:creationId xmlns:a16="http://schemas.microsoft.com/office/drawing/2014/main" id="{93E18F97-03B5-ADF8-580B-B8FBB53FF0A3}"/>
              </a:ext>
            </a:extLst>
          </p:cNvPr>
          <p:cNvSpPr/>
          <p:nvPr/>
        </p:nvSpPr>
        <p:spPr>
          <a:xfrm rot="3329963" flipH="1">
            <a:off x="7971497" y="-849205"/>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50" name="Rectangle 49">
            <a:extLst>
              <a:ext uri="{FF2B5EF4-FFF2-40B4-BE49-F238E27FC236}">
                <a16:creationId xmlns:a16="http://schemas.microsoft.com/office/drawing/2014/main" id="{08776F50-2AC2-71EB-A6A5-A3B12CD64E6D}"/>
              </a:ext>
            </a:extLst>
          </p:cNvPr>
          <p:cNvSpPr/>
          <p:nvPr/>
        </p:nvSpPr>
        <p:spPr>
          <a:xfrm rot="18270037">
            <a:off x="516582" y="-3648722"/>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51" name="Rectangle 50">
            <a:extLst>
              <a:ext uri="{FF2B5EF4-FFF2-40B4-BE49-F238E27FC236}">
                <a16:creationId xmlns:a16="http://schemas.microsoft.com/office/drawing/2014/main" id="{1E6E29E0-9B55-154D-A1DA-3D717CBFE5BB}"/>
              </a:ext>
            </a:extLst>
          </p:cNvPr>
          <p:cNvSpPr/>
          <p:nvPr/>
        </p:nvSpPr>
        <p:spPr>
          <a:xfrm rot="3329963" flipH="1">
            <a:off x="7971497" y="-3638804"/>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52" name="Rectangle 51">
            <a:extLst>
              <a:ext uri="{FF2B5EF4-FFF2-40B4-BE49-F238E27FC236}">
                <a16:creationId xmlns:a16="http://schemas.microsoft.com/office/drawing/2014/main" id="{35E14F6A-A3EC-DF29-30E6-B1BD7572E0E4}"/>
              </a:ext>
            </a:extLst>
          </p:cNvPr>
          <p:cNvSpPr/>
          <p:nvPr/>
        </p:nvSpPr>
        <p:spPr>
          <a:xfrm>
            <a:off x="398517" y="-4730690"/>
            <a:ext cx="8131315"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53" name="Rectangle 52">
            <a:extLst>
              <a:ext uri="{FF2B5EF4-FFF2-40B4-BE49-F238E27FC236}">
                <a16:creationId xmlns:a16="http://schemas.microsoft.com/office/drawing/2014/main" id="{4C6FA459-48AA-5650-D0D7-1ED4C85176B0}"/>
              </a:ext>
            </a:extLst>
          </p:cNvPr>
          <p:cNvSpPr/>
          <p:nvPr/>
        </p:nvSpPr>
        <p:spPr>
          <a:xfrm>
            <a:off x="398516" y="-1950481"/>
            <a:ext cx="8131315"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54" name="Rectangle 53">
            <a:extLst>
              <a:ext uri="{FF2B5EF4-FFF2-40B4-BE49-F238E27FC236}">
                <a16:creationId xmlns:a16="http://schemas.microsoft.com/office/drawing/2014/main" id="{891D1651-0F00-CAB4-8AD1-0E7CF4B58DEF}"/>
              </a:ext>
            </a:extLst>
          </p:cNvPr>
          <p:cNvSpPr/>
          <p:nvPr/>
        </p:nvSpPr>
        <p:spPr>
          <a:xfrm rot="2700000" flipH="1">
            <a:off x="-3548527" y="3938090"/>
            <a:ext cx="1850794" cy="1850794"/>
          </a:xfrm>
          <a:prstGeom prst="rect">
            <a:avLst/>
          </a:prstGeom>
          <a:blipFill dpi="0" rotWithShape="0">
            <a:blip r:embed="rId3">
              <a:extLst>
                <a:ext uri="{BEBA8EAE-BF5A-486C-A8C5-ECC9F3942E4B}">
                  <a14:imgProps xmlns:a14="http://schemas.microsoft.com/office/drawing/2010/main">
                    <a14:imgLayer r:embed="rId4">
                      <a14:imgEffect>
                        <a14:colorTemperature colorTemp="6300"/>
                      </a14:imgEffect>
                      <a14:imgEffect>
                        <a14:saturation sat="120000"/>
                      </a14:imgEffect>
                      <a14:imgEffect>
                        <a14:brightnessContrast bright="12000" contrast="7000"/>
                      </a14:imgEffect>
                    </a14:imgLayer>
                  </a14:imgProps>
                </a:ext>
              </a:extLst>
            </a:blip>
            <a:srcRect/>
            <a:stretch>
              <a:fillRect/>
            </a:stretch>
          </a:blipFill>
          <a:ln>
            <a:noFill/>
          </a:ln>
          <a:effectLst>
            <a:outerShdw blurRad="50800" dist="50800" dir="5400000" algn="ctr" rotWithShape="0">
              <a:srgbClr val="000000">
                <a:alpha val="99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55" name="Group 54">
            <a:extLst>
              <a:ext uri="{FF2B5EF4-FFF2-40B4-BE49-F238E27FC236}">
                <a16:creationId xmlns:a16="http://schemas.microsoft.com/office/drawing/2014/main" id="{EE05F0D3-45FE-9CD5-E077-FF937C70D733}"/>
              </a:ext>
            </a:extLst>
          </p:cNvPr>
          <p:cNvGrpSpPr/>
          <p:nvPr/>
        </p:nvGrpSpPr>
        <p:grpSpPr>
          <a:xfrm>
            <a:off x="-13097526" y="1659548"/>
            <a:ext cx="4636017" cy="4280584"/>
            <a:chOff x="1220773" y="2395612"/>
            <a:chExt cx="4753307" cy="4280584"/>
          </a:xfrm>
        </p:grpSpPr>
        <p:sp>
          <p:nvSpPr>
            <p:cNvPr id="56" name="TextBox 55">
              <a:extLst>
                <a:ext uri="{FF2B5EF4-FFF2-40B4-BE49-F238E27FC236}">
                  <a16:creationId xmlns:a16="http://schemas.microsoft.com/office/drawing/2014/main" id="{806BCE7F-ED59-3EC6-ECF9-E03738A2589A}"/>
                </a:ext>
              </a:extLst>
            </p:cNvPr>
            <p:cNvSpPr txBox="1"/>
            <p:nvPr/>
          </p:nvSpPr>
          <p:spPr>
            <a:xfrm>
              <a:off x="1220773" y="4367872"/>
              <a:ext cx="4753307" cy="2308324"/>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Strict rules and national security concerns in many countries.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Fighting for users against Instagram Reels and YouTube Shorts.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Difficulties in stopping misinformation and harmful content.</a:t>
              </a:r>
            </a:p>
          </p:txBody>
        </p:sp>
        <p:sp>
          <p:nvSpPr>
            <p:cNvPr id="57" name="TextBox 56">
              <a:extLst>
                <a:ext uri="{FF2B5EF4-FFF2-40B4-BE49-F238E27FC236}">
                  <a16:creationId xmlns:a16="http://schemas.microsoft.com/office/drawing/2014/main" id="{CF9C5774-562A-032F-785B-50D1AC01ED2F}"/>
                </a:ext>
              </a:extLst>
            </p:cNvPr>
            <p:cNvSpPr txBox="1"/>
            <p:nvPr/>
          </p:nvSpPr>
          <p:spPr>
            <a:xfrm>
              <a:off x="1220773" y="2395612"/>
              <a:ext cx="4103067" cy="1661993"/>
            </a:xfrm>
            <a:prstGeom prst="rect">
              <a:avLst/>
            </a:prstGeom>
            <a:noFill/>
          </p:spPr>
          <p:txBody>
            <a:bodyPr wrap="square" rtlCol="0">
              <a:spAutoFit/>
            </a:bodyPr>
            <a:lstStyle/>
            <a:p>
              <a:r>
                <a:rPr lang="en-US" sz="3600" dirty="0">
                  <a:latin typeface="Times New Roman" panose="02020603050405020304" pitchFamily="18" charset="0"/>
                </a:rPr>
                <a:t>Future Landscape</a:t>
              </a:r>
            </a:p>
            <a:p>
              <a:r>
                <a:rPr lang="en-US" sz="3600" i="1" dirty="0">
                  <a:latin typeface="Times New Roman" panose="02020603050405020304" pitchFamily="18" charset="0"/>
                </a:rPr>
                <a:t>of</a:t>
              </a:r>
              <a:r>
                <a:rPr lang="en-US" sz="3600" dirty="0">
                  <a:latin typeface="Times New Roman" panose="02020603050405020304" pitchFamily="18" charset="0"/>
                </a:rPr>
                <a:t>   </a:t>
              </a:r>
              <a:r>
                <a:rPr lang="en-US" sz="6600" b="1" dirty="0">
                  <a:latin typeface="Times New Roman" panose="02020603050405020304" pitchFamily="18" charset="0"/>
                </a:rPr>
                <a:t>TikTok</a:t>
              </a:r>
            </a:p>
          </p:txBody>
        </p:sp>
      </p:grpSp>
      <p:grpSp>
        <p:nvGrpSpPr>
          <p:cNvPr id="58" name="Group 57">
            <a:extLst>
              <a:ext uri="{FF2B5EF4-FFF2-40B4-BE49-F238E27FC236}">
                <a16:creationId xmlns:a16="http://schemas.microsoft.com/office/drawing/2014/main" id="{AF59C65E-207B-0288-498A-1BBE6C704A76}"/>
              </a:ext>
            </a:extLst>
          </p:cNvPr>
          <p:cNvGrpSpPr/>
          <p:nvPr/>
        </p:nvGrpSpPr>
        <p:grpSpPr>
          <a:xfrm>
            <a:off x="-8068039" y="685802"/>
            <a:ext cx="5742685" cy="2384740"/>
            <a:chOff x="1220773" y="1722351"/>
            <a:chExt cx="6102891" cy="2384740"/>
          </a:xfrm>
        </p:grpSpPr>
        <p:sp>
          <p:nvSpPr>
            <p:cNvPr id="59" name="TextBox 58">
              <a:extLst>
                <a:ext uri="{FF2B5EF4-FFF2-40B4-BE49-F238E27FC236}">
                  <a16:creationId xmlns:a16="http://schemas.microsoft.com/office/drawing/2014/main" id="{71F3F978-5055-C164-46DE-4C48001B2DC6}"/>
                </a:ext>
              </a:extLst>
            </p:cNvPr>
            <p:cNvSpPr txBox="1"/>
            <p:nvPr/>
          </p:nvSpPr>
          <p:spPr>
            <a:xfrm>
              <a:off x="1220773" y="2629763"/>
              <a:ext cx="6102891"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Worries about how personal data is collected and used.</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Concerns over app addiction and its effect on teenagers.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Lack of transparency in how videos are shown to people.</a:t>
              </a:r>
            </a:p>
          </p:txBody>
        </p:sp>
        <p:sp>
          <p:nvSpPr>
            <p:cNvPr id="60" name="TextBox 59">
              <a:extLst>
                <a:ext uri="{FF2B5EF4-FFF2-40B4-BE49-F238E27FC236}">
                  <a16:creationId xmlns:a16="http://schemas.microsoft.com/office/drawing/2014/main" id="{5EBBB809-BF3B-3F08-CF03-0C262245EC29}"/>
                </a:ext>
              </a:extLst>
            </p:cNvPr>
            <p:cNvSpPr txBox="1"/>
            <p:nvPr/>
          </p:nvSpPr>
          <p:spPr>
            <a:xfrm>
              <a:off x="1220773" y="1722351"/>
              <a:ext cx="2063447" cy="707886"/>
            </a:xfrm>
            <a:prstGeom prst="rect">
              <a:avLst/>
            </a:prstGeom>
            <a:noFill/>
          </p:spPr>
          <p:txBody>
            <a:bodyPr wrap="square" rtlCol="0">
              <a:spAutoFit/>
            </a:bodyPr>
            <a:lstStyle/>
            <a:p>
              <a:r>
                <a:rPr lang="en-US" sz="4000" dirty="0">
                  <a:latin typeface="Times New Roman" panose="02020603050405020304" pitchFamily="18" charset="0"/>
                </a:rPr>
                <a:t>Cont’d</a:t>
              </a:r>
            </a:p>
          </p:txBody>
        </p:sp>
      </p:grpSp>
      <p:sp>
        <p:nvSpPr>
          <p:cNvPr id="61" name="Rectangle 60">
            <a:extLst>
              <a:ext uri="{FF2B5EF4-FFF2-40B4-BE49-F238E27FC236}">
                <a16:creationId xmlns:a16="http://schemas.microsoft.com/office/drawing/2014/main" id="{C2993F1A-A31F-CB4C-3F26-92D227E73A8B}"/>
              </a:ext>
            </a:extLst>
          </p:cNvPr>
          <p:cNvSpPr/>
          <p:nvPr/>
        </p:nvSpPr>
        <p:spPr>
          <a:xfrm rot="16200000">
            <a:off x="14188021" y="1361940"/>
            <a:ext cx="6892146" cy="416826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Tree>
    <p:extLst>
      <p:ext uri="{BB962C8B-B14F-4D97-AF65-F5344CB8AC3E}">
        <p14:creationId xmlns:p14="http://schemas.microsoft.com/office/powerpoint/2010/main" val="8714194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39202-23D1-2568-23A8-7E58874512BC}"/>
            </a:ext>
          </a:extLst>
        </p:cNvPr>
        <p:cNvGrpSpPr/>
        <p:nvPr/>
      </p:nvGrpSpPr>
      <p:grpSpPr>
        <a:xfrm>
          <a:off x="0" y="0"/>
          <a:ext cx="0" cy="0"/>
          <a:chOff x="0" y="0"/>
          <a:chExt cx="0" cy="0"/>
        </a:xfrm>
      </p:grpSpPr>
      <p:sp>
        <p:nvSpPr>
          <p:cNvPr id="28" name="Oval 27">
            <a:extLst>
              <a:ext uri="{FF2B5EF4-FFF2-40B4-BE49-F238E27FC236}">
                <a16:creationId xmlns:a16="http://schemas.microsoft.com/office/drawing/2014/main" id="{7F710F5C-AF17-6838-2466-875489176EE0}"/>
              </a:ext>
            </a:extLst>
          </p:cNvPr>
          <p:cNvSpPr/>
          <p:nvPr/>
        </p:nvSpPr>
        <p:spPr>
          <a:xfrm>
            <a:off x="6175599" y="5949763"/>
            <a:ext cx="5742685" cy="486137"/>
          </a:xfrm>
          <a:prstGeom prst="ellipse">
            <a:avLst/>
          </a:prstGeom>
          <a:solidFill>
            <a:schemeClr val="tx1">
              <a:alpha val="62000"/>
            </a:schemeClr>
          </a:solidFill>
          <a:ln>
            <a:noFill/>
          </a:ln>
          <a:effectLst>
            <a:softEdge rad="1524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7" name="Rectangle 26">
            <a:extLst>
              <a:ext uri="{FF2B5EF4-FFF2-40B4-BE49-F238E27FC236}">
                <a16:creationId xmlns:a16="http://schemas.microsoft.com/office/drawing/2014/main" id="{02DCEC56-878B-C94A-BF97-00F638E55D3B}"/>
              </a:ext>
            </a:extLst>
          </p:cNvPr>
          <p:cNvSpPr/>
          <p:nvPr/>
        </p:nvSpPr>
        <p:spPr>
          <a:xfrm>
            <a:off x="12337957" y="0"/>
            <a:ext cx="4449485" cy="6879764"/>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0" name="Rectangle 39">
            <a:extLst>
              <a:ext uri="{FF2B5EF4-FFF2-40B4-BE49-F238E27FC236}">
                <a16:creationId xmlns:a16="http://schemas.microsoft.com/office/drawing/2014/main" id="{E820397F-278F-79D3-70CF-2AC47FBD18B1}"/>
              </a:ext>
            </a:extLst>
          </p:cNvPr>
          <p:cNvSpPr/>
          <p:nvPr/>
        </p:nvSpPr>
        <p:spPr>
          <a:xfrm>
            <a:off x="12410728" y="21764"/>
            <a:ext cx="7162801" cy="6858000"/>
          </a:xfrm>
          <a:prstGeom prst="rect">
            <a:avLst/>
          </a:prstGeom>
          <a:solidFill>
            <a:schemeClr val="bg1"/>
          </a:solidFill>
          <a:ln>
            <a:noFill/>
          </a:ln>
          <a:effectLst>
            <a:outerShdw blurRad="3175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6" name="Group 5">
            <a:extLst>
              <a:ext uri="{FF2B5EF4-FFF2-40B4-BE49-F238E27FC236}">
                <a16:creationId xmlns:a16="http://schemas.microsoft.com/office/drawing/2014/main" id="{B2D1CCD0-EE53-4738-678D-F20BA4572C01}"/>
              </a:ext>
            </a:extLst>
          </p:cNvPr>
          <p:cNvGrpSpPr/>
          <p:nvPr/>
        </p:nvGrpSpPr>
        <p:grpSpPr>
          <a:xfrm>
            <a:off x="12940684" y="1576381"/>
            <a:ext cx="6102891" cy="3541704"/>
            <a:chOff x="1639624" y="1820221"/>
            <a:chExt cx="5251147" cy="3541704"/>
          </a:xfrm>
        </p:grpSpPr>
        <p:sp>
          <p:nvSpPr>
            <p:cNvPr id="2" name="TextBox 1">
              <a:extLst>
                <a:ext uri="{FF2B5EF4-FFF2-40B4-BE49-F238E27FC236}">
                  <a16:creationId xmlns:a16="http://schemas.microsoft.com/office/drawing/2014/main" id="{D9483C62-8716-EFDB-01E0-0EFF3689E8BD}"/>
                </a:ext>
              </a:extLst>
            </p:cNvPr>
            <p:cNvSpPr txBox="1"/>
            <p:nvPr/>
          </p:nvSpPr>
          <p:spPr>
            <a:xfrm>
              <a:off x="1639624" y="3053601"/>
              <a:ext cx="5251147"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rPr>
                <a:t>Safety for Kids: </a:t>
              </a:r>
              <a:r>
                <a:rPr lang="en-US" dirty="0">
                  <a:latin typeface="Times New Roman" panose="02020603050405020304" pitchFamily="18" charset="0"/>
                </a:rPr>
                <a:t>Protecting young viewers from dangerous content is a top priority.</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Fake News: </a:t>
              </a:r>
              <a:r>
                <a:rPr lang="en-US" dirty="0">
                  <a:latin typeface="Times New Roman" panose="02020603050405020304" pitchFamily="18" charset="0"/>
                </a:rPr>
                <a:t>Misinformation and "Deepfakes" can spread very quickly.</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Mental Health: </a:t>
              </a:r>
              <a:r>
                <a:rPr lang="en-US" dirty="0">
                  <a:latin typeface="Times New Roman" panose="02020603050405020304" pitchFamily="18" charset="0"/>
                </a:rPr>
                <a:t>Comparing real life to "perfect" videos can affect self-esteem.</a:t>
              </a:r>
            </a:p>
          </p:txBody>
        </p:sp>
        <p:sp>
          <p:nvSpPr>
            <p:cNvPr id="3" name="TextBox 2">
              <a:extLst>
                <a:ext uri="{FF2B5EF4-FFF2-40B4-BE49-F238E27FC236}">
                  <a16:creationId xmlns:a16="http://schemas.microsoft.com/office/drawing/2014/main" id="{28B095F6-C70C-1956-7C75-7835A896D9F2}"/>
                </a:ext>
              </a:extLst>
            </p:cNvPr>
            <p:cNvSpPr txBox="1"/>
            <p:nvPr/>
          </p:nvSpPr>
          <p:spPr>
            <a:xfrm>
              <a:off x="1639624" y="1820221"/>
              <a:ext cx="2436827" cy="707886"/>
            </a:xfrm>
            <a:prstGeom prst="rect">
              <a:avLst/>
            </a:prstGeom>
            <a:noFill/>
          </p:spPr>
          <p:txBody>
            <a:bodyPr wrap="square" rtlCol="0">
              <a:spAutoFit/>
            </a:bodyPr>
            <a:lstStyle/>
            <a:p>
              <a:r>
                <a:rPr lang="en-US" sz="4000" dirty="0">
                  <a:latin typeface="Times New Roman" panose="02020603050405020304" pitchFamily="18" charset="0"/>
                </a:rPr>
                <a:t>Cont’d</a:t>
              </a:r>
            </a:p>
          </p:txBody>
        </p:sp>
      </p:grpSp>
      <p:grpSp>
        <p:nvGrpSpPr>
          <p:cNvPr id="4" name="Group 3">
            <a:extLst>
              <a:ext uri="{FF2B5EF4-FFF2-40B4-BE49-F238E27FC236}">
                <a16:creationId xmlns:a16="http://schemas.microsoft.com/office/drawing/2014/main" id="{A17C436F-0125-AE17-5D64-369A3FAD3F0A}"/>
              </a:ext>
            </a:extLst>
          </p:cNvPr>
          <p:cNvGrpSpPr/>
          <p:nvPr/>
        </p:nvGrpSpPr>
        <p:grpSpPr>
          <a:xfrm>
            <a:off x="709914" y="1659548"/>
            <a:ext cx="4636017" cy="4280584"/>
            <a:chOff x="1220773" y="2395612"/>
            <a:chExt cx="4753307" cy="4280584"/>
          </a:xfrm>
        </p:grpSpPr>
        <p:sp>
          <p:nvSpPr>
            <p:cNvPr id="5" name="TextBox 4">
              <a:extLst>
                <a:ext uri="{FF2B5EF4-FFF2-40B4-BE49-F238E27FC236}">
                  <a16:creationId xmlns:a16="http://schemas.microsoft.com/office/drawing/2014/main" id="{F8C98D20-6355-9921-C13A-F5B575A62850}"/>
                </a:ext>
              </a:extLst>
            </p:cNvPr>
            <p:cNvSpPr txBox="1"/>
            <p:nvPr/>
          </p:nvSpPr>
          <p:spPr>
            <a:xfrm>
              <a:off x="1220773" y="4367872"/>
              <a:ext cx="4753307" cy="2308324"/>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Strict rules and national security concerns in many countries.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Fighting for users against Instagram Reels and YouTube Shorts.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Difficulties in stopping misinformation and harmful content.</a:t>
              </a:r>
            </a:p>
          </p:txBody>
        </p:sp>
        <p:sp>
          <p:nvSpPr>
            <p:cNvPr id="7" name="TextBox 6">
              <a:extLst>
                <a:ext uri="{FF2B5EF4-FFF2-40B4-BE49-F238E27FC236}">
                  <a16:creationId xmlns:a16="http://schemas.microsoft.com/office/drawing/2014/main" id="{575E8BED-5B7E-AD3A-9BCE-3CDCC81A2981}"/>
                </a:ext>
              </a:extLst>
            </p:cNvPr>
            <p:cNvSpPr txBox="1"/>
            <p:nvPr/>
          </p:nvSpPr>
          <p:spPr>
            <a:xfrm>
              <a:off x="1220773" y="2395612"/>
              <a:ext cx="4103067" cy="1661993"/>
            </a:xfrm>
            <a:prstGeom prst="rect">
              <a:avLst/>
            </a:prstGeom>
            <a:noFill/>
          </p:spPr>
          <p:txBody>
            <a:bodyPr wrap="square" rtlCol="0">
              <a:spAutoFit/>
            </a:bodyPr>
            <a:lstStyle/>
            <a:p>
              <a:r>
                <a:rPr lang="en-US" sz="3600" dirty="0">
                  <a:latin typeface="Times New Roman" panose="02020603050405020304" pitchFamily="18" charset="0"/>
                </a:rPr>
                <a:t>Future Landscape</a:t>
              </a:r>
            </a:p>
            <a:p>
              <a:r>
                <a:rPr lang="en-US" sz="3600" i="1" dirty="0">
                  <a:latin typeface="Times New Roman" panose="02020603050405020304" pitchFamily="18" charset="0"/>
                </a:rPr>
                <a:t>of</a:t>
              </a:r>
              <a:r>
                <a:rPr lang="en-US" sz="3600" dirty="0">
                  <a:latin typeface="Times New Roman" panose="02020603050405020304" pitchFamily="18" charset="0"/>
                </a:rPr>
                <a:t>   </a:t>
              </a:r>
              <a:r>
                <a:rPr lang="en-US" sz="6600" b="1" dirty="0">
                  <a:latin typeface="Times New Roman" panose="02020603050405020304" pitchFamily="18" charset="0"/>
                </a:rPr>
                <a:t>TikTok</a:t>
              </a:r>
            </a:p>
          </p:txBody>
        </p:sp>
      </p:grpSp>
      <p:grpSp>
        <p:nvGrpSpPr>
          <p:cNvPr id="8" name="Group 7">
            <a:extLst>
              <a:ext uri="{FF2B5EF4-FFF2-40B4-BE49-F238E27FC236}">
                <a16:creationId xmlns:a16="http://schemas.microsoft.com/office/drawing/2014/main" id="{A95772D2-3CB0-B400-2019-F530564EF8C4}"/>
              </a:ext>
            </a:extLst>
          </p:cNvPr>
          <p:cNvGrpSpPr/>
          <p:nvPr/>
        </p:nvGrpSpPr>
        <p:grpSpPr>
          <a:xfrm>
            <a:off x="5739401" y="685802"/>
            <a:ext cx="5742685" cy="2384740"/>
            <a:chOff x="1220773" y="1722351"/>
            <a:chExt cx="6102891" cy="2384740"/>
          </a:xfrm>
        </p:grpSpPr>
        <p:sp>
          <p:nvSpPr>
            <p:cNvPr id="9" name="TextBox 8">
              <a:extLst>
                <a:ext uri="{FF2B5EF4-FFF2-40B4-BE49-F238E27FC236}">
                  <a16:creationId xmlns:a16="http://schemas.microsoft.com/office/drawing/2014/main" id="{EBB72C76-C85D-523E-D420-65790EE9A8D9}"/>
                </a:ext>
              </a:extLst>
            </p:cNvPr>
            <p:cNvSpPr txBox="1"/>
            <p:nvPr/>
          </p:nvSpPr>
          <p:spPr>
            <a:xfrm>
              <a:off x="1220773" y="2629763"/>
              <a:ext cx="6102891"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Worries about how personal data is collected and used.</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Concerns over app addiction and its effect on teenagers.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Lack of transparency in how videos are shown to people.</a:t>
              </a:r>
            </a:p>
          </p:txBody>
        </p:sp>
        <p:sp>
          <p:nvSpPr>
            <p:cNvPr id="10" name="TextBox 9">
              <a:extLst>
                <a:ext uri="{FF2B5EF4-FFF2-40B4-BE49-F238E27FC236}">
                  <a16:creationId xmlns:a16="http://schemas.microsoft.com/office/drawing/2014/main" id="{71FEF8EA-3048-B554-0EC9-B8F5E1D8F3D9}"/>
                </a:ext>
              </a:extLst>
            </p:cNvPr>
            <p:cNvSpPr txBox="1"/>
            <p:nvPr/>
          </p:nvSpPr>
          <p:spPr>
            <a:xfrm>
              <a:off x="1220773" y="1722351"/>
              <a:ext cx="2063447" cy="707886"/>
            </a:xfrm>
            <a:prstGeom prst="rect">
              <a:avLst/>
            </a:prstGeom>
            <a:noFill/>
          </p:spPr>
          <p:txBody>
            <a:bodyPr wrap="square" rtlCol="0">
              <a:spAutoFit/>
            </a:bodyPr>
            <a:lstStyle/>
            <a:p>
              <a:r>
                <a:rPr lang="en-US" sz="4000" dirty="0">
                  <a:latin typeface="Times New Roman" panose="02020603050405020304" pitchFamily="18" charset="0"/>
                </a:rPr>
                <a:t>Cont’d</a:t>
              </a:r>
            </a:p>
          </p:txBody>
        </p:sp>
      </p:grpSp>
      <p:sp>
        <p:nvSpPr>
          <p:cNvPr id="18" name="Rectangle 17">
            <a:extLst>
              <a:ext uri="{FF2B5EF4-FFF2-40B4-BE49-F238E27FC236}">
                <a16:creationId xmlns:a16="http://schemas.microsoft.com/office/drawing/2014/main" id="{14E8B5AB-96D8-39CC-AF16-CAB0F1006D05}"/>
              </a:ext>
            </a:extLst>
          </p:cNvPr>
          <p:cNvSpPr/>
          <p:nvPr/>
        </p:nvSpPr>
        <p:spPr>
          <a:xfrm rot="2559342" flipH="1">
            <a:off x="7304790" y="5493577"/>
            <a:ext cx="491503" cy="488970"/>
          </a:xfrm>
          <a:prstGeom prst="rect">
            <a:avLst/>
          </a:prstGeom>
          <a:solidFill>
            <a:srgbClr val="FFC000"/>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9" name="Rectangle 18">
            <a:extLst>
              <a:ext uri="{FF2B5EF4-FFF2-40B4-BE49-F238E27FC236}">
                <a16:creationId xmlns:a16="http://schemas.microsoft.com/office/drawing/2014/main" id="{20D6698F-A498-C392-E8AE-5A784100030F}"/>
              </a:ext>
            </a:extLst>
          </p:cNvPr>
          <p:cNvSpPr/>
          <p:nvPr/>
        </p:nvSpPr>
        <p:spPr>
          <a:xfrm rot="2559342" flipH="1">
            <a:off x="7276057" y="5532733"/>
            <a:ext cx="278491" cy="277056"/>
          </a:xfrm>
          <a:prstGeom prst="rect">
            <a:avLst/>
          </a:prstGeom>
          <a:solidFill>
            <a:schemeClr val="bg1"/>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2" name="Rectangle 11">
            <a:extLst>
              <a:ext uri="{FF2B5EF4-FFF2-40B4-BE49-F238E27FC236}">
                <a16:creationId xmlns:a16="http://schemas.microsoft.com/office/drawing/2014/main" id="{28C00217-30F2-8BCD-DE2D-EE26169111BD}"/>
              </a:ext>
            </a:extLst>
          </p:cNvPr>
          <p:cNvSpPr/>
          <p:nvPr/>
        </p:nvSpPr>
        <p:spPr>
          <a:xfrm rot="6080266" flipH="1">
            <a:off x="8273030" y="5200626"/>
            <a:ext cx="886426" cy="876317"/>
          </a:xfrm>
          <a:prstGeom prst="rect">
            <a:avLst/>
          </a:prstGeom>
          <a:solidFill>
            <a:srgbClr val="FFC000"/>
          </a:solidFill>
          <a:ln>
            <a:noFill/>
          </a:ln>
          <a:effectLst>
            <a:outerShdw blurRad="50800" dist="508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3" name="Rectangle 12">
            <a:extLst>
              <a:ext uri="{FF2B5EF4-FFF2-40B4-BE49-F238E27FC236}">
                <a16:creationId xmlns:a16="http://schemas.microsoft.com/office/drawing/2014/main" id="{13A07F1B-F436-3184-FD1A-06D1FAA49FE7}"/>
              </a:ext>
            </a:extLst>
          </p:cNvPr>
          <p:cNvSpPr/>
          <p:nvPr/>
        </p:nvSpPr>
        <p:spPr>
          <a:xfrm rot="6080266" flipH="1">
            <a:off x="7637984" y="5667545"/>
            <a:ext cx="317410" cy="315774"/>
          </a:xfrm>
          <a:prstGeom prst="rect">
            <a:avLst/>
          </a:prstGeom>
          <a:solidFill>
            <a:schemeClr val="tx1"/>
          </a:solidFill>
          <a:ln>
            <a:noFill/>
          </a:ln>
          <a:effectLst>
            <a:outerShdw blurRad="50800" dist="50800" dir="5400000" algn="ctr" rotWithShape="0">
              <a:srgbClr val="000000">
                <a:alpha val="8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4" name="Rectangle 13">
            <a:extLst>
              <a:ext uri="{FF2B5EF4-FFF2-40B4-BE49-F238E27FC236}">
                <a16:creationId xmlns:a16="http://schemas.microsoft.com/office/drawing/2014/main" id="{532B660F-2937-EF16-17CE-C9CDA791AA78}"/>
              </a:ext>
            </a:extLst>
          </p:cNvPr>
          <p:cNvSpPr/>
          <p:nvPr/>
        </p:nvSpPr>
        <p:spPr>
          <a:xfrm rot="6080266" flipH="1">
            <a:off x="8142938" y="4999831"/>
            <a:ext cx="876580" cy="872062"/>
          </a:xfrm>
          <a:prstGeom prst="rect">
            <a:avLst/>
          </a:prstGeom>
          <a:noFill/>
          <a:ln w="63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5" name="Rectangle 14">
            <a:extLst>
              <a:ext uri="{FF2B5EF4-FFF2-40B4-BE49-F238E27FC236}">
                <a16:creationId xmlns:a16="http://schemas.microsoft.com/office/drawing/2014/main" id="{C7EEF193-A6B7-55AA-03EA-9C1B9522F0C3}"/>
              </a:ext>
            </a:extLst>
          </p:cNvPr>
          <p:cNvSpPr/>
          <p:nvPr/>
        </p:nvSpPr>
        <p:spPr>
          <a:xfrm rot="4168816" flipH="1">
            <a:off x="7961667" y="5512635"/>
            <a:ext cx="528682" cy="525957"/>
          </a:xfrm>
          <a:prstGeom prst="rect">
            <a:avLst/>
          </a:prstGeom>
          <a:solidFill>
            <a:schemeClr val="bg1"/>
          </a:solidFill>
          <a:ln>
            <a:noFill/>
          </a:ln>
          <a:effectLst>
            <a:outerShdw blurRad="50800" dist="50800" dir="5400000" algn="ctr" rotWithShape="0">
              <a:srgbClr val="000000">
                <a:alpha val="9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1" name="Rectangle 10">
            <a:extLst>
              <a:ext uri="{FF2B5EF4-FFF2-40B4-BE49-F238E27FC236}">
                <a16:creationId xmlns:a16="http://schemas.microsoft.com/office/drawing/2014/main" id="{0BA840D5-BE31-F126-E013-4CC2D3FCB547}"/>
              </a:ext>
            </a:extLst>
          </p:cNvPr>
          <p:cNvSpPr/>
          <p:nvPr/>
        </p:nvSpPr>
        <p:spPr>
          <a:xfrm rot="2700000" flipH="1">
            <a:off x="8948273" y="3938090"/>
            <a:ext cx="1850794" cy="1850794"/>
          </a:xfrm>
          <a:prstGeom prst="rect">
            <a:avLst/>
          </a:prstGeom>
          <a:blipFill dpi="0" rotWithShape="0">
            <a:blip r:embed="rId3">
              <a:extLst>
                <a:ext uri="{BEBA8EAE-BF5A-486C-A8C5-ECC9F3942E4B}">
                  <a14:imgProps xmlns:a14="http://schemas.microsoft.com/office/drawing/2010/main">
                    <a14:imgLayer r:embed="rId4">
                      <a14:imgEffect>
                        <a14:colorTemperature colorTemp="6300"/>
                      </a14:imgEffect>
                      <a14:imgEffect>
                        <a14:saturation sat="120000"/>
                      </a14:imgEffect>
                      <a14:imgEffect>
                        <a14:brightnessContrast bright="12000" contrast="7000"/>
                      </a14:imgEffect>
                    </a14:imgLayer>
                  </a14:imgProps>
                </a:ext>
              </a:extLst>
            </a:blip>
            <a:srcRect/>
            <a:stretch>
              <a:fillRect/>
            </a:stretch>
          </a:blipFill>
          <a:ln>
            <a:noFill/>
          </a:ln>
          <a:effectLst>
            <a:outerShdw blurRad="50800" dist="50800" dir="5400000" algn="ctr" rotWithShape="0">
              <a:srgbClr val="000000">
                <a:alpha val="99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2" name="Rectangle 21">
            <a:extLst>
              <a:ext uri="{FF2B5EF4-FFF2-40B4-BE49-F238E27FC236}">
                <a16:creationId xmlns:a16="http://schemas.microsoft.com/office/drawing/2014/main" id="{6D6DDCA0-BD21-0289-42F5-51BF9C25DE6A}"/>
              </a:ext>
            </a:extLst>
          </p:cNvPr>
          <p:cNvSpPr/>
          <p:nvPr/>
        </p:nvSpPr>
        <p:spPr>
          <a:xfrm rot="6080266" flipH="1">
            <a:off x="6905928" y="5220709"/>
            <a:ext cx="876580" cy="872062"/>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9" name="Rectangle 28">
            <a:extLst>
              <a:ext uri="{FF2B5EF4-FFF2-40B4-BE49-F238E27FC236}">
                <a16:creationId xmlns:a16="http://schemas.microsoft.com/office/drawing/2014/main" id="{E128EAC4-7529-13C6-399E-73FB1A26CE2B}"/>
              </a:ext>
            </a:extLst>
          </p:cNvPr>
          <p:cNvSpPr/>
          <p:nvPr/>
        </p:nvSpPr>
        <p:spPr>
          <a:xfrm>
            <a:off x="-3423136" y="0"/>
            <a:ext cx="2785521"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0" name="TextBox 29">
            <a:extLst>
              <a:ext uri="{FF2B5EF4-FFF2-40B4-BE49-F238E27FC236}">
                <a16:creationId xmlns:a16="http://schemas.microsoft.com/office/drawing/2014/main" id="{98F9DCD4-ECDF-75DB-968F-53C31C675DEC}"/>
              </a:ext>
            </a:extLst>
          </p:cNvPr>
          <p:cNvSpPr txBox="1"/>
          <p:nvPr/>
        </p:nvSpPr>
        <p:spPr>
          <a:xfrm>
            <a:off x="709914" y="-1492186"/>
            <a:ext cx="6274860" cy="707886"/>
          </a:xfrm>
          <a:prstGeom prst="rect">
            <a:avLst/>
          </a:prstGeom>
          <a:noFill/>
        </p:spPr>
        <p:txBody>
          <a:bodyPr wrap="square" rtlCol="0">
            <a:spAutoFit/>
          </a:bodyPr>
          <a:lstStyle/>
          <a:p>
            <a:r>
              <a:rPr lang="en-US" sz="4000" dirty="0">
                <a:solidFill>
                  <a:schemeClr val="bg1"/>
                </a:solidFill>
                <a:latin typeface="Times New Roman" panose="02020603050405020304" pitchFamily="18" charset="0"/>
              </a:rPr>
              <a:t>Power of  </a:t>
            </a:r>
            <a:r>
              <a:rPr lang="en-US" sz="4000" b="1" dirty="0">
                <a:latin typeface="Times New Roman" panose="02020603050405020304" pitchFamily="18" charset="0"/>
              </a:rPr>
              <a:t>Sound &amp; Music</a:t>
            </a:r>
          </a:p>
        </p:txBody>
      </p:sp>
      <p:sp>
        <p:nvSpPr>
          <p:cNvPr id="31" name="TextBox 30">
            <a:extLst>
              <a:ext uri="{FF2B5EF4-FFF2-40B4-BE49-F238E27FC236}">
                <a16:creationId xmlns:a16="http://schemas.microsoft.com/office/drawing/2014/main" id="{FECFAA05-7EF3-0F18-E65F-A79799758704}"/>
              </a:ext>
            </a:extLst>
          </p:cNvPr>
          <p:cNvSpPr txBox="1"/>
          <p:nvPr/>
        </p:nvSpPr>
        <p:spPr>
          <a:xfrm>
            <a:off x="4531471" y="7335314"/>
            <a:ext cx="2812747" cy="369332"/>
          </a:xfrm>
          <a:prstGeom prst="rect">
            <a:avLst/>
          </a:prstGeom>
          <a:noFill/>
        </p:spPr>
        <p:txBody>
          <a:bodyPr wrap="square" rtlCol="0">
            <a:spAutoFit/>
          </a:bodyPr>
          <a:lstStyle/>
          <a:p>
            <a:r>
              <a:rPr lang="en-US" dirty="0">
                <a:latin typeface="Times New Roman" panose="02020603050405020304" pitchFamily="18" charset="0"/>
              </a:rPr>
              <a:t>1.Audio Branding</a:t>
            </a:r>
          </a:p>
        </p:txBody>
      </p:sp>
      <p:sp>
        <p:nvSpPr>
          <p:cNvPr id="32" name="TextBox 31">
            <a:extLst>
              <a:ext uri="{FF2B5EF4-FFF2-40B4-BE49-F238E27FC236}">
                <a16:creationId xmlns:a16="http://schemas.microsoft.com/office/drawing/2014/main" id="{717FC658-27F5-6C24-EE3B-189CA274DB33}"/>
              </a:ext>
            </a:extLst>
          </p:cNvPr>
          <p:cNvSpPr txBox="1"/>
          <p:nvPr/>
        </p:nvSpPr>
        <p:spPr>
          <a:xfrm>
            <a:off x="4072065" y="7315125"/>
            <a:ext cx="2124536" cy="369332"/>
          </a:xfrm>
          <a:prstGeom prst="rect">
            <a:avLst/>
          </a:prstGeom>
          <a:noFill/>
        </p:spPr>
        <p:txBody>
          <a:bodyPr wrap="square" rtlCol="0">
            <a:spAutoFit/>
          </a:bodyPr>
          <a:lstStyle/>
          <a:p>
            <a:r>
              <a:rPr lang="en-US" dirty="0">
                <a:latin typeface="Times New Roman" panose="02020603050405020304" pitchFamily="18" charset="0"/>
              </a:rPr>
              <a:t>2.Music Discovery</a:t>
            </a:r>
          </a:p>
        </p:txBody>
      </p:sp>
      <p:sp>
        <p:nvSpPr>
          <p:cNvPr id="33" name="Oval 32">
            <a:extLst>
              <a:ext uri="{FF2B5EF4-FFF2-40B4-BE49-F238E27FC236}">
                <a16:creationId xmlns:a16="http://schemas.microsoft.com/office/drawing/2014/main" id="{6C545E48-F31B-EFDE-060B-45B3B3AD39CB}"/>
              </a:ext>
            </a:extLst>
          </p:cNvPr>
          <p:cNvSpPr/>
          <p:nvPr/>
        </p:nvSpPr>
        <p:spPr>
          <a:xfrm>
            <a:off x="6603621" y="6128228"/>
            <a:ext cx="1665775" cy="243576"/>
          </a:xfrm>
          <a:prstGeom prst="ellipse">
            <a:avLst/>
          </a:prstGeom>
          <a:solidFill>
            <a:schemeClr val="tx1">
              <a:alpha val="22000"/>
            </a:schemeClr>
          </a:solidFill>
          <a:ln>
            <a:noFill/>
          </a:ln>
          <a:effectLst>
            <a:softEdge rad="889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35" name="Group 34">
            <a:extLst>
              <a:ext uri="{FF2B5EF4-FFF2-40B4-BE49-F238E27FC236}">
                <a16:creationId xmlns:a16="http://schemas.microsoft.com/office/drawing/2014/main" id="{A29A0B3B-C2F3-2808-D2AD-95B47FF842C4}"/>
              </a:ext>
            </a:extLst>
          </p:cNvPr>
          <p:cNvGrpSpPr/>
          <p:nvPr/>
        </p:nvGrpSpPr>
        <p:grpSpPr>
          <a:xfrm>
            <a:off x="1639624" y="-4312082"/>
            <a:ext cx="6102891" cy="4137323"/>
            <a:chOff x="1329955" y="570155"/>
            <a:chExt cx="6102891" cy="4137323"/>
          </a:xfrm>
        </p:grpSpPr>
        <p:sp>
          <p:nvSpPr>
            <p:cNvPr id="36" name="TextBox 35">
              <a:extLst>
                <a:ext uri="{FF2B5EF4-FFF2-40B4-BE49-F238E27FC236}">
                  <a16:creationId xmlns:a16="http://schemas.microsoft.com/office/drawing/2014/main" id="{EBFC6194-561E-8C58-B46F-8A91A6C833B3}"/>
                </a:ext>
              </a:extLst>
            </p:cNvPr>
            <p:cNvSpPr txBox="1"/>
            <p:nvPr/>
          </p:nvSpPr>
          <p:spPr>
            <a:xfrm>
              <a:off x="1329955" y="1783601"/>
              <a:ext cx="6102891" cy="2923877"/>
            </a:xfrm>
            <a:prstGeom prst="rect">
              <a:avLst/>
            </a:prstGeom>
            <a:noFill/>
          </p:spPr>
          <p:txBody>
            <a:bodyPr wrap="square" rtlCol="0">
              <a:spAutoFit/>
            </a:bodyPr>
            <a:lstStyle/>
            <a:p>
              <a:endParaRPr lang="en-US" sz="2000" b="1" dirty="0">
                <a:latin typeface="Times New Roman" panose="02020603050405020304" pitchFamily="18" charset="0"/>
              </a:endParaRPr>
            </a:p>
            <a:p>
              <a:endParaRPr lang="en-US" sz="2000" b="1"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Data Privacy: </a:t>
              </a:r>
              <a:r>
                <a:rPr lang="en-US" dirty="0">
                  <a:latin typeface="Times New Roman" panose="02020603050405020304" pitchFamily="18" charset="0"/>
                </a:rPr>
                <a:t>Many governments worry about how TikTok saves user data.</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Legal Battles: </a:t>
              </a:r>
              <a:r>
                <a:rPr lang="en-US" dirty="0">
                  <a:latin typeface="Times New Roman" panose="02020603050405020304" pitchFamily="18" charset="0"/>
                </a:rPr>
                <a:t>TikTok is fighting in court to stay online in many places.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Cyberbullying: </a:t>
              </a:r>
              <a:r>
                <a:rPr lang="en-US" dirty="0">
                  <a:latin typeface="Times New Roman" panose="02020603050405020304" pitchFamily="18" charset="0"/>
                </a:rPr>
                <a:t>Managing mean comments and online hate is a big struggle.</a:t>
              </a:r>
            </a:p>
          </p:txBody>
        </p:sp>
        <p:sp>
          <p:nvSpPr>
            <p:cNvPr id="37" name="TextBox 36">
              <a:extLst>
                <a:ext uri="{FF2B5EF4-FFF2-40B4-BE49-F238E27FC236}">
                  <a16:creationId xmlns:a16="http://schemas.microsoft.com/office/drawing/2014/main" id="{F371B14F-552A-1C77-3FAE-47FA7C0F664F}"/>
                </a:ext>
              </a:extLst>
            </p:cNvPr>
            <p:cNvSpPr txBox="1"/>
            <p:nvPr/>
          </p:nvSpPr>
          <p:spPr>
            <a:xfrm>
              <a:off x="1329955" y="570155"/>
              <a:ext cx="4508695" cy="1323439"/>
            </a:xfrm>
            <a:prstGeom prst="rect">
              <a:avLst/>
            </a:prstGeom>
            <a:noFill/>
          </p:spPr>
          <p:txBody>
            <a:bodyPr wrap="square" rtlCol="0">
              <a:spAutoFit/>
            </a:bodyPr>
            <a:lstStyle/>
            <a:p>
              <a:r>
                <a:rPr lang="en-US" sz="4000" dirty="0">
                  <a:latin typeface="Times New Roman" panose="02020603050405020304" pitchFamily="18" charset="0"/>
                </a:rPr>
                <a:t>Challenges &amp;</a:t>
              </a:r>
            </a:p>
            <a:p>
              <a:r>
                <a:rPr lang="en-US" sz="4000" dirty="0">
                  <a:latin typeface="Times New Roman" panose="02020603050405020304" pitchFamily="18" charset="0"/>
                </a:rPr>
                <a:t>Ethical Concerns</a:t>
              </a:r>
            </a:p>
          </p:txBody>
        </p:sp>
      </p:grpSp>
      <p:sp>
        <p:nvSpPr>
          <p:cNvPr id="38" name="Rectangle 37">
            <a:extLst>
              <a:ext uri="{FF2B5EF4-FFF2-40B4-BE49-F238E27FC236}">
                <a16:creationId xmlns:a16="http://schemas.microsoft.com/office/drawing/2014/main" id="{AFBD6B0D-C6C8-AC43-AC9D-2A2644BBE74E}"/>
              </a:ext>
            </a:extLst>
          </p:cNvPr>
          <p:cNvSpPr/>
          <p:nvPr/>
        </p:nvSpPr>
        <p:spPr>
          <a:xfrm flipV="1">
            <a:off x="14847" y="7185191"/>
            <a:ext cx="9017795"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9" name="Rectangle 38">
            <a:extLst>
              <a:ext uri="{FF2B5EF4-FFF2-40B4-BE49-F238E27FC236}">
                <a16:creationId xmlns:a16="http://schemas.microsoft.com/office/drawing/2014/main" id="{BA4724FE-C43B-A114-DFE8-96CAC78B9B60}"/>
              </a:ext>
            </a:extLst>
          </p:cNvPr>
          <p:cNvSpPr/>
          <p:nvPr/>
        </p:nvSpPr>
        <p:spPr>
          <a:xfrm rot="3329963" flipV="1">
            <a:off x="567498" y="7264744"/>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1" name="Rectangle 40">
            <a:extLst>
              <a:ext uri="{FF2B5EF4-FFF2-40B4-BE49-F238E27FC236}">
                <a16:creationId xmlns:a16="http://schemas.microsoft.com/office/drawing/2014/main" id="{A9408979-56EB-BF7F-40A8-C4CC53C6C9C8}"/>
              </a:ext>
            </a:extLst>
          </p:cNvPr>
          <p:cNvSpPr/>
          <p:nvPr/>
        </p:nvSpPr>
        <p:spPr>
          <a:xfrm rot="18270037" flipH="1" flipV="1">
            <a:off x="7971497" y="7246456"/>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2" name="Rectangle 41">
            <a:extLst>
              <a:ext uri="{FF2B5EF4-FFF2-40B4-BE49-F238E27FC236}">
                <a16:creationId xmlns:a16="http://schemas.microsoft.com/office/drawing/2014/main" id="{A35ED694-B41A-23E0-E517-3C3AA1BAA320}"/>
              </a:ext>
            </a:extLst>
          </p:cNvPr>
          <p:cNvSpPr/>
          <p:nvPr/>
        </p:nvSpPr>
        <p:spPr>
          <a:xfrm>
            <a:off x="458086" y="7384133"/>
            <a:ext cx="8131315"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3" name="Rectangle 42">
            <a:extLst>
              <a:ext uri="{FF2B5EF4-FFF2-40B4-BE49-F238E27FC236}">
                <a16:creationId xmlns:a16="http://schemas.microsoft.com/office/drawing/2014/main" id="{F9984FDF-4DA5-6C1E-A110-0D42C6C87F89}"/>
              </a:ext>
            </a:extLst>
          </p:cNvPr>
          <p:cNvSpPr/>
          <p:nvPr/>
        </p:nvSpPr>
        <p:spPr>
          <a:xfrm>
            <a:off x="14847" y="-1735828"/>
            <a:ext cx="9017795"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4" name="Rectangle 43">
            <a:extLst>
              <a:ext uri="{FF2B5EF4-FFF2-40B4-BE49-F238E27FC236}">
                <a16:creationId xmlns:a16="http://schemas.microsoft.com/office/drawing/2014/main" id="{8BD486A2-830C-563B-51C5-A6FEA15F17D2}"/>
              </a:ext>
            </a:extLst>
          </p:cNvPr>
          <p:cNvSpPr/>
          <p:nvPr/>
        </p:nvSpPr>
        <p:spPr>
          <a:xfrm>
            <a:off x="14847" y="-4525427"/>
            <a:ext cx="9017795" cy="1385966"/>
          </a:xfrm>
          <a:prstGeom prst="rect">
            <a:avLst/>
          </a:prstGeom>
          <a:solidFill>
            <a:srgbClr val="FFC000"/>
          </a:solidFill>
          <a:ln>
            <a:noFill/>
          </a:ln>
          <a:effectLst>
            <a:outerShdw blurRad="139700" dist="38100" dir="5400000" algn="ctr" rotWithShape="0">
              <a:srgbClr val="000000">
                <a:alpha val="4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5" name="Rectangle 44">
            <a:extLst>
              <a:ext uri="{FF2B5EF4-FFF2-40B4-BE49-F238E27FC236}">
                <a16:creationId xmlns:a16="http://schemas.microsoft.com/office/drawing/2014/main" id="{0BC58B6B-D15F-48F9-E188-4199CB95A8FA}"/>
              </a:ext>
            </a:extLst>
          </p:cNvPr>
          <p:cNvSpPr/>
          <p:nvPr/>
        </p:nvSpPr>
        <p:spPr>
          <a:xfrm rot="18270037">
            <a:off x="524257" y="-859123"/>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6" name="Rectangle 45">
            <a:extLst>
              <a:ext uri="{FF2B5EF4-FFF2-40B4-BE49-F238E27FC236}">
                <a16:creationId xmlns:a16="http://schemas.microsoft.com/office/drawing/2014/main" id="{F081DEC7-86D0-28FC-3299-1A87AD5BDEE9}"/>
              </a:ext>
            </a:extLst>
          </p:cNvPr>
          <p:cNvSpPr/>
          <p:nvPr/>
        </p:nvSpPr>
        <p:spPr>
          <a:xfrm rot="3329963" flipH="1">
            <a:off x="7971497" y="-849205"/>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7" name="Rectangle 46">
            <a:extLst>
              <a:ext uri="{FF2B5EF4-FFF2-40B4-BE49-F238E27FC236}">
                <a16:creationId xmlns:a16="http://schemas.microsoft.com/office/drawing/2014/main" id="{58F06666-34AE-BD03-A2CE-95A56A4285BD}"/>
              </a:ext>
            </a:extLst>
          </p:cNvPr>
          <p:cNvSpPr/>
          <p:nvPr/>
        </p:nvSpPr>
        <p:spPr>
          <a:xfrm rot="18270037">
            <a:off x="516582" y="-3648722"/>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8" name="Rectangle 47">
            <a:extLst>
              <a:ext uri="{FF2B5EF4-FFF2-40B4-BE49-F238E27FC236}">
                <a16:creationId xmlns:a16="http://schemas.microsoft.com/office/drawing/2014/main" id="{6CE346C3-F29C-BE99-B923-CB09DCD0F241}"/>
              </a:ext>
            </a:extLst>
          </p:cNvPr>
          <p:cNvSpPr/>
          <p:nvPr/>
        </p:nvSpPr>
        <p:spPr>
          <a:xfrm rot="3329963" flipH="1">
            <a:off x="7971497" y="-3638804"/>
            <a:ext cx="441095" cy="438078"/>
          </a:xfrm>
          <a:prstGeom prst="rect">
            <a:avLst/>
          </a:prstGeom>
          <a:solidFill>
            <a:srgbClr val="604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9" name="Rectangle 48">
            <a:extLst>
              <a:ext uri="{FF2B5EF4-FFF2-40B4-BE49-F238E27FC236}">
                <a16:creationId xmlns:a16="http://schemas.microsoft.com/office/drawing/2014/main" id="{B7B9CCFB-4BDF-7E2E-201C-9E108094BD11}"/>
              </a:ext>
            </a:extLst>
          </p:cNvPr>
          <p:cNvSpPr/>
          <p:nvPr/>
        </p:nvSpPr>
        <p:spPr>
          <a:xfrm>
            <a:off x="398517" y="-4730690"/>
            <a:ext cx="8131315"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50" name="Rectangle 49">
            <a:extLst>
              <a:ext uri="{FF2B5EF4-FFF2-40B4-BE49-F238E27FC236}">
                <a16:creationId xmlns:a16="http://schemas.microsoft.com/office/drawing/2014/main" id="{832BB256-F64E-705D-67C3-BDADB8EEA8FC}"/>
              </a:ext>
            </a:extLst>
          </p:cNvPr>
          <p:cNvSpPr/>
          <p:nvPr/>
        </p:nvSpPr>
        <p:spPr>
          <a:xfrm>
            <a:off x="398516" y="-1950481"/>
            <a:ext cx="8131315" cy="1385966"/>
          </a:xfrm>
          <a:prstGeom prst="rect">
            <a:avLst/>
          </a:prstGeom>
          <a:solidFill>
            <a:srgbClr val="FFC000"/>
          </a:solidFill>
          <a:ln>
            <a:noFill/>
          </a:ln>
          <a:effectLst>
            <a:outerShdw blurRad="114300" dist="38100" dir="5400000" algn="ctr" rotWithShape="0">
              <a:srgbClr val="000000">
                <a:alpha val="4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51" name="Rectangle 50">
            <a:extLst>
              <a:ext uri="{FF2B5EF4-FFF2-40B4-BE49-F238E27FC236}">
                <a16:creationId xmlns:a16="http://schemas.microsoft.com/office/drawing/2014/main" id="{94EBFEBC-BDF5-75BF-3A82-2147F4EBB6E7}"/>
              </a:ext>
            </a:extLst>
          </p:cNvPr>
          <p:cNvSpPr/>
          <p:nvPr/>
        </p:nvSpPr>
        <p:spPr>
          <a:xfrm>
            <a:off x="-5121562" y="-1"/>
            <a:ext cx="2032631" cy="6858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52" name="TextBox 51">
            <a:extLst>
              <a:ext uri="{FF2B5EF4-FFF2-40B4-BE49-F238E27FC236}">
                <a16:creationId xmlns:a16="http://schemas.microsoft.com/office/drawing/2014/main" id="{7B6AF1B3-3915-413E-2DC7-3F7334E59063}"/>
              </a:ext>
            </a:extLst>
          </p:cNvPr>
          <p:cNvSpPr txBox="1"/>
          <p:nvPr/>
        </p:nvSpPr>
        <p:spPr>
          <a:xfrm>
            <a:off x="709914" y="-1536735"/>
            <a:ext cx="2264780" cy="707886"/>
          </a:xfrm>
          <a:prstGeom prst="rect">
            <a:avLst/>
          </a:prstGeom>
          <a:noFill/>
        </p:spPr>
        <p:txBody>
          <a:bodyPr wrap="square" rtlCol="0">
            <a:spAutoFit/>
          </a:bodyPr>
          <a:lstStyle/>
          <a:p>
            <a:r>
              <a:rPr lang="en-US" sz="4000" dirty="0">
                <a:solidFill>
                  <a:schemeClr val="bg1"/>
                </a:solidFill>
                <a:latin typeface="Times New Roman" panose="02020603050405020304" pitchFamily="18" charset="0"/>
              </a:rPr>
              <a:t>Power of</a:t>
            </a:r>
            <a:endParaRPr lang="en-US" sz="4000" b="1" dirty="0">
              <a:latin typeface="Times New Roman" panose="02020603050405020304" pitchFamily="18" charset="0"/>
            </a:endParaRPr>
          </a:p>
        </p:txBody>
      </p:sp>
      <p:sp>
        <p:nvSpPr>
          <p:cNvPr id="53" name="TextBox 52">
            <a:extLst>
              <a:ext uri="{FF2B5EF4-FFF2-40B4-BE49-F238E27FC236}">
                <a16:creationId xmlns:a16="http://schemas.microsoft.com/office/drawing/2014/main" id="{38B25621-69DE-E94C-8A1A-DE702EBF8A72}"/>
              </a:ext>
            </a:extLst>
          </p:cNvPr>
          <p:cNvSpPr txBox="1"/>
          <p:nvPr/>
        </p:nvSpPr>
        <p:spPr>
          <a:xfrm>
            <a:off x="3077103" y="-1536735"/>
            <a:ext cx="3988556" cy="707886"/>
          </a:xfrm>
          <a:prstGeom prst="rect">
            <a:avLst/>
          </a:prstGeom>
          <a:noFill/>
        </p:spPr>
        <p:txBody>
          <a:bodyPr wrap="square" rtlCol="0">
            <a:spAutoFit/>
          </a:bodyPr>
          <a:lstStyle/>
          <a:p>
            <a:r>
              <a:rPr lang="en-US" sz="4000" b="1" dirty="0">
                <a:latin typeface="Times New Roman" panose="02020603050405020304" pitchFamily="18" charset="0"/>
              </a:rPr>
              <a:t>Sound &amp; Music</a:t>
            </a:r>
          </a:p>
        </p:txBody>
      </p:sp>
      <p:sp>
        <p:nvSpPr>
          <p:cNvPr id="54" name="Rectangle 53">
            <a:extLst>
              <a:ext uri="{FF2B5EF4-FFF2-40B4-BE49-F238E27FC236}">
                <a16:creationId xmlns:a16="http://schemas.microsoft.com/office/drawing/2014/main" id="{F8371EDB-3612-A2FA-E070-36A4E0BA12AC}"/>
              </a:ext>
            </a:extLst>
          </p:cNvPr>
          <p:cNvSpPr/>
          <p:nvPr/>
        </p:nvSpPr>
        <p:spPr>
          <a:xfrm rot="16200000">
            <a:off x="18211590" y="1237408"/>
            <a:ext cx="6892146" cy="416826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Tree>
    <p:extLst>
      <p:ext uri="{BB962C8B-B14F-4D97-AF65-F5344CB8AC3E}">
        <p14:creationId xmlns:p14="http://schemas.microsoft.com/office/powerpoint/2010/main" val="41399047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14BB4-75BB-9A97-934A-70C1AFD3E380}"/>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529EEAC6-771A-6BA7-8CBA-D0920BB63F67}"/>
              </a:ext>
            </a:extLst>
          </p:cNvPr>
          <p:cNvSpPr/>
          <p:nvPr/>
        </p:nvSpPr>
        <p:spPr>
          <a:xfrm>
            <a:off x="0" y="0"/>
            <a:ext cx="2785521"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9" name="Rectangle 28">
            <a:extLst>
              <a:ext uri="{FF2B5EF4-FFF2-40B4-BE49-F238E27FC236}">
                <a16:creationId xmlns:a16="http://schemas.microsoft.com/office/drawing/2014/main" id="{42048F1B-F40A-3365-AD6D-1600E11C977F}"/>
              </a:ext>
            </a:extLst>
          </p:cNvPr>
          <p:cNvSpPr/>
          <p:nvPr/>
        </p:nvSpPr>
        <p:spPr>
          <a:xfrm>
            <a:off x="-2043082" y="-1"/>
            <a:ext cx="2032631" cy="6858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 name="TextBox 3">
            <a:extLst>
              <a:ext uri="{FF2B5EF4-FFF2-40B4-BE49-F238E27FC236}">
                <a16:creationId xmlns:a16="http://schemas.microsoft.com/office/drawing/2014/main" id="{0BCA4392-CB55-67A5-C513-0CF763BC2062}"/>
              </a:ext>
            </a:extLst>
          </p:cNvPr>
          <p:cNvSpPr txBox="1"/>
          <p:nvPr/>
        </p:nvSpPr>
        <p:spPr>
          <a:xfrm>
            <a:off x="4748825" y="2198274"/>
            <a:ext cx="2812747" cy="369332"/>
          </a:xfrm>
          <a:prstGeom prst="rect">
            <a:avLst/>
          </a:prstGeom>
          <a:noFill/>
        </p:spPr>
        <p:txBody>
          <a:bodyPr wrap="square" rtlCol="0">
            <a:spAutoFit/>
          </a:bodyPr>
          <a:lstStyle/>
          <a:p>
            <a:r>
              <a:rPr lang="en-US" dirty="0">
                <a:latin typeface="Times New Roman" panose="02020603050405020304" pitchFamily="18" charset="0"/>
              </a:rPr>
              <a:t>1.Audio Branding</a:t>
            </a:r>
          </a:p>
        </p:txBody>
      </p:sp>
      <p:sp>
        <p:nvSpPr>
          <p:cNvPr id="2" name="Oval 1">
            <a:extLst>
              <a:ext uri="{FF2B5EF4-FFF2-40B4-BE49-F238E27FC236}">
                <a16:creationId xmlns:a16="http://schemas.microsoft.com/office/drawing/2014/main" id="{A7BBC2D8-7504-B202-4D54-2C6B46933203}"/>
              </a:ext>
            </a:extLst>
          </p:cNvPr>
          <p:cNvSpPr/>
          <p:nvPr/>
        </p:nvSpPr>
        <p:spPr>
          <a:xfrm>
            <a:off x="8194770" y="5926118"/>
            <a:ext cx="2785521" cy="486137"/>
          </a:xfrm>
          <a:prstGeom prst="ellipse">
            <a:avLst/>
          </a:prstGeom>
          <a:solidFill>
            <a:schemeClr val="tx1">
              <a:alpha val="35000"/>
            </a:schemeClr>
          </a:solidFill>
          <a:ln>
            <a:noFill/>
          </a:ln>
          <a:effectLst>
            <a:softEdge rad="1524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 name="Rectangle 2">
            <a:extLst>
              <a:ext uri="{FF2B5EF4-FFF2-40B4-BE49-F238E27FC236}">
                <a16:creationId xmlns:a16="http://schemas.microsoft.com/office/drawing/2014/main" id="{7510BAAA-19C7-3905-1D16-61D684C8F718}"/>
              </a:ext>
            </a:extLst>
          </p:cNvPr>
          <p:cNvSpPr/>
          <p:nvPr/>
        </p:nvSpPr>
        <p:spPr>
          <a:xfrm rot="914181" flipH="1">
            <a:off x="7124710" y="5000706"/>
            <a:ext cx="491503" cy="488970"/>
          </a:xfrm>
          <a:prstGeom prst="rect">
            <a:avLst/>
          </a:prstGeom>
          <a:solidFill>
            <a:srgbClr val="FFC000"/>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6" name="Rectangle 5">
            <a:extLst>
              <a:ext uri="{FF2B5EF4-FFF2-40B4-BE49-F238E27FC236}">
                <a16:creationId xmlns:a16="http://schemas.microsoft.com/office/drawing/2014/main" id="{E2150CAB-EC30-4823-7D19-63A6F8319FB1}"/>
              </a:ext>
            </a:extLst>
          </p:cNvPr>
          <p:cNvSpPr/>
          <p:nvPr/>
        </p:nvSpPr>
        <p:spPr>
          <a:xfrm rot="2559342" flipH="1">
            <a:off x="7366652" y="5305960"/>
            <a:ext cx="278491" cy="277056"/>
          </a:xfrm>
          <a:prstGeom prst="rect">
            <a:avLst/>
          </a:prstGeom>
          <a:solidFill>
            <a:schemeClr val="bg1"/>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8" name="Rectangle 7">
            <a:extLst>
              <a:ext uri="{FF2B5EF4-FFF2-40B4-BE49-F238E27FC236}">
                <a16:creationId xmlns:a16="http://schemas.microsoft.com/office/drawing/2014/main" id="{97573F76-88E3-D811-E9C4-B6399FA6727A}"/>
              </a:ext>
            </a:extLst>
          </p:cNvPr>
          <p:cNvSpPr/>
          <p:nvPr/>
        </p:nvSpPr>
        <p:spPr>
          <a:xfrm rot="6080266" flipH="1">
            <a:off x="7150921" y="2112104"/>
            <a:ext cx="317410" cy="315774"/>
          </a:xfrm>
          <a:prstGeom prst="rect">
            <a:avLst/>
          </a:prstGeom>
          <a:solidFill>
            <a:schemeClr val="tx1"/>
          </a:solidFill>
          <a:ln>
            <a:noFill/>
          </a:ln>
          <a:effectLst>
            <a:outerShdw blurRad="50800" dist="50800" dir="5400000" algn="ctr" rotWithShape="0">
              <a:srgbClr val="000000">
                <a:alpha val="8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7" name="Rectangle 6">
            <a:extLst>
              <a:ext uri="{FF2B5EF4-FFF2-40B4-BE49-F238E27FC236}">
                <a16:creationId xmlns:a16="http://schemas.microsoft.com/office/drawing/2014/main" id="{BC2CC5A9-5596-85F8-B9D6-C8B889BD960B}"/>
              </a:ext>
            </a:extLst>
          </p:cNvPr>
          <p:cNvSpPr/>
          <p:nvPr/>
        </p:nvSpPr>
        <p:spPr>
          <a:xfrm rot="6080266" flipH="1">
            <a:off x="6456963" y="3545430"/>
            <a:ext cx="616948" cy="609912"/>
          </a:xfrm>
          <a:prstGeom prst="rect">
            <a:avLst/>
          </a:prstGeom>
          <a:solidFill>
            <a:srgbClr val="FFC000"/>
          </a:solidFill>
          <a:ln>
            <a:noFill/>
          </a:ln>
          <a:effectLst>
            <a:outerShdw blurRad="50800" dist="508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9" name="Rectangle 8">
            <a:extLst>
              <a:ext uri="{FF2B5EF4-FFF2-40B4-BE49-F238E27FC236}">
                <a16:creationId xmlns:a16="http://schemas.microsoft.com/office/drawing/2014/main" id="{9B3F4D60-40A9-DB3C-2ED3-6267750AFE59}"/>
              </a:ext>
            </a:extLst>
          </p:cNvPr>
          <p:cNvSpPr/>
          <p:nvPr/>
        </p:nvSpPr>
        <p:spPr>
          <a:xfrm rot="6080266" flipH="1">
            <a:off x="6560047" y="3459069"/>
            <a:ext cx="610096" cy="606951"/>
          </a:xfrm>
          <a:prstGeom prst="rect">
            <a:avLst/>
          </a:prstGeom>
          <a:noFill/>
          <a:ln w="63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0" name="Rectangle 9">
            <a:extLst>
              <a:ext uri="{FF2B5EF4-FFF2-40B4-BE49-F238E27FC236}">
                <a16:creationId xmlns:a16="http://schemas.microsoft.com/office/drawing/2014/main" id="{1810DC08-4AB0-91CD-9FFF-15F93726FA15}"/>
              </a:ext>
            </a:extLst>
          </p:cNvPr>
          <p:cNvSpPr/>
          <p:nvPr/>
        </p:nvSpPr>
        <p:spPr>
          <a:xfrm rot="4168816" flipH="1">
            <a:off x="7297231" y="2075843"/>
            <a:ext cx="528682" cy="525957"/>
          </a:xfrm>
          <a:prstGeom prst="rect">
            <a:avLst/>
          </a:prstGeom>
          <a:solidFill>
            <a:schemeClr val="bg1"/>
          </a:solidFill>
          <a:ln>
            <a:noFill/>
          </a:ln>
          <a:effectLst>
            <a:outerShdw blurRad="50800" dist="50800" dir="5400000" algn="ctr" rotWithShape="0">
              <a:srgbClr val="000000">
                <a:alpha val="9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1" name="Rectangle 10">
            <a:extLst>
              <a:ext uri="{FF2B5EF4-FFF2-40B4-BE49-F238E27FC236}">
                <a16:creationId xmlns:a16="http://schemas.microsoft.com/office/drawing/2014/main" id="{4902E307-2A80-40A8-3C3E-16F122632A74}"/>
              </a:ext>
            </a:extLst>
          </p:cNvPr>
          <p:cNvSpPr/>
          <p:nvPr/>
        </p:nvSpPr>
        <p:spPr>
          <a:xfrm rot="2700000" flipH="1">
            <a:off x="8791313" y="2805953"/>
            <a:ext cx="1850794" cy="1850794"/>
          </a:xfrm>
          <a:prstGeom prst="rect">
            <a:avLst/>
          </a:prstGeom>
          <a:blipFill dpi="0" rotWithShape="0">
            <a:blip r:embed="rId2">
              <a:extLst>
                <a:ext uri="{BEBA8EAE-BF5A-486C-A8C5-ECC9F3942E4B}">
                  <a14:imgProps xmlns:a14="http://schemas.microsoft.com/office/drawing/2010/main">
                    <a14:imgLayer r:embed="rId3">
                      <a14:imgEffect>
                        <a14:colorTemperature colorTemp="6300"/>
                      </a14:imgEffect>
                      <a14:imgEffect>
                        <a14:saturation sat="120000"/>
                      </a14:imgEffect>
                      <a14:imgEffect>
                        <a14:brightnessContrast bright="12000" contrast="7000"/>
                      </a14:imgEffect>
                    </a14:imgLayer>
                  </a14:imgProps>
                </a:ext>
              </a:extLst>
            </a:blip>
            <a:srcRect/>
            <a:stretch>
              <a:fillRect/>
            </a:stretch>
          </a:blipFill>
          <a:ln>
            <a:noFill/>
          </a:ln>
          <a:effectLst>
            <a:outerShdw blurRad="50800" dist="50800" dir="5400000" algn="ctr" rotWithShape="0">
              <a:srgbClr val="000000">
                <a:alpha val="9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2" name="Rectangle 11">
            <a:extLst>
              <a:ext uri="{FF2B5EF4-FFF2-40B4-BE49-F238E27FC236}">
                <a16:creationId xmlns:a16="http://schemas.microsoft.com/office/drawing/2014/main" id="{87A3C3A2-CDC1-B8FD-7562-862CF5800B3A}"/>
              </a:ext>
            </a:extLst>
          </p:cNvPr>
          <p:cNvSpPr/>
          <p:nvPr/>
        </p:nvSpPr>
        <p:spPr>
          <a:xfrm rot="6080266" flipH="1">
            <a:off x="7126957" y="5025080"/>
            <a:ext cx="613394" cy="627648"/>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4" name="TextBox 13">
            <a:extLst>
              <a:ext uri="{FF2B5EF4-FFF2-40B4-BE49-F238E27FC236}">
                <a16:creationId xmlns:a16="http://schemas.microsoft.com/office/drawing/2014/main" id="{F0E69F58-9BA1-15F5-4394-4C7536498B4B}"/>
              </a:ext>
            </a:extLst>
          </p:cNvPr>
          <p:cNvSpPr txBox="1"/>
          <p:nvPr/>
        </p:nvSpPr>
        <p:spPr>
          <a:xfrm>
            <a:off x="4010334" y="3720775"/>
            <a:ext cx="2124536" cy="369332"/>
          </a:xfrm>
          <a:prstGeom prst="rect">
            <a:avLst/>
          </a:prstGeom>
          <a:noFill/>
        </p:spPr>
        <p:txBody>
          <a:bodyPr wrap="square" rtlCol="0">
            <a:spAutoFit/>
          </a:bodyPr>
          <a:lstStyle/>
          <a:p>
            <a:r>
              <a:rPr lang="en-US" dirty="0">
                <a:latin typeface="Times New Roman" panose="02020603050405020304" pitchFamily="18" charset="0"/>
              </a:rPr>
              <a:t>2.Music Discovery</a:t>
            </a:r>
          </a:p>
        </p:txBody>
      </p:sp>
      <p:sp>
        <p:nvSpPr>
          <p:cNvPr id="15" name="TextBox 14">
            <a:extLst>
              <a:ext uri="{FF2B5EF4-FFF2-40B4-BE49-F238E27FC236}">
                <a16:creationId xmlns:a16="http://schemas.microsoft.com/office/drawing/2014/main" id="{E3A2717B-B62D-ED5C-BDC9-45F1F7B28393}"/>
              </a:ext>
            </a:extLst>
          </p:cNvPr>
          <p:cNvSpPr txBox="1"/>
          <p:nvPr/>
        </p:nvSpPr>
        <p:spPr>
          <a:xfrm>
            <a:off x="4804678" y="5201714"/>
            <a:ext cx="1756943" cy="369332"/>
          </a:xfrm>
          <a:prstGeom prst="rect">
            <a:avLst/>
          </a:prstGeom>
          <a:noFill/>
        </p:spPr>
        <p:txBody>
          <a:bodyPr wrap="square" rtlCol="0">
            <a:spAutoFit/>
          </a:bodyPr>
          <a:lstStyle/>
          <a:p>
            <a:r>
              <a:rPr lang="en-US" dirty="0">
                <a:latin typeface="Times New Roman" panose="02020603050405020304" pitchFamily="18" charset="0"/>
              </a:rPr>
              <a:t>3.Participatory</a:t>
            </a:r>
          </a:p>
        </p:txBody>
      </p:sp>
      <p:sp>
        <p:nvSpPr>
          <p:cNvPr id="16" name="Oval 15">
            <a:extLst>
              <a:ext uri="{FF2B5EF4-FFF2-40B4-BE49-F238E27FC236}">
                <a16:creationId xmlns:a16="http://schemas.microsoft.com/office/drawing/2014/main" id="{68441F97-26EE-BA6B-E2A0-8223E50E5D5D}"/>
              </a:ext>
            </a:extLst>
          </p:cNvPr>
          <p:cNvSpPr/>
          <p:nvPr/>
        </p:nvSpPr>
        <p:spPr>
          <a:xfrm>
            <a:off x="6603621" y="6128228"/>
            <a:ext cx="1665775" cy="243576"/>
          </a:xfrm>
          <a:prstGeom prst="ellipse">
            <a:avLst/>
          </a:prstGeom>
          <a:solidFill>
            <a:schemeClr val="tx1">
              <a:alpha val="22000"/>
            </a:schemeClr>
          </a:solidFill>
          <a:ln>
            <a:noFill/>
          </a:ln>
          <a:effectLst>
            <a:softEdge rad="889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17" name="Group 16">
            <a:extLst>
              <a:ext uri="{FF2B5EF4-FFF2-40B4-BE49-F238E27FC236}">
                <a16:creationId xmlns:a16="http://schemas.microsoft.com/office/drawing/2014/main" id="{3B1595D7-89D2-134F-E9F1-FC83D44D305D}"/>
              </a:ext>
            </a:extLst>
          </p:cNvPr>
          <p:cNvGrpSpPr/>
          <p:nvPr/>
        </p:nvGrpSpPr>
        <p:grpSpPr>
          <a:xfrm>
            <a:off x="709914" y="-4512652"/>
            <a:ext cx="4636017" cy="4280584"/>
            <a:chOff x="1220773" y="2395612"/>
            <a:chExt cx="4753307" cy="4280584"/>
          </a:xfrm>
        </p:grpSpPr>
        <p:sp>
          <p:nvSpPr>
            <p:cNvPr id="18" name="TextBox 17">
              <a:extLst>
                <a:ext uri="{FF2B5EF4-FFF2-40B4-BE49-F238E27FC236}">
                  <a16:creationId xmlns:a16="http://schemas.microsoft.com/office/drawing/2014/main" id="{64563CB6-9681-5828-2B57-5A6657949727}"/>
                </a:ext>
              </a:extLst>
            </p:cNvPr>
            <p:cNvSpPr txBox="1"/>
            <p:nvPr/>
          </p:nvSpPr>
          <p:spPr>
            <a:xfrm>
              <a:off x="1220773" y="4367872"/>
              <a:ext cx="4753307" cy="2308324"/>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Strict rules and national security concerns in many countries.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Fighting for users against Instagram Reels and YouTube Shorts.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Difficulties in stopping misinformation and harmful content.</a:t>
              </a:r>
            </a:p>
          </p:txBody>
        </p:sp>
        <p:sp>
          <p:nvSpPr>
            <p:cNvPr id="19" name="TextBox 18">
              <a:extLst>
                <a:ext uri="{FF2B5EF4-FFF2-40B4-BE49-F238E27FC236}">
                  <a16:creationId xmlns:a16="http://schemas.microsoft.com/office/drawing/2014/main" id="{2BB2DFAA-A8A5-0D77-58EE-8175909F9F1F}"/>
                </a:ext>
              </a:extLst>
            </p:cNvPr>
            <p:cNvSpPr txBox="1"/>
            <p:nvPr/>
          </p:nvSpPr>
          <p:spPr>
            <a:xfrm>
              <a:off x="1220773" y="2395612"/>
              <a:ext cx="4103067" cy="1661993"/>
            </a:xfrm>
            <a:prstGeom prst="rect">
              <a:avLst/>
            </a:prstGeom>
            <a:noFill/>
          </p:spPr>
          <p:txBody>
            <a:bodyPr wrap="square" rtlCol="0">
              <a:spAutoFit/>
            </a:bodyPr>
            <a:lstStyle/>
            <a:p>
              <a:r>
                <a:rPr lang="en-US" sz="3600" dirty="0">
                  <a:latin typeface="Times New Roman" panose="02020603050405020304" pitchFamily="18" charset="0"/>
                </a:rPr>
                <a:t>Future Landscape</a:t>
              </a:r>
            </a:p>
            <a:p>
              <a:r>
                <a:rPr lang="en-US" sz="3600" i="1" dirty="0">
                  <a:latin typeface="Times New Roman" panose="02020603050405020304" pitchFamily="18" charset="0"/>
                </a:rPr>
                <a:t>of</a:t>
              </a:r>
              <a:r>
                <a:rPr lang="en-US" sz="3600" dirty="0">
                  <a:latin typeface="Times New Roman" panose="02020603050405020304" pitchFamily="18" charset="0"/>
                </a:rPr>
                <a:t>   </a:t>
              </a:r>
              <a:r>
                <a:rPr lang="en-US" sz="6600" b="1" dirty="0">
                  <a:latin typeface="Times New Roman" panose="02020603050405020304" pitchFamily="18" charset="0"/>
                </a:rPr>
                <a:t>TikTok</a:t>
              </a:r>
            </a:p>
          </p:txBody>
        </p:sp>
      </p:grpSp>
      <p:grpSp>
        <p:nvGrpSpPr>
          <p:cNvPr id="20" name="Group 19">
            <a:extLst>
              <a:ext uri="{FF2B5EF4-FFF2-40B4-BE49-F238E27FC236}">
                <a16:creationId xmlns:a16="http://schemas.microsoft.com/office/drawing/2014/main" id="{CC20E401-23A5-1D47-A837-E53334808822}"/>
              </a:ext>
            </a:extLst>
          </p:cNvPr>
          <p:cNvGrpSpPr/>
          <p:nvPr/>
        </p:nvGrpSpPr>
        <p:grpSpPr>
          <a:xfrm>
            <a:off x="5739401" y="-4512652"/>
            <a:ext cx="5742685" cy="2384740"/>
            <a:chOff x="1220773" y="1722351"/>
            <a:chExt cx="6102891" cy="2384740"/>
          </a:xfrm>
        </p:grpSpPr>
        <p:sp>
          <p:nvSpPr>
            <p:cNvPr id="21" name="TextBox 20">
              <a:extLst>
                <a:ext uri="{FF2B5EF4-FFF2-40B4-BE49-F238E27FC236}">
                  <a16:creationId xmlns:a16="http://schemas.microsoft.com/office/drawing/2014/main" id="{1D0289B9-705E-1B0A-035B-93054FB6E684}"/>
                </a:ext>
              </a:extLst>
            </p:cNvPr>
            <p:cNvSpPr txBox="1"/>
            <p:nvPr/>
          </p:nvSpPr>
          <p:spPr>
            <a:xfrm>
              <a:off x="1220773" y="2629763"/>
              <a:ext cx="6102891"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Worries about how personal data is collected and used.</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Concerns over app addiction and its effect on teenagers.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Lack of transparency in how videos are shown to people.</a:t>
              </a:r>
            </a:p>
          </p:txBody>
        </p:sp>
        <p:sp>
          <p:nvSpPr>
            <p:cNvPr id="22" name="TextBox 21">
              <a:extLst>
                <a:ext uri="{FF2B5EF4-FFF2-40B4-BE49-F238E27FC236}">
                  <a16:creationId xmlns:a16="http://schemas.microsoft.com/office/drawing/2014/main" id="{9CF508EC-5687-4A47-48D1-5DD1014A12ED}"/>
                </a:ext>
              </a:extLst>
            </p:cNvPr>
            <p:cNvSpPr txBox="1"/>
            <p:nvPr/>
          </p:nvSpPr>
          <p:spPr>
            <a:xfrm>
              <a:off x="1220773" y="1722351"/>
              <a:ext cx="2063447" cy="707886"/>
            </a:xfrm>
            <a:prstGeom prst="rect">
              <a:avLst/>
            </a:prstGeom>
            <a:noFill/>
          </p:spPr>
          <p:txBody>
            <a:bodyPr wrap="square" rtlCol="0">
              <a:spAutoFit/>
            </a:bodyPr>
            <a:lstStyle/>
            <a:p>
              <a:r>
                <a:rPr lang="en-US" sz="4000" dirty="0">
                  <a:latin typeface="Times New Roman" panose="02020603050405020304" pitchFamily="18" charset="0"/>
                </a:rPr>
                <a:t>Cont’d</a:t>
              </a:r>
            </a:p>
          </p:txBody>
        </p:sp>
      </p:grpSp>
      <p:sp>
        <p:nvSpPr>
          <p:cNvPr id="24" name="TextBox 23">
            <a:extLst>
              <a:ext uri="{FF2B5EF4-FFF2-40B4-BE49-F238E27FC236}">
                <a16:creationId xmlns:a16="http://schemas.microsoft.com/office/drawing/2014/main" id="{045E3282-0D54-3A82-9E6B-5692E566F288}"/>
              </a:ext>
            </a:extLst>
          </p:cNvPr>
          <p:cNvSpPr txBox="1"/>
          <p:nvPr/>
        </p:nvSpPr>
        <p:spPr>
          <a:xfrm>
            <a:off x="709914" y="688305"/>
            <a:ext cx="2264780" cy="707886"/>
          </a:xfrm>
          <a:prstGeom prst="rect">
            <a:avLst/>
          </a:prstGeom>
          <a:noFill/>
        </p:spPr>
        <p:txBody>
          <a:bodyPr wrap="square" rtlCol="0">
            <a:spAutoFit/>
          </a:bodyPr>
          <a:lstStyle/>
          <a:p>
            <a:r>
              <a:rPr lang="en-US" sz="4000" dirty="0">
                <a:solidFill>
                  <a:schemeClr val="bg1"/>
                </a:solidFill>
                <a:latin typeface="Times New Roman" panose="02020603050405020304" pitchFamily="18" charset="0"/>
              </a:rPr>
              <a:t>Power of</a:t>
            </a:r>
            <a:endParaRPr lang="en-US" sz="4000" b="1" dirty="0">
              <a:latin typeface="Times New Roman" panose="02020603050405020304" pitchFamily="18" charset="0"/>
            </a:endParaRPr>
          </a:p>
        </p:txBody>
      </p:sp>
      <p:sp>
        <p:nvSpPr>
          <p:cNvPr id="25" name="TextBox 24">
            <a:extLst>
              <a:ext uri="{FF2B5EF4-FFF2-40B4-BE49-F238E27FC236}">
                <a16:creationId xmlns:a16="http://schemas.microsoft.com/office/drawing/2014/main" id="{643680A9-1767-83C8-82AD-3F1349D9738A}"/>
              </a:ext>
            </a:extLst>
          </p:cNvPr>
          <p:cNvSpPr txBox="1"/>
          <p:nvPr/>
        </p:nvSpPr>
        <p:spPr>
          <a:xfrm>
            <a:off x="3077103" y="688305"/>
            <a:ext cx="3988556" cy="707886"/>
          </a:xfrm>
          <a:prstGeom prst="rect">
            <a:avLst/>
          </a:prstGeom>
          <a:noFill/>
        </p:spPr>
        <p:txBody>
          <a:bodyPr wrap="square" rtlCol="0">
            <a:spAutoFit/>
          </a:bodyPr>
          <a:lstStyle/>
          <a:p>
            <a:r>
              <a:rPr lang="en-US" sz="4000" b="1" dirty="0">
                <a:latin typeface="Times New Roman" panose="02020603050405020304" pitchFamily="18" charset="0"/>
              </a:rPr>
              <a:t>Sound &amp; Music</a:t>
            </a:r>
          </a:p>
        </p:txBody>
      </p:sp>
      <p:grpSp>
        <p:nvGrpSpPr>
          <p:cNvPr id="26" name="Group 25">
            <a:extLst>
              <a:ext uri="{FF2B5EF4-FFF2-40B4-BE49-F238E27FC236}">
                <a16:creationId xmlns:a16="http://schemas.microsoft.com/office/drawing/2014/main" id="{7C8027A2-A816-5455-91F4-9ED384E39F61}"/>
              </a:ext>
            </a:extLst>
          </p:cNvPr>
          <p:cNvGrpSpPr/>
          <p:nvPr/>
        </p:nvGrpSpPr>
        <p:grpSpPr>
          <a:xfrm>
            <a:off x="4922528" y="-3992877"/>
            <a:ext cx="6102891" cy="3502151"/>
            <a:chOff x="1220773" y="905821"/>
            <a:chExt cx="6102891" cy="3502151"/>
          </a:xfrm>
        </p:grpSpPr>
        <p:sp>
          <p:nvSpPr>
            <p:cNvPr id="27" name="TextBox 26">
              <a:extLst>
                <a:ext uri="{FF2B5EF4-FFF2-40B4-BE49-F238E27FC236}">
                  <a16:creationId xmlns:a16="http://schemas.microsoft.com/office/drawing/2014/main" id="{6D64F2CF-A62F-1CE6-7D23-7F27AAC81AD5}"/>
                </a:ext>
              </a:extLst>
            </p:cNvPr>
            <p:cNvSpPr txBox="1"/>
            <p:nvPr/>
          </p:nvSpPr>
          <p:spPr>
            <a:xfrm>
              <a:off x="1220773" y="2099648"/>
              <a:ext cx="6102891"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rPr>
                <a:t>Audio Branding  - </a:t>
              </a:r>
              <a:r>
                <a:rPr lang="en-US" dirty="0">
                  <a:latin typeface="Times New Roman" panose="02020603050405020304" pitchFamily="18" charset="0"/>
                </a:rPr>
                <a:t>Brands use "audio memes" and original sounds for instant recognition.</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Music Discovery - </a:t>
              </a:r>
              <a:r>
                <a:rPr lang="en-US" dirty="0">
                  <a:latin typeface="Times New Roman" panose="02020603050405020304" pitchFamily="18" charset="0"/>
                </a:rPr>
                <a:t>Viral trends push new hits and old classics to the Billboard charts.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Participatory Culture - </a:t>
              </a:r>
              <a:r>
                <a:rPr lang="en-US" dirty="0">
                  <a:latin typeface="Times New Roman" panose="02020603050405020304" pitchFamily="18" charset="0"/>
                </a:rPr>
                <a:t>Users "remix" and "duet," making the audience part of a song's success.</a:t>
              </a:r>
            </a:p>
          </p:txBody>
        </p:sp>
        <p:sp>
          <p:nvSpPr>
            <p:cNvPr id="28" name="TextBox 27">
              <a:extLst>
                <a:ext uri="{FF2B5EF4-FFF2-40B4-BE49-F238E27FC236}">
                  <a16:creationId xmlns:a16="http://schemas.microsoft.com/office/drawing/2014/main" id="{694A95B0-D210-95BA-D252-5A980F2BB638}"/>
                </a:ext>
              </a:extLst>
            </p:cNvPr>
            <p:cNvSpPr txBox="1"/>
            <p:nvPr/>
          </p:nvSpPr>
          <p:spPr>
            <a:xfrm>
              <a:off x="1220773" y="905821"/>
              <a:ext cx="2286356" cy="707886"/>
            </a:xfrm>
            <a:prstGeom prst="rect">
              <a:avLst/>
            </a:prstGeom>
            <a:noFill/>
          </p:spPr>
          <p:txBody>
            <a:bodyPr wrap="square" rtlCol="0">
              <a:spAutoFit/>
            </a:bodyPr>
            <a:lstStyle/>
            <a:p>
              <a:r>
                <a:rPr lang="en-US" sz="4000" dirty="0">
                  <a:latin typeface="Times New Roman" panose="02020603050405020304" pitchFamily="18" charset="0"/>
                </a:rPr>
                <a:t>Cont’d</a:t>
              </a:r>
            </a:p>
          </p:txBody>
        </p:sp>
      </p:grpSp>
    </p:spTree>
    <p:extLst>
      <p:ext uri="{BB962C8B-B14F-4D97-AF65-F5344CB8AC3E}">
        <p14:creationId xmlns:p14="http://schemas.microsoft.com/office/powerpoint/2010/main" val="33867037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51792-DB7C-9108-9B04-03B15596F7E2}"/>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B71A931C-C71A-F915-B0C5-61F87E868F23}"/>
              </a:ext>
            </a:extLst>
          </p:cNvPr>
          <p:cNvGrpSpPr/>
          <p:nvPr/>
        </p:nvGrpSpPr>
        <p:grpSpPr>
          <a:xfrm>
            <a:off x="5112370" y="1567429"/>
            <a:ext cx="6102891" cy="3502151"/>
            <a:chOff x="1220773" y="905821"/>
            <a:chExt cx="6102891" cy="3502151"/>
          </a:xfrm>
        </p:grpSpPr>
        <p:sp>
          <p:nvSpPr>
            <p:cNvPr id="25" name="TextBox 24">
              <a:extLst>
                <a:ext uri="{FF2B5EF4-FFF2-40B4-BE49-F238E27FC236}">
                  <a16:creationId xmlns:a16="http://schemas.microsoft.com/office/drawing/2014/main" id="{E728A665-080B-4B28-4880-0F7F8DFB58DA}"/>
                </a:ext>
              </a:extLst>
            </p:cNvPr>
            <p:cNvSpPr txBox="1"/>
            <p:nvPr/>
          </p:nvSpPr>
          <p:spPr>
            <a:xfrm>
              <a:off x="1220773" y="2099648"/>
              <a:ext cx="6102891"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rPr>
                <a:t>Audio Branding  - </a:t>
              </a:r>
              <a:r>
                <a:rPr lang="en-US" dirty="0">
                  <a:latin typeface="Times New Roman" panose="02020603050405020304" pitchFamily="18" charset="0"/>
                </a:rPr>
                <a:t>Brands use "audio memes" and original sounds for instant recognition.</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Music Discovery - </a:t>
              </a:r>
              <a:r>
                <a:rPr lang="en-US" dirty="0">
                  <a:latin typeface="Times New Roman" panose="02020603050405020304" pitchFamily="18" charset="0"/>
                </a:rPr>
                <a:t>Viral trends push new hits and old classics to the Billboard charts.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Participatory Culture - </a:t>
              </a:r>
              <a:r>
                <a:rPr lang="en-US" dirty="0">
                  <a:latin typeface="Times New Roman" panose="02020603050405020304" pitchFamily="18" charset="0"/>
                </a:rPr>
                <a:t>Users "remix" and "duet," making the audience part of a song's success.</a:t>
              </a:r>
            </a:p>
          </p:txBody>
        </p:sp>
        <p:sp>
          <p:nvSpPr>
            <p:cNvPr id="26" name="TextBox 25">
              <a:extLst>
                <a:ext uri="{FF2B5EF4-FFF2-40B4-BE49-F238E27FC236}">
                  <a16:creationId xmlns:a16="http://schemas.microsoft.com/office/drawing/2014/main" id="{DB11DE80-07E2-EB7A-C874-091A9E669C46}"/>
                </a:ext>
              </a:extLst>
            </p:cNvPr>
            <p:cNvSpPr txBox="1"/>
            <p:nvPr/>
          </p:nvSpPr>
          <p:spPr>
            <a:xfrm>
              <a:off x="1220773" y="905821"/>
              <a:ext cx="2286356" cy="707886"/>
            </a:xfrm>
            <a:prstGeom prst="rect">
              <a:avLst/>
            </a:prstGeom>
            <a:noFill/>
          </p:spPr>
          <p:txBody>
            <a:bodyPr wrap="square" rtlCol="0">
              <a:spAutoFit/>
            </a:bodyPr>
            <a:lstStyle/>
            <a:p>
              <a:r>
                <a:rPr lang="en-US" sz="4000" dirty="0">
                  <a:latin typeface="Times New Roman" panose="02020603050405020304" pitchFamily="18" charset="0"/>
                </a:rPr>
                <a:t>Cont’d</a:t>
              </a:r>
            </a:p>
          </p:txBody>
        </p:sp>
      </p:grpSp>
      <p:sp>
        <p:nvSpPr>
          <p:cNvPr id="23" name="Rectangle 22">
            <a:extLst>
              <a:ext uri="{FF2B5EF4-FFF2-40B4-BE49-F238E27FC236}">
                <a16:creationId xmlns:a16="http://schemas.microsoft.com/office/drawing/2014/main" id="{33AFD2F0-9605-3D00-0736-E563F5388F92}"/>
              </a:ext>
            </a:extLst>
          </p:cNvPr>
          <p:cNvSpPr/>
          <p:nvPr/>
        </p:nvSpPr>
        <p:spPr>
          <a:xfrm>
            <a:off x="1493578" y="0"/>
            <a:ext cx="2399147"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7" name="Rectangle 26">
            <a:extLst>
              <a:ext uri="{FF2B5EF4-FFF2-40B4-BE49-F238E27FC236}">
                <a16:creationId xmlns:a16="http://schemas.microsoft.com/office/drawing/2014/main" id="{4627771C-BD0E-9BA4-E525-8BD9D4B2A0CE}"/>
              </a:ext>
            </a:extLst>
          </p:cNvPr>
          <p:cNvSpPr/>
          <p:nvPr/>
        </p:nvSpPr>
        <p:spPr>
          <a:xfrm>
            <a:off x="-2837066" y="-1"/>
            <a:ext cx="4563976" cy="6858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5" name="TextBox 4">
            <a:extLst>
              <a:ext uri="{FF2B5EF4-FFF2-40B4-BE49-F238E27FC236}">
                <a16:creationId xmlns:a16="http://schemas.microsoft.com/office/drawing/2014/main" id="{BCFFEF20-FB0A-F7ED-59C2-83C08A5BD9AF}"/>
              </a:ext>
            </a:extLst>
          </p:cNvPr>
          <p:cNvSpPr txBox="1"/>
          <p:nvPr/>
        </p:nvSpPr>
        <p:spPr>
          <a:xfrm>
            <a:off x="270999" y="1709879"/>
            <a:ext cx="2264780" cy="707886"/>
          </a:xfrm>
          <a:prstGeom prst="rect">
            <a:avLst/>
          </a:prstGeom>
          <a:noFill/>
        </p:spPr>
        <p:txBody>
          <a:bodyPr wrap="square" rtlCol="0">
            <a:spAutoFit/>
          </a:bodyPr>
          <a:lstStyle/>
          <a:p>
            <a:r>
              <a:rPr lang="en-US" sz="4000" dirty="0">
                <a:solidFill>
                  <a:schemeClr val="bg1"/>
                </a:solidFill>
                <a:latin typeface="Times New Roman" panose="02020603050405020304" pitchFamily="18" charset="0"/>
              </a:rPr>
              <a:t>Power of</a:t>
            </a:r>
            <a:endParaRPr lang="en-US" sz="4000" b="1" dirty="0">
              <a:latin typeface="Times New Roman" panose="02020603050405020304" pitchFamily="18" charset="0"/>
            </a:endParaRPr>
          </a:p>
        </p:txBody>
      </p:sp>
      <p:sp>
        <p:nvSpPr>
          <p:cNvPr id="13" name="TextBox 12">
            <a:extLst>
              <a:ext uri="{FF2B5EF4-FFF2-40B4-BE49-F238E27FC236}">
                <a16:creationId xmlns:a16="http://schemas.microsoft.com/office/drawing/2014/main" id="{4EE46CF4-19EA-3E49-B494-C355901642EE}"/>
              </a:ext>
            </a:extLst>
          </p:cNvPr>
          <p:cNvSpPr txBox="1"/>
          <p:nvPr/>
        </p:nvSpPr>
        <p:spPr>
          <a:xfrm>
            <a:off x="270999" y="2493082"/>
            <a:ext cx="3988556" cy="707886"/>
          </a:xfrm>
          <a:prstGeom prst="rect">
            <a:avLst/>
          </a:prstGeom>
          <a:noFill/>
        </p:spPr>
        <p:txBody>
          <a:bodyPr wrap="square" rtlCol="0">
            <a:spAutoFit/>
          </a:bodyPr>
          <a:lstStyle/>
          <a:p>
            <a:r>
              <a:rPr lang="en-US" sz="4000" b="1" dirty="0">
                <a:solidFill>
                  <a:schemeClr val="bg1"/>
                </a:solidFill>
                <a:latin typeface="Times New Roman" panose="02020603050405020304" pitchFamily="18" charset="0"/>
              </a:rPr>
              <a:t>Sound &amp; Music</a:t>
            </a:r>
          </a:p>
        </p:txBody>
      </p:sp>
      <p:sp>
        <p:nvSpPr>
          <p:cNvPr id="4" name="TextBox 3">
            <a:extLst>
              <a:ext uri="{FF2B5EF4-FFF2-40B4-BE49-F238E27FC236}">
                <a16:creationId xmlns:a16="http://schemas.microsoft.com/office/drawing/2014/main" id="{74C765AF-D2F6-2810-0A13-6F91E295F981}"/>
              </a:ext>
            </a:extLst>
          </p:cNvPr>
          <p:cNvSpPr txBox="1"/>
          <p:nvPr/>
        </p:nvSpPr>
        <p:spPr>
          <a:xfrm>
            <a:off x="-2566377" y="2198274"/>
            <a:ext cx="2812747" cy="369332"/>
          </a:xfrm>
          <a:prstGeom prst="rect">
            <a:avLst/>
          </a:prstGeom>
          <a:noFill/>
        </p:spPr>
        <p:txBody>
          <a:bodyPr wrap="square" rtlCol="0">
            <a:spAutoFit/>
          </a:bodyPr>
          <a:lstStyle/>
          <a:p>
            <a:r>
              <a:rPr lang="en-US" dirty="0">
                <a:latin typeface="Times New Roman" panose="02020603050405020304" pitchFamily="18" charset="0"/>
              </a:rPr>
              <a:t>1.Audio Branding</a:t>
            </a:r>
          </a:p>
        </p:txBody>
      </p:sp>
      <p:sp>
        <p:nvSpPr>
          <p:cNvPr id="2" name="Oval 1">
            <a:extLst>
              <a:ext uri="{FF2B5EF4-FFF2-40B4-BE49-F238E27FC236}">
                <a16:creationId xmlns:a16="http://schemas.microsoft.com/office/drawing/2014/main" id="{4B11731A-9B39-E2D9-6DCE-1408F0F81717}"/>
              </a:ext>
            </a:extLst>
          </p:cNvPr>
          <p:cNvSpPr/>
          <p:nvPr/>
        </p:nvSpPr>
        <p:spPr>
          <a:xfrm>
            <a:off x="210097" y="6216405"/>
            <a:ext cx="2785521" cy="486137"/>
          </a:xfrm>
          <a:prstGeom prst="ellipse">
            <a:avLst/>
          </a:prstGeom>
          <a:solidFill>
            <a:schemeClr val="tx1">
              <a:alpha val="35000"/>
            </a:schemeClr>
          </a:solidFill>
          <a:ln>
            <a:noFill/>
          </a:ln>
          <a:effectLst>
            <a:softEdge rad="1524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 name="Rectangle 2">
            <a:extLst>
              <a:ext uri="{FF2B5EF4-FFF2-40B4-BE49-F238E27FC236}">
                <a16:creationId xmlns:a16="http://schemas.microsoft.com/office/drawing/2014/main" id="{4132D972-93D3-7B12-D750-937DDA2E3B6A}"/>
              </a:ext>
            </a:extLst>
          </p:cNvPr>
          <p:cNvSpPr/>
          <p:nvPr/>
        </p:nvSpPr>
        <p:spPr>
          <a:xfrm rot="914181" flipH="1">
            <a:off x="9065160" y="6093708"/>
            <a:ext cx="491503" cy="488970"/>
          </a:xfrm>
          <a:prstGeom prst="rect">
            <a:avLst/>
          </a:prstGeom>
          <a:solidFill>
            <a:srgbClr val="FFC000"/>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6" name="Rectangle 5">
            <a:extLst>
              <a:ext uri="{FF2B5EF4-FFF2-40B4-BE49-F238E27FC236}">
                <a16:creationId xmlns:a16="http://schemas.microsoft.com/office/drawing/2014/main" id="{17D6BDD8-403E-0765-D03D-E3CEF6627595}"/>
              </a:ext>
            </a:extLst>
          </p:cNvPr>
          <p:cNvSpPr/>
          <p:nvPr/>
        </p:nvSpPr>
        <p:spPr>
          <a:xfrm rot="2559342" flipH="1">
            <a:off x="9887788" y="6395896"/>
            <a:ext cx="278491" cy="277056"/>
          </a:xfrm>
          <a:prstGeom prst="rect">
            <a:avLst/>
          </a:prstGeom>
          <a:solidFill>
            <a:schemeClr val="bg1"/>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8" name="Rectangle 7">
            <a:extLst>
              <a:ext uri="{FF2B5EF4-FFF2-40B4-BE49-F238E27FC236}">
                <a16:creationId xmlns:a16="http://schemas.microsoft.com/office/drawing/2014/main" id="{C0365C70-F79B-0257-9CA9-8FB07CD1BCCD}"/>
              </a:ext>
            </a:extLst>
          </p:cNvPr>
          <p:cNvSpPr/>
          <p:nvPr/>
        </p:nvSpPr>
        <p:spPr>
          <a:xfrm rot="6080266" flipH="1">
            <a:off x="11615006" y="806418"/>
            <a:ext cx="317410" cy="315774"/>
          </a:xfrm>
          <a:prstGeom prst="rect">
            <a:avLst/>
          </a:prstGeom>
          <a:solidFill>
            <a:schemeClr val="tx1"/>
          </a:solidFill>
          <a:ln>
            <a:noFill/>
          </a:ln>
          <a:effectLst>
            <a:outerShdw blurRad="50800" dist="50800" dir="5400000" algn="ctr" rotWithShape="0">
              <a:srgbClr val="000000">
                <a:alpha val="8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7" name="Rectangle 6">
            <a:extLst>
              <a:ext uri="{FF2B5EF4-FFF2-40B4-BE49-F238E27FC236}">
                <a16:creationId xmlns:a16="http://schemas.microsoft.com/office/drawing/2014/main" id="{617A1FBF-FBA6-1147-BAD1-60D2EC3CFCC5}"/>
              </a:ext>
            </a:extLst>
          </p:cNvPr>
          <p:cNvSpPr/>
          <p:nvPr/>
        </p:nvSpPr>
        <p:spPr>
          <a:xfrm rot="6080266" flipH="1">
            <a:off x="12010893" y="4896758"/>
            <a:ext cx="616948" cy="609912"/>
          </a:xfrm>
          <a:prstGeom prst="rect">
            <a:avLst/>
          </a:prstGeom>
          <a:solidFill>
            <a:srgbClr val="FFC000"/>
          </a:solidFill>
          <a:ln>
            <a:noFill/>
          </a:ln>
          <a:effectLst>
            <a:outerShdw blurRad="50800" dist="508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9" name="Rectangle 8">
            <a:extLst>
              <a:ext uri="{FF2B5EF4-FFF2-40B4-BE49-F238E27FC236}">
                <a16:creationId xmlns:a16="http://schemas.microsoft.com/office/drawing/2014/main" id="{F6833BB2-46ED-5FAE-8BEB-0A8B1D08812A}"/>
              </a:ext>
            </a:extLst>
          </p:cNvPr>
          <p:cNvSpPr/>
          <p:nvPr/>
        </p:nvSpPr>
        <p:spPr>
          <a:xfrm rot="6080266" flipH="1">
            <a:off x="11886951" y="4726007"/>
            <a:ext cx="610096" cy="606951"/>
          </a:xfrm>
          <a:prstGeom prst="rect">
            <a:avLst/>
          </a:prstGeom>
          <a:noFill/>
          <a:ln w="63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0" name="Rectangle 9">
            <a:extLst>
              <a:ext uri="{FF2B5EF4-FFF2-40B4-BE49-F238E27FC236}">
                <a16:creationId xmlns:a16="http://schemas.microsoft.com/office/drawing/2014/main" id="{298278B4-0111-E673-09F4-7C065DBBA402}"/>
              </a:ext>
            </a:extLst>
          </p:cNvPr>
          <p:cNvSpPr/>
          <p:nvPr/>
        </p:nvSpPr>
        <p:spPr>
          <a:xfrm rot="4168816" flipH="1">
            <a:off x="11356424" y="174927"/>
            <a:ext cx="528682" cy="525957"/>
          </a:xfrm>
          <a:prstGeom prst="rect">
            <a:avLst/>
          </a:prstGeom>
          <a:solidFill>
            <a:schemeClr val="bg1"/>
          </a:solidFill>
          <a:ln>
            <a:noFill/>
          </a:ln>
          <a:effectLst>
            <a:outerShdw blurRad="50800" dist="50800" dir="5400000" algn="ctr" rotWithShape="0">
              <a:srgbClr val="000000">
                <a:alpha val="9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1" name="Rectangle 10">
            <a:extLst>
              <a:ext uri="{FF2B5EF4-FFF2-40B4-BE49-F238E27FC236}">
                <a16:creationId xmlns:a16="http://schemas.microsoft.com/office/drawing/2014/main" id="{1892B0E2-BC26-651E-E54D-CD635C3D9195}"/>
              </a:ext>
            </a:extLst>
          </p:cNvPr>
          <p:cNvSpPr/>
          <p:nvPr/>
        </p:nvSpPr>
        <p:spPr>
          <a:xfrm rot="2700000" flipH="1">
            <a:off x="801512" y="3951558"/>
            <a:ext cx="1850794" cy="1850794"/>
          </a:xfrm>
          <a:prstGeom prst="rect">
            <a:avLst/>
          </a:prstGeom>
          <a:blipFill dpi="0" rotWithShape="0">
            <a:blip r:embed="rId2">
              <a:extLst>
                <a:ext uri="{BEBA8EAE-BF5A-486C-A8C5-ECC9F3942E4B}">
                  <a14:imgProps xmlns:a14="http://schemas.microsoft.com/office/drawing/2010/main">
                    <a14:imgLayer r:embed="rId3">
                      <a14:imgEffect>
                        <a14:colorTemperature colorTemp="6300"/>
                      </a14:imgEffect>
                      <a14:imgEffect>
                        <a14:saturation sat="120000"/>
                      </a14:imgEffect>
                      <a14:imgEffect>
                        <a14:brightnessContrast bright="12000" contrast="7000"/>
                      </a14:imgEffect>
                    </a14:imgLayer>
                  </a14:imgProps>
                </a:ext>
              </a:extLst>
            </a:blip>
            <a:srcRect/>
            <a:stretch>
              <a:fillRect/>
            </a:stretch>
          </a:blipFill>
          <a:ln>
            <a:noFill/>
          </a:ln>
          <a:effectLst>
            <a:outerShdw blurRad="50800" dist="50800" dir="5400000" algn="ctr" rotWithShape="0">
              <a:srgbClr val="000000">
                <a:alpha val="9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2" name="Rectangle 11">
            <a:extLst>
              <a:ext uri="{FF2B5EF4-FFF2-40B4-BE49-F238E27FC236}">
                <a16:creationId xmlns:a16="http://schemas.microsoft.com/office/drawing/2014/main" id="{7921F77D-0EE2-25BC-CE55-5F4AC1830D97}"/>
              </a:ext>
            </a:extLst>
          </p:cNvPr>
          <p:cNvSpPr/>
          <p:nvPr/>
        </p:nvSpPr>
        <p:spPr>
          <a:xfrm rot="6080266" flipH="1">
            <a:off x="9389734" y="5938700"/>
            <a:ext cx="613394" cy="627648"/>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4" name="TextBox 13">
            <a:extLst>
              <a:ext uri="{FF2B5EF4-FFF2-40B4-BE49-F238E27FC236}">
                <a16:creationId xmlns:a16="http://schemas.microsoft.com/office/drawing/2014/main" id="{26805893-1CD9-4D5E-4B4F-80E484D04DD7}"/>
              </a:ext>
            </a:extLst>
          </p:cNvPr>
          <p:cNvSpPr txBox="1"/>
          <p:nvPr/>
        </p:nvSpPr>
        <p:spPr>
          <a:xfrm>
            <a:off x="-5468948" y="3720775"/>
            <a:ext cx="2124536" cy="369332"/>
          </a:xfrm>
          <a:prstGeom prst="rect">
            <a:avLst/>
          </a:prstGeom>
          <a:noFill/>
        </p:spPr>
        <p:txBody>
          <a:bodyPr wrap="square" rtlCol="0">
            <a:spAutoFit/>
          </a:bodyPr>
          <a:lstStyle/>
          <a:p>
            <a:r>
              <a:rPr lang="en-US" dirty="0">
                <a:latin typeface="Times New Roman" panose="02020603050405020304" pitchFamily="18" charset="0"/>
              </a:rPr>
              <a:t>2.Music Discovery</a:t>
            </a:r>
          </a:p>
        </p:txBody>
      </p:sp>
      <p:sp>
        <p:nvSpPr>
          <p:cNvPr id="15" name="TextBox 14">
            <a:extLst>
              <a:ext uri="{FF2B5EF4-FFF2-40B4-BE49-F238E27FC236}">
                <a16:creationId xmlns:a16="http://schemas.microsoft.com/office/drawing/2014/main" id="{31DA4CE2-041D-ABC3-1568-BB3A41BB1FE1}"/>
              </a:ext>
            </a:extLst>
          </p:cNvPr>
          <p:cNvSpPr txBox="1"/>
          <p:nvPr/>
        </p:nvSpPr>
        <p:spPr>
          <a:xfrm>
            <a:off x="-9094204" y="5201714"/>
            <a:ext cx="1756943" cy="369332"/>
          </a:xfrm>
          <a:prstGeom prst="rect">
            <a:avLst/>
          </a:prstGeom>
          <a:noFill/>
        </p:spPr>
        <p:txBody>
          <a:bodyPr wrap="square" rtlCol="0">
            <a:spAutoFit/>
          </a:bodyPr>
          <a:lstStyle/>
          <a:p>
            <a:r>
              <a:rPr lang="en-US" dirty="0">
                <a:latin typeface="Times New Roman" panose="02020603050405020304" pitchFamily="18" charset="0"/>
              </a:rPr>
              <a:t>3.Participatory</a:t>
            </a:r>
          </a:p>
        </p:txBody>
      </p:sp>
      <p:sp>
        <p:nvSpPr>
          <p:cNvPr id="16" name="Oval 15">
            <a:extLst>
              <a:ext uri="{FF2B5EF4-FFF2-40B4-BE49-F238E27FC236}">
                <a16:creationId xmlns:a16="http://schemas.microsoft.com/office/drawing/2014/main" id="{1B78B138-1AD0-2F35-FBDC-A85F90A237E2}"/>
              </a:ext>
            </a:extLst>
          </p:cNvPr>
          <p:cNvSpPr/>
          <p:nvPr/>
        </p:nvSpPr>
        <p:spPr>
          <a:xfrm>
            <a:off x="-2704843" y="6216405"/>
            <a:ext cx="1665775" cy="243576"/>
          </a:xfrm>
          <a:prstGeom prst="ellipse">
            <a:avLst/>
          </a:prstGeom>
          <a:solidFill>
            <a:schemeClr val="tx1">
              <a:alpha val="22000"/>
            </a:schemeClr>
          </a:solidFill>
          <a:ln>
            <a:noFill/>
          </a:ln>
          <a:effectLst>
            <a:softEdge rad="889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0" name="TextBox 29">
            <a:extLst>
              <a:ext uri="{FF2B5EF4-FFF2-40B4-BE49-F238E27FC236}">
                <a16:creationId xmlns:a16="http://schemas.microsoft.com/office/drawing/2014/main" id="{1F22021F-20C7-DCF8-A94D-D14D3EDC9394}"/>
              </a:ext>
            </a:extLst>
          </p:cNvPr>
          <p:cNvSpPr txBox="1"/>
          <p:nvPr/>
        </p:nvSpPr>
        <p:spPr>
          <a:xfrm>
            <a:off x="-4469181" y="3912629"/>
            <a:ext cx="2640381"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Showing real life and flaws builds a stronger bond with followers.</a:t>
            </a:r>
          </a:p>
        </p:txBody>
      </p:sp>
      <p:sp>
        <p:nvSpPr>
          <p:cNvPr id="31" name="TextBox 30">
            <a:extLst>
              <a:ext uri="{FF2B5EF4-FFF2-40B4-BE49-F238E27FC236}">
                <a16:creationId xmlns:a16="http://schemas.microsoft.com/office/drawing/2014/main" id="{43777C1D-40DC-430C-717C-313C9D0DA0B5}"/>
              </a:ext>
            </a:extLst>
          </p:cNvPr>
          <p:cNvSpPr txBox="1"/>
          <p:nvPr/>
        </p:nvSpPr>
        <p:spPr>
          <a:xfrm>
            <a:off x="-4138467" y="2875002"/>
            <a:ext cx="2142253" cy="369332"/>
          </a:xfrm>
          <a:prstGeom prst="rect">
            <a:avLst/>
          </a:prstGeom>
          <a:noFill/>
        </p:spPr>
        <p:txBody>
          <a:bodyPr wrap="square" rtlCol="0">
            <a:spAutoFit/>
          </a:bodyPr>
          <a:lstStyle/>
          <a:p>
            <a:r>
              <a:rPr lang="en-US" b="1" dirty="0">
                <a:latin typeface="Times New Roman" panose="02020603050405020304" pitchFamily="18" charset="0"/>
              </a:rPr>
              <a:t>Authenticity is Key</a:t>
            </a:r>
            <a:endParaRPr lang="en-US" dirty="0">
              <a:latin typeface="Times New Roman" panose="02020603050405020304" pitchFamily="18" charset="0"/>
            </a:endParaRPr>
          </a:p>
        </p:txBody>
      </p:sp>
      <p:grpSp>
        <p:nvGrpSpPr>
          <p:cNvPr id="32" name="Group 31">
            <a:extLst>
              <a:ext uri="{FF2B5EF4-FFF2-40B4-BE49-F238E27FC236}">
                <a16:creationId xmlns:a16="http://schemas.microsoft.com/office/drawing/2014/main" id="{2F17B392-16B0-E22E-D246-4E46E60BEE75}"/>
              </a:ext>
            </a:extLst>
          </p:cNvPr>
          <p:cNvGrpSpPr/>
          <p:nvPr/>
        </p:nvGrpSpPr>
        <p:grpSpPr>
          <a:xfrm>
            <a:off x="-6179820" y="0"/>
            <a:ext cx="5273040" cy="6858000"/>
            <a:chOff x="4533900" y="0"/>
            <a:chExt cx="5273040" cy="6858000"/>
          </a:xfrm>
        </p:grpSpPr>
        <p:sp>
          <p:nvSpPr>
            <p:cNvPr id="33" name="Parallelogram 32">
              <a:extLst>
                <a:ext uri="{FF2B5EF4-FFF2-40B4-BE49-F238E27FC236}">
                  <a16:creationId xmlns:a16="http://schemas.microsoft.com/office/drawing/2014/main" id="{1816F454-E7FD-D5DD-8086-A3C32F27A95B}"/>
                </a:ext>
              </a:extLst>
            </p:cNvPr>
            <p:cNvSpPr/>
            <p:nvPr/>
          </p:nvSpPr>
          <p:spPr>
            <a:xfrm>
              <a:off x="4533900" y="0"/>
              <a:ext cx="5273040" cy="6858000"/>
            </a:xfrm>
            <a:prstGeom prst="parallelogram">
              <a:avLst/>
            </a:prstGeom>
            <a:solidFill>
              <a:srgbClr val="FFC000"/>
            </a:solidFill>
            <a:ln>
              <a:noFill/>
            </a:ln>
            <a:effectLst>
              <a:outerShdw blurRad="330200" dist="177800" sx="97000" sy="97000" algn="ctr" rotWithShape="0">
                <a:srgbClr val="000000">
                  <a:alpha val="8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4" name="TextBox 33">
              <a:extLst>
                <a:ext uri="{FF2B5EF4-FFF2-40B4-BE49-F238E27FC236}">
                  <a16:creationId xmlns:a16="http://schemas.microsoft.com/office/drawing/2014/main" id="{E310DF1E-EDAE-9002-732F-AD716DCB963B}"/>
                </a:ext>
              </a:extLst>
            </p:cNvPr>
            <p:cNvSpPr txBox="1"/>
            <p:nvPr/>
          </p:nvSpPr>
          <p:spPr>
            <a:xfrm>
              <a:off x="6149916" y="3877748"/>
              <a:ext cx="2554246" cy="1196474"/>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Simple videos from real people are more effective than celebrity ads.</a:t>
              </a:r>
            </a:p>
          </p:txBody>
        </p:sp>
        <p:sp>
          <p:nvSpPr>
            <p:cNvPr id="35" name="TextBox 34">
              <a:extLst>
                <a:ext uri="{FF2B5EF4-FFF2-40B4-BE49-F238E27FC236}">
                  <a16:creationId xmlns:a16="http://schemas.microsoft.com/office/drawing/2014/main" id="{D316E293-EF33-CE51-ED24-DB150B7F8A72}"/>
                </a:ext>
              </a:extLst>
            </p:cNvPr>
            <p:cNvSpPr txBox="1"/>
            <p:nvPr/>
          </p:nvSpPr>
          <p:spPr>
            <a:xfrm>
              <a:off x="6403029" y="2857561"/>
              <a:ext cx="2770644" cy="646331"/>
            </a:xfrm>
            <a:prstGeom prst="rect">
              <a:avLst/>
            </a:prstGeom>
            <a:noFill/>
          </p:spPr>
          <p:txBody>
            <a:bodyPr wrap="square" rtlCol="0">
              <a:spAutoFit/>
            </a:bodyPr>
            <a:lstStyle/>
            <a:p>
              <a:r>
                <a:rPr lang="en-US" b="1" dirty="0">
                  <a:latin typeface="Times New Roman" panose="02020603050405020304" pitchFamily="18" charset="0"/>
                </a:rPr>
                <a:t>Power of UGC</a:t>
              </a:r>
            </a:p>
            <a:p>
              <a:r>
                <a:rPr lang="en-US" b="1" dirty="0">
                  <a:latin typeface="Times New Roman" panose="02020603050405020304" pitchFamily="18" charset="0"/>
                </a:rPr>
                <a:t>(User-Generated Content)</a:t>
              </a:r>
            </a:p>
          </p:txBody>
        </p:sp>
      </p:grpSp>
      <p:grpSp>
        <p:nvGrpSpPr>
          <p:cNvPr id="36" name="Group 35">
            <a:extLst>
              <a:ext uri="{FF2B5EF4-FFF2-40B4-BE49-F238E27FC236}">
                <a16:creationId xmlns:a16="http://schemas.microsoft.com/office/drawing/2014/main" id="{18949149-5AFD-9D17-1543-FFAD7D4015D3}"/>
              </a:ext>
            </a:extLst>
          </p:cNvPr>
          <p:cNvGrpSpPr/>
          <p:nvPr/>
        </p:nvGrpSpPr>
        <p:grpSpPr>
          <a:xfrm>
            <a:off x="-6421755" y="0"/>
            <a:ext cx="5273040" cy="6858000"/>
            <a:chOff x="1564005" y="0"/>
            <a:chExt cx="5273040" cy="6858000"/>
          </a:xfrm>
        </p:grpSpPr>
        <p:sp>
          <p:nvSpPr>
            <p:cNvPr id="37" name="Parallelogram 36">
              <a:extLst>
                <a:ext uri="{FF2B5EF4-FFF2-40B4-BE49-F238E27FC236}">
                  <a16:creationId xmlns:a16="http://schemas.microsoft.com/office/drawing/2014/main" id="{8A82EDD6-DCAC-1F70-0C27-BE71D6BBF8ED}"/>
                </a:ext>
              </a:extLst>
            </p:cNvPr>
            <p:cNvSpPr/>
            <p:nvPr/>
          </p:nvSpPr>
          <p:spPr>
            <a:xfrm>
              <a:off x="1564005" y="0"/>
              <a:ext cx="5273040" cy="6858000"/>
            </a:xfrm>
            <a:prstGeom prst="parallelogram">
              <a:avLst/>
            </a:prstGeom>
            <a:solidFill>
              <a:srgbClr val="FFC000"/>
            </a:solidFill>
            <a:ln>
              <a:noFill/>
            </a:ln>
            <a:effectLst>
              <a:outerShdw blurRad="330200" dist="177800" sx="97000" sy="97000" algn="ctr" rotWithShape="0">
                <a:srgbClr val="000000">
                  <a:alpha val="8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8" name="TextBox 37">
              <a:extLst>
                <a:ext uri="{FF2B5EF4-FFF2-40B4-BE49-F238E27FC236}">
                  <a16:creationId xmlns:a16="http://schemas.microsoft.com/office/drawing/2014/main" id="{FA174754-47B3-912A-09E1-2180E4D01D41}"/>
                </a:ext>
              </a:extLst>
            </p:cNvPr>
            <p:cNvSpPr txBox="1"/>
            <p:nvPr/>
          </p:nvSpPr>
          <p:spPr>
            <a:xfrm>
              <a:off x="3169344" y="3877748"/>
              <a:ext cx="2729112"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Modern audiences ignore high-budget, polished commercials.</a:t>
              </a:r>
            </a:p>
          </p:txBody>
        </p:sp>
        <p:sp>
          <p:nvSpPr>
            <p:cNvPr id="39" name="TextBox 38">
              <a:extLst>
                <a:ext uri="{FF2B5EF4-FFF2-40B4-BE49-F238E27FC236}">
                  <a16:creationId xmlns:a16="http://schemas.microsoft.com/office/drawing/2014/main" id="{111AB69F-3554-0B26-B133-6534A9D3C09C}"/>
                </a:ext>
              </a:extLst>
            </p:cNvPr>
            <p:cNvSpPr txBox="1"/>
            <p:nvPr/>
          </p:nvSpPr>
          <p:spPr>
            <a:xfrm>
              <a:off x="3451825" y="2944299"/>
              <a:ext cx="1497400" cy="369332"/>
            </a:xfrm>
            <a:prstGeom prst="rect">
              <a:avLst/>
            </a:prstGeom>
            <a:noFill/>
          </p:spPr>
          <p:txBody>
            <a:bodyPr wrap="square" rtlCol="0">
              <a:spAutoFit/>
            </a:bodyPr>
            <a:lstStyle/>
            <a:p>
              <a:r>
                <a:rPr lang="en-US" b="1" dirty="0">
                  <a:latin typeface="Times New Roman" panose="02020603050405020304" pitchFamily="18" charset="0"/>
                </a:rPr>
                <a:t>Ad Fatigue</a:t>
              </a:r>
              <a:endParaRPr lang="en-US" dirty="0">
                <a:latin typeface="Times New Roman" panose="02020603050405020304" pitchFamily="18" charset="0"/>
              </a:endParaRPr>
            </a:p>
          </p:txBody>
        </p:sp>
      </p:grpSp>
      <p:sp>
        <p:nvSpPr>
          <p:cNvPr id="40" name="Parallelogram 39">
            <a:extLst>
              <a:ext uri="{FF2B5EF4-FFF2-40B4-BE49-F238E27FC236}">
                <a16:creationId xmlns:a16="http://schemas.microsoft.com/office/drawing/2014/main" id="{21FE8590-E872-620E-2765-C19978338201}"/>
              </a:ext>
            </a:extLst>
          </p:cNvPr>
          <p:cNvSpPr/>
          <p:nvPr/>
        </p:nvSpPr>
        <p:spPr>
          <a:xfrm>
            <a:off x="-6678930" y="0"/>
            <a:ext cx="5273040" cy="6858000"/>
          </a:xfrm>
          <a:prstGeom prst="parallelogram">
            <a:avLst/>
          </a:prstGeom>
          <a:solidFill>
            <a:srgbClr val="FFC000"/>
          </a:solidFill>
          <a:ln>
            <a:noFill/>
          </a:ln>
          <a:effectLst>
            <a:outerShdw blurRad="330200" dist="177800" sx="97000" sy="97000" algn="ctr" rotWithShape="0">
              <a:srgbClr val="000000">
                <a:alpha val="8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1" name="TextBox 40">
            <a:extLst>
              <a:ext uri="{FF2B5EF4-FFF2-40B4-BE49-F238E27FC236}">
                <a16:creationId xmlns:a16="http://schemas.microsoft.com/office/drawing/2014/main" id="{202D36A0-B000-8AC0-07D9-E493921EF1F8}"/>
              </a:ext>
            </a:extLst>
          </p:cNvPr>
          <p:cNvSpPr txBox="1"/>
          <p:nvPr/>
        </p:nvSpPr>
        <p:spPr>
          <a:xfrm>
            <a:off x="-3803346" y="2061447"/>
            <a:ext cx="2477432" cy="1938992"/>
          </a:xfrm>
          <a:prstGeom prst="rect">
            <a:avLst/>
          </a:prstGeom>
          <a:noFill/>
        </p:spPr>
        <p:txBody>
          <a:bodyPr wrap="square" rtlCol="0">
            <a:spAutoFit/>
          </a:bodyPr>
          <a:lstStyle/>
          <a:p>
            <a:r>
              <a:rPr lang="en-US" sz="4000" dirty="0">
                <a:latin typeface="Times New Roman" panose="02020603050405020304" pitchFamily="18" charset="0"/>
              </a:rPr>
              <a:t>Trust in </a:t>
            </a:r>
          </a:p>
          <a:p>
            <a:r>
              <a:rPr lang="en-US" sz="4000" b="1" dirty="0">
                <a:latin typeface="Times New Roman" panose="02020603050405020304" pitchFamily="18" charset="0"/>
              </a:rPr>
              <a:t>Real User </a:t>
            </a:r>
          </a:p>
          <a:p>
            <a:r>
              <a:rPr lang="en-US" sz="4000" b="1" dirty="0">
                <a:latin typeface="Times New Roman" panose="02020603050405020304" pitchFamily="18" charset="0"/>
              </a:rPr>
              <a:t>Content</a:t>
            </a:r>
          </a:p>
        </p:txBody>
      </p:sp>
      <p:sp>
        <p:nvSpPr>
          <p:cNvPr id="42" name="Rectangle 41">
            <a:extLst>
              <a:ext uri="{FF2B5EF4-FFF2-40B4-BE49-F238E27FC236}">
                <a16:creationId xmlns:a16="http://schemas.microsoft.com/office/drawing/2014/main" id="{EC2D5543-07FA-875D-0A80-3D259B6FBF39}"/>
              </a:ext>
            </a:extLst>
          </p:cNvPr>
          <p:cNvSpPr/>
          <p:nvPr/>
        </p:nvSpPr>
        <p:spPr>
          <a:xfrm>
            <a:off x="-13834139" y="5716682"/>
            <a:ext cx="12908280" cy="3030346"/>
          </a:xfrm>
          <a:prstGeom prst="rect">
            <a:avLst/>
          </a:prstGeom>
          <a:solidFill>
            <a:srgbClr val="FFC000"/>
          </a:solidFill>
          <a:ln>
            <a:noFill/>
          </a:ln>
          <a:effectLst>
            <a:softEdge rad="2159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3" name="Rectangle 42">
            <a:extLst>
              <a:ext uri="{FF2B5EF4-FFF2-40B4-BE49-F238E27FC236}">
                <a16:creationId xmlns:a16="http://schemas.microsoft.com/office/drawing/2014/main" id="{B02889F0-C521-7349-A4F6-7B9D2F9F3AB8}"/>
              </a:ext>
            </a:extLst>
          </p:cNvPr>
          <p:cNvSpPr/>
          <p:nvPr/>
        </p:nvSpPr>
        <p:spPr>
          <a:xfrm>
            <a:off x="-13463358" y="-1571452"/>
            <a:ext cx="12908280" cy="2411447"/>
          </a:xfrm>
          <a:prstGeom prst="rect">
            <a:avLst/>
          </a:prstGeom>
          <a:solidFill>
            <a:srgbClr val="FFC000"/>
          </a:solidFill>
          <a:ln>
            <a:noFill/>
          </a:ln>
          <a:effectLst>
            <a:softEdge rad="2159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Tree>
    <p:extLst>
      <p:ext uri="{BB962C8B-B14F-4D97-AF65-F5344CB8AC3E}">
        <p14:creationId xmlns:p14="http://schemas.microsoft.com/office/powerpoint/2010/main" val="34998226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A2362C8-BC5F-CEDE-F9C4-90AE27624D59}"/>
              </a:ext>
            </a:extLst>
          </p:cNvPr>
          <p:cNvSpPr/>
          <p:nvPr/>
        </p:nvSpPr>
        <p:spPr>
          <a:xfrm>
            <a:off x="1493578" y="0"/>
            <a:ext cx="2399147"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5" name="Rectangle 34">
            <a:extLst>
              <a:ext uri="{FF2B5EF4-FFF2-40B4-BE49-F238E27FC236}">
                <a16:creationId xmlns:a16="http://schemas.microsoft.com/office/drawing/2014/main" id="{D8AB7102-F1EA-00F7-86F3-0C750BD4475A}"/>
              </a:ext>
            </a:extLst>
          </p:cNvPr>
          <p:cNvSpPr/>
          <p:nvPr/>
        </p:nvSpPr>
        <p:spPr>
          <a:xfrm rot="2700000" flipH="1">
            <a:off x="801512" y="3951558"/>
            <a:ext cx="1850794" cy="1850794"/>
          </a:xfrm>
          <a:prstGeom prst="rect">
            <a:avLst/>
          </a:prstGeom>
          <a:blipFill dpi="0" rotWithShape="0">
            <a:blip r:embed="rId2">
              <a:extLst>
                <a:ext uri="{BEBA8EAE-BF5A-486C-A8C5-ECC9F3942E4B}">
                  <a14:imgProps xmlns:a14="http://schemas.microsoft.com/office/drawing/2010/main">
                    <a14:imgLayer r:embed="rId3">
                      <a14:imgEffect>
                        <a14:colorTemperature colorTemp="6300"/>
                      </a14:imgEffect>
                      <a14:imgEffect>
                        <a14:saturation sat="120000"/>
                      </a14:imgEffect>
                      <a14:imgEffect>
                        <a14:brightnessContrast bright="12000" contrast="7000"/>
                      </a14:imgEffect>
                    </a14:imgLayer>
                  </a14:imgProps>
                </a:ext>
              </a:extLst>
            </a:blip>
            <a:srcRect/>
            <a:stretch>
              <a:fillRect/>
            </a:stretch>
          </a:blipFill>
          <a:ln>
            <a:noFill/>
          </a:ln>
          <a:effectLst>
            <a:outerShdw blurRad="50800" dist="50800" dir="5400000" algn="ctr" rotWithShape="0">
              <a:srgbClr val="000000">
                <a:alpha val="9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36" name="Group 35">
            <a:extLst>
              <a:ext uri="{FF2B5EF4-FFF2-40B4-BE49-F238E27FC236}">
                <a16:creationId xmlns:a16="http://schemas.microsoft.com/office/drawing/2014/main" id="{04103DDC-69FF-E357-7559-FFB88A276738}"/>
              </a:ext>
            </a:extLst>
          </p:cNvPr>
          <p:cNvGrpSpPr/>
          <p:nvPr/>
        </p:nvGrpSpPr>
        <p:grpSpPr>
          <a:xfrm>
            <a:off x="5112370" y="1567429"/>
            <a:ext cx="6102891" cy="3502151"/>
            <a:chOff x="1220773" y="905821"/>
            <a:chExt cx="6102891" cy="3502151"/>
          </a:xfrm>
        </p:grpSpPr>
        <p:sp>
          <p:nvSpPr>
            <p:cNvPr id="37" name="TextBox 36">
              <a:extLst>
                <a:ext uri="{FF2B5EF4-FFF2-40B4-BE49-F238E27FC236}">
                  <a16:creationId xmlns:a16="http://schemas.microsoft.com/office/drawing/2014/main" id="{D580438E-668A-B51D-A4C1-86838F652E2E}"/>
                </a:ext>
              </a:extLst>
            </p:cNvPr>
            <p:cNvSpPr txBox="1"/>
            <p:nvPr/>
          </p:nvSpPr>
          <p:spPr>
            <a:xfrm>
              <a:off x="1220773" y="2099648"/>
              <a:ext cx="6102891"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rPr>
                <a:t>Audio Branding  - </a:t>
              </a:r>
              <a:r>
                <a:rPr lang="en-US" dirty="0">
                  <a:latin typeface="Times New Roman" panose="02020603050405020304" pitchFamily="18" charset="0"/>
                </a:rPr>
                <a:t>Brands use "audio memes" and original sounds for instant recognition.</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Music Discovery - </a:t>
              </a:r>
              <a:r>
                <a:rPr lang="en-US" dirty="0">
                  <a:latin typeface="Times New Roman" panose="02020603050405020304" pitchFamily="18" charset="0"/>
                </a:rPr>
                <a:t>Viral trends push new hits and old classics to the Billboard charts.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Participatory Culture - </a:t>
              </a:r>
              <a:r>
                <a:rPr lang="en-US" dirty="0">
                  <a:latin typeface="Times New Roman" panose="02020603050405020304" pitchFamily="18" charset="0"/>
                </a:rPr>
                <a:t>Users "remix" and "duet," making the audience part of a song's success.</a:t>
              </a:r>
            </a:p>
          </p:txBody>
        </p:sp>
        <p:sp>
          <p:nvSpPr>
            <p:cNvPr id="38" name="TextBox 37">
              <a:extLst>
                <a:ext uri="{FF2B5EF4-FFF2-40B4-BE49-F238E27FC236}">
                  <a16:creationId xmlns:a16="http://schemas.microsoft.com/office/drawing/2014/main" id="{D9F0B28F-91CC-2FB7-0A48-58602C9C943B}"/>
                </a:ext>
              </a:extLst>
            </p:cNvPr>
            <p:cNvSpPr txBox="1"/>
            <p:nvPr/>
          </p:nvSpPr>
          <p:spPr>
            <a:xfrm>
              <a:off x="1220773" y="905821"/>
              <a:ext cx="2286356" cy="707886"/>
            </a:xfrm>
            <a:prstGeom prst="rect">
              <a:avLst/>
            </a:prstGeom>
            <a:noFill/>
          </p:spPr>
          <p:txBody>
            <a:bodyPr wrap="square" rtlCol="0">
              <a:spAutoFit/>
            </a:bodyPr>
            <a:lstStyle/>
            <a:p>
              <a:r>
                <a:rPr lang="en-US" sz="4000" dirty="0">
                  <a:latin typeface="Times New Roman" panose="02020603050405020304" pitchFamily="18" charset="0"/>
                </a:rPr>
                <a:t>Cont’d</a:t>
              </a:r>
            </a:p>
          </p:txBody>
        </p:sp>
      </p:grpSp>
      <p:sp>
        <p:nvSpPr>
          <p:cNvPr id="2" name="Rectangle 1">
            <a:extLst>
              <a:ext uri="{FF2B5EF4-FFF2-40B4-BE49-F238E27FC236}">
                <a16:creationId xmlns:a16="http://schemas.microsoft.com/office/drawing/2014/main" id="{40DE7BF5-6C6F-F50F-5272-CA29C31B79D9}"/>
              </a:ext>
            </a:extLst>
          </p:cNvPr>
          <p:cNvSpPr/>
          <p:nvPr/>
        </p:nvSpPr>
        <p:spPr>
          <a:xfrm>
            <a:off x="7615680" y="-115369"/>
            <a:ext cx="7525452" cy="6858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39" name="Group 38">
            <a:extLst>
              <a:ext uri="{FF2B5EF4-FFF2-40B4-BE49-F238E27FC236}">
                <a16:creationId xmlns:a16="http://schemas.microsoft.com/office/drawing/2014/main" id="{7D8B50EC-035B-27BD-A958-60C2270AA35B}"/>
              </a:ext>
            </a:extLst>
          </p:cNvPr>
          <p:cNvGrpSpPr/>
          <p:nvPr/>
        </p:nvGrpSpPr>
        <p:grpSpPr>
          <a:xfrm>
            <a:off x="2285036" y="1990990"/>
            <a:ext cx="6765637" cy="3502151"/>
            <a:chOff x="1220773" y="905821"/>
            <a:chExt cx="6765637" cy="3502151"/>
          </a:xfrm>
        </p:grpSpPr>
        <p:sp>
          <p:nvSpPr>
            <p:cNvPr id="40" name="TextBox 39">
              <a:extLst>
                <a:ext uri="{FF2B5EF4-FFF2-40B4-BE49-F238E27FC236}">
                  <a16:creationId xmlns:a16="http://schemas.microsoft.com/office/drawing/2014/main" id="{181BF84A-F710-965F-25E5-D55A58907A68}"/>
                </a:ext>
              </a:extLst>
            </p:cNvPr>
            <p:cNvSpPr txBox="1"/>
            <p:nvPr/>
          </p:nvSpPr>
          <p:spPr>
            <a:xfrm>
              <a:off x="1220774" y="2099648"/>
              <a:ext cx="6765636"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rPr>
                <a:t>Peer-to-Peer Advice </a:t>
              </a:r>
            </a:p>
            <a:p>
              <a:r>
                <a:rPr lang="en-US" dirty="0">
                  <a:latin typeface="Times New Roman" panose="02020603050405020304" pitchFamily="18" charset="0"/>
                </a:rPr>
                <a:t>      Users see creators as "digital friends," not salespeople..</a:t>
              </a:r>
            </a:p>
            <a:p>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Problem Solving </a:t>
              </a:r>
            </a:p>
            <a:p>
              <a:r>
                <a:rPr lang="en-US" dirty="0">
                  <a:latin typeface="Times New Roman" panose="02020603050405020304" pitchFamily="18" charset="0"/>
                </a:rPr>
                <a:t>      Real reviews show how products work in everyday life.</a:t>
              </a:r>
            </a:p>
            <a:p>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Digital Word-of-Mouth </a:t>
              </a:r>
            </a:p>
            <a:p>
              <a:r>
                <a:rPr lang="en-US" dirty="0">
                  <a:latin typeface="Times New Roman" panose="02020603050405020304" pitchFamily="18" charset="0"/>
                </a:rPr>
                <a:t>      Recommendations feel like advice from a friend, not a sales pitch.</a:t>
              </a:r>
            </a:p>
          </p:txBody>
        </p:sp>
        <p:sp>
          <p:nvSpPr>
            <p:cNvPr id="41" name="TextBox 40">
              <a:extLst>
                <a:ext uri="{FF2B5EF4-FFF2-40B4-BE49-F238E27FC236}">
                  <a16:creationId xmlns:a16="http://schemas.microsoft.com/office/drawing/2014/main" id="{808731FB-BFB7-C929-C070-46FA21C015AB}"/>
                </a:ext>
              </a:extLst>
            </p:cNvPr>
            <p:cNvSpPr txBox="1"/>
            <p:nvPr/>
          </p:nvSpPr>
          <p:spPr>
            <a:xfrm>
              <a:off x="1220773" y="905821"/>
              <a:ext cx="2310367" cy="707886"/>
            </a:xfrm>
            <a:prstGeom prst="rect">
              <a:avLst/>
            </a:prstGeom>
            <a:noFill/>
          </p:spPr>
          <p:txBody>
            <a:bodyPr wrap="square" rtlCol="0">
              <a:spAutoFit/>
            </a:bodyPr>
            <a:lstStyle/>
            <a:p>
              <a:r>
                <a:rPr lang="en-US" sz="4000" dirty="0">
                  <a:latin typeface="Times New Roman" panose="02020603050405020304" pitchFamily="18" charset="0"/>
                </a:rPr>
                <a:t>Cont’d</a:t>
              </a:r>
            </a:p>
          </p:txBody>
        </p:sp>
      </p:grpSp>
      <p:sp>
        <p:nvSpPr>
          <p:cNvPr id="15" name="TextBox 14">
            <a:extLst>
              <a:ext uri="{FF2B5EF4-FFF2-40B4-BE49-F238E27FC236}">
                <a16:creationId xmlns:a16="http://schemas.microsoft.com/office/drawing/2014/main" id="{E1B32DBB-817A-260B-118C-7DC48237F5F7}"/>
              </a:ext>
            </a:extLst>
          </p:cNvPr>
          <p:cNvSpPr txBox="1"/>
          <p:nvPr/>
        </p:nvSpPr>
        <p:spPr>
          <a:xfrm>
            <a:off x="9140139" y="3912629"/>
            <a:ext cx="2640381"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Showing real life and flaws builds a stronger bond with followers.</a:t>
            </a:r>
          </a:p>
        </p:txBody>
      </p:sp>
      <p:sp>
        <p:nvSpPr>
          <p:cNvPr id="16" name="TextBox 15">
            <a:extLst>
              <a:ext uri="{FF2B5EF4-FFF2-40B4-BE49-F238E27FC236}">
                <a16:creationId xmlns:a16="http://schemas.microsoft.com/office/drawing/2014/main" id="{BF054E0C-81AE-4B5F-5410-6C9D2126C6AD}"/>
              </a:ext>
            </a:extLst>
          </p:cNvPr>
          <p:cNvSpPr txBox="1"/>
          <p:nvPr/>
        </p:nvSpPr>
        <p:spPr>
          <a:xfrm>
            <a:off x="9425133" y="2875002"/>
            <a:ext cx="2142253" cy="369332"/>
          </a:xfrm>
          <a:prstGeom prst="rect">
            <a:avLst/>
          </a:prstGeom>
          <a:noFill/>
        </p:spPr>
        <p:txBody>
          <a:bodyPr wrap="square" rtlCol="0">
            <a:spAutoFit/>
          </a:bodyPr>
          <a:lstStyle/>
          <a:p>
            <a:r>
              <a:rPr lang="en-US" b="1" dirty="0">
                <a:latin typeface="Times New Roman" panose="02020603050405020304" pitchFamily="18" charset="0"/>
              </a:rPr>
              <a:t>Authenticity is Key</a:t>
            </a:r>
            <a:endParaRPr lang="en-US" dirty="0">
              <a:latin typeface="Times New Roman" panose="02020603050405020304" pitchFamily="18" charset="0"/>
            </a:endParaRPr>
          </a:p>
        </p:txBody>
      </p:sp>
      <p:sp>
        <p:nvSpPr>
          <p:cNvPr id="24" name="Rectangle 23">
            <a:extLst>
              <a:ext uri="{FF2B5EF4-FFF2-40B4-BE49-F238E27FC236}">
                <a16:creationId xmlns:a16="http://schemas.microsoft.com/office/drawing/2014/main" id="{E5905A97-7BC8-53FF-AC03-0259543BB90A}"/>
              </a:ext>
            </a:extLst>
          </p:cNvPr>
          <p:cNvSpPr/>
          <p:nvPr/>
        </p:nvSpPr>
        <p:spPr>
          <a:xfrm rot="6080266" flipH="1">
            <a:off x="10297808" y="1689551"/>
            <a:ext cx="551850" cy="545556"/>
          </a:xfrm>
          <a:prstGeom prst="rect">
            <a:avLst/>
          </a:prstGeom>
          <a:solidFill>
            <a:srgbClr val="FFC000"/>
          </a:solidFill>
          <a:ln>
            <a:noFill/>
          </a:ln>
          <a:effectLst>
            <a:outerShdw blurRad="50800" dist="508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5" name="Rectangle 24">
            <a:extLst>
              <a:ext uri="{FF2B5EF4-FFF2-40B4-BE49-F238E27FC236}">
                <a16:creationId xmlns:a16="http://schemas.microsoft.com/office/drawing/2014/main" id="{73A1F69C-EE45-57C3-AC2B-66B36838197E}"/>
              </a:ext>
            </a:extLst>
          </p:cNvPr>
          <p:cNvSpPr/>
          <p:nvPr/>
        </p:nvSpPr>
        <p:spPr>
          <a:xfrm rot="6080266" flipH="1">
            <a:off x="10253992" y="1569304"/>
            <a:ext cx="545721" cy="542908"/>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32" name="Group 31">
            <a:extLst>
              <a:ext uri="{FF2B5EF4-FFF2-40B4-BE49-F238E27FC236}">
                <a16:creationId xmlns:a16="http://schemas.microsoft.com/office/drawing/2014/main" id="{43F1B55B-3354-9566-8AA4-2F1635F5D3B8}"/>
              </a:ext>
            </a:extLst>
          </p:cNvPr>
          <p:cNvGrpSpPr/>
          <p:nvPr/>
        </p:nvGrpSpPr>
        <p:grpSpPr>
          <a:xfrm>
            <a:off x="4573521" y="43409"/>
            <a:ext cx="5273040" cy="6858000"/>
            <a:chOff x="4533900" y="0"/>
            <a:chExt cx="5273040" cy="6858000"/>
          </a:xfrm>
        </p:grpSpPr>
        <p:sp>
          <p:nvSpPr>
            <p:cNvPr id="4" name="Parallelogram 3">
              <a:extLst>
                <a:ext uri="{FF2B5EF4-FFF2-40B4-BE49-F238E27FC236}">
                  <a16:creationId xmlns:a16="http://schemas.microsoft.com/office/drawing/2014/main" id="{D2F4692E-BD50-8956-639C-09F3C0D83B0F}"/>
                </a:ext>
              </a:extLst>
            </p:cNvPr>
            <p:cNvSpPr/>
            <p:nvPr/>
          </p:nvSpPr>
          <p:spPr>
            <a:xfrm>
              <a:off x="4533900" y="0"/>
              <a:ext cx="5273040" cy="6858000"/>
            </a:xfrm>
            <a:prstGeom prst="parallelogram">
              <a:avLst/>
            </a:prstGeom>
            <a:solidFill>
              <a:srgbClr val="FFC000"/>
            </a:solidFill>
            <a:ln>
              <a:noFill/>
            </a:ln>
            <a:effectLst>
              <a:outerShdw blurRad="330200" dist="177800" sx="97000" sy="97000" algn="ctr" rotWithShape="0">
                <a:srgbClr val="000000">
                  <a:alpha val="8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3" name="TextBox 12">
              <a:extLst>
                <a:ext uri="{FF2B5EF4-FFF2-40B4-BE49-F238E27FC236}">
                  <a16:creationId xmlns:a16="http://schemas.microsoft.com/office/drawing/2014/main" id="{48B61C1E-832C-17D7-C1C8-02CA80AB910A}"/>
                </a:ext>
              </a:extLst>
            </p:cNvPr>
            <p:cNvSpPr txBox="1"/>
            <p:nvPr/>
          </p:nvSpPr>
          <p:spPr>
            <a:xfrm>
              <a:off x="6149916" y="3877748"/>
              <a:ext cx="2554246" cy="1196474"/>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Simple videos from real people are more effective than celebrity ads.</a:t>
              </a:r>
            </a:p>
          </p:txBody>
        </p:sp>
        <p:sp>
          <p:nvSpPr>
            <p:cNvPr id="14" name="TextBox 13">
              <a:extLst>
                <a:ext uri="{FF2B5EF4-FFF2-40B4-BE49-F238E27FC236}">
                  <a16:creationId xmlns:a16="http://schemas.microsoft.com/office/drawing/2014/main" id="{D58DABA2-138B-DD80-251E-AE35DA5A3C39}"/>
                </a:ext>
              </a:extLst>
            </p:cNvPr>
            <p:cNvSpPr txBox="1"/>
            <p:nvPr/>
          </p:nvSpPr>
          <p:spPr>
            <a:xfrm>
              <a:off x="6403029" y="2857561"/>
              <a:ext cx="2770644" cy="646331"/>
            </a:xfrm>
            <a:prstGeom prst="rect">
              <a:avLst/>
            </a:prstGeom>
            <a:noFill/>
          </p:spPr>
          <p:txBody>
            <a:bodyPr wrap="square" rtlCol="0">
              <a:spAutoFit/>
            </a:bodyPr>
            <a:lstStyle/>
            <a:p>
              <a:r>
                <a:rPr lang="en-US" b="1" dirty="0">
                  <a:latin typeface="Times New Roman" panose="02020603050405020304" pitchFamily="18" charset="0"/>
                </a:rPr>
                <a:t>Power of UGC</a:t>
              </a:r>
            </a:p>
            <a:p>
              <a:r>
                <a:rPr lang="en-US" b="1" dirty="0">
                  <a:latin typeface="Times New Roman" panose="02020603050405020304" pitchFamily="18" charset="0"/>
                </a:rPr>
                <a:t>(User-Generated Content)</a:t>
              </a:r>
            </a:p>
          </p:txBody>
        </p:sp>
      </p:grpSp>
      <p:sp>
        <p:nvSpPr>
          <p:cNvPr id="21" name="Rectangle 20">
            <a:extLst>
              <a:ext uri="{FF2B5EF4-FFF2-40B4-BE49-F238E27FC236}">
                <a16:creationId xmlns:a16="http://schemas.microsoft.com/office/drawing/2014/main" id="{A1A0EB60-C390-772E-644F-95E1B0DF24C6}"/>
              </a:ext>
            </a:extLst>
          </p:cNvPr>
          <p:cNvSpPr/>
          <p:nvPr/>
        </p:nvSpPr>
        <p:spPr>
          <a:xfrm rot="6080266" flipH="1">
            <a:off x="7432926" y="1617386"/>
            <a:ext cx="317410" cy="315774"/>
          </a:xfrm>
          <a:prstGeom prst="rect">
            <a:avLst/>
          </a:prstGeom>
          <a:solidFill>
            <a:schemeClr val="tx1"/>
          </a:solidFill>
          <a:ln>
            <a:noFill/>
          </a:ln>
          <a:effectLst>
            <a:outerShdw blurRad="50800" dist="50800" dir="5400000" algn="ctr" rotWithShape="0">
              <a:srgbClr val="000000">
                <a:alpha val="8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2" name="Rectangle 21">
            <a:extLst>
              <a:ext uri="{FF2B5EF4-FFF2-40B4-BE49-F238E27FC236}">
                <a16:creationId xmlns:a16="http://schemas.microsoft.com/office/drawing/2014/main" id="{973043B8-E8DB-7ABB-AEA3-C09070357176}"/>
              </a:ext>
            </a:extLst>
          </p:cNvPr>
          <p:cNvSpPr/>
          <p:nvPr/>
        </p:nvSpPr>
        <p:spPr>
          <a:xfrm rot="4168816" flipH="1">
            <a:off x="7715616" y="1589990"/>
            <a:ext cx="528682" cy="525957"/>
          </a:xfrm>
          <a:prstGeom prst="rect">
            <a:avLst/>
          </a:prstGeom>
          <a:solidFill>
            <a:schemeClr val="bg1"/>
          </a:solidFill>
          <a:ln>
            <a:noFill/>
          </a:ln>
          <a:effectLst>
            <a:outerShdw blurRad="50800" dist="50800" dir="5400000" algn="ctr" rotWithShape="0">
              <a:srgbClr val="000000">
                <a:alpha val="9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33" name="Group 32">
            <a:extLst>
              <a:ext uri="{FF2B5EF4-FFF2-40B4-BE49-F238E27FC236}">
                <a16:creationId xmlns:a16="http://schemas.microsoft.com/office/drawing/2014/main" id="{0722276F-C0D0-8E10-93E6-BDB5478477D2}"/>
              </a:ext>
            </a:extLst>
          </p:cNvPr>
          <p:cNvGrpSpPr/>
          <p:nvPr/>
        </p:nvGrpSpPr>
        <p:grpSpPr>
          <a:xfrm>
            <a:off x="1564005" y="0"/>
            <a:ext cx="5273040" cy="6858000"/>
            <a:chOff x="1564005" y="0"/>
            <a:chExt cx="5273040" cy="6858000"/>
          </a:xfrm>
        </p:grpSpPr>
        <p:sp>
          <p:nvSpPr>
            <p:cNvPr id="5" name="Parallelogram 4">
              <a:extLst>
                <a:ext uri="{FF2B5EF4-FFF2-40B4-BE49-F238E27FC236}">
                  <a16:creationId xmlns:a16="http://schemas.microsoft.com/office/drawing/2014/main" id="{3B1C5368-2EC7-E35B-93E2-3DE24F146396}"/>
                </a:ext>
              </a:extLst>
            </p:cNvPr>
            <p:cNvSpPr/>
            <p:nvPr/>
          </p:nvSpPr>
          <p:spPr>
            <a:xfrm>
              <a:off x="1564005" y="0"/>
              <a:ext cx="5273040" cy="6858000"/>
            </a:xfrm>
            <a:prstGeom prst="parallelogram">
              <a:avLst/>
            </a:prstGeom>
            <a:solidFill>
              <a:srgbClr val="FFC000"/>
            </a:solidFill>
            <a:ln>
              <a:noFill/>
            </a:ln>
            <a:effectLst>
              <a:outerShdw blurRad="330200" dist="177800" sx="97000" sy="97000" algn="ctr" rotWithShape="0">
                <a:srgbClr val="000000">
                  <a:alpha val="8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1" name="TextBox 10">
              <a:extLst>
                <a:ext uri="{FF2B5EF4-FFF2-40B4-BE49-F238E27FC236}">
                  <a16:creationId xmlns:a16="http://schemas.microsoft.com/office/drawing/2014/main" id="{EB0E1D6A-2ADA-4C01-8E0D-B24FC4CA930D}"/>
                </a:ext>
              </a:extLst>
            </p:cNvPr>
            <p:cNvSpPr txBox="1"/>
            <p:nvPr/>
          </p:nvSpPr>
          <p:spPr>
            <a:xfrm>
              <a:off x="3169344" y="3877748"/>
              <a:ext cx="2729112"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Modern audiences ignore high-budget, polished commercials.</a:t>
              </a:r>
            </a:p>
          </p:txBody>
        </p:sp>
        <p:sp>
          <p:nvSpPr>
            <p:cNvPr id="12" name="TextBox 11">
              <a:extLst>
                <a:ext uri="{FF2B5EF4-FFF2-40B4-BE49-F238E27FC236}">
                  <a16:creationId xmlns:a16="http://schemas.microsoft.com/office/drawing/2014/main" id="{3EFEE83E-F282-3E38-DB4F-97C1589855A2}"/>
                </a:ext>
              </a:extLst>
            </p:cNvPr>
            <p:cNvSpPr txBox="1"/>
            <p:nvPr/>
          </p:nvSpPr>
          <p:spPr>
            <a:xfrm>
              <a:off x="3451825" y="2944299"/>
              <a:ext cx="1497400" cy="369332"/>
            </a:xfrm>
            <a:prstGeom prst="rect">
              <a:avLst/>
            </a:prstGeom>
            <a:noFill/>
          </p:spPr>
          <p:txBody>
            <a:bodyPr wrap="square" rtlCol="0">
              <a:spAutoFit/>
            </a:bodyPr>
            <a:lstStyle/>
            <a:p>
              <a:r>
                <a:rPr lang="en-US" b="1" dirty="0">
                  <a:latin typeface="Times New Roman" panose="02020603050405020304" pitchFamily="18" charset="0"/>
                </a:rPr>
                <a:t>Ad Fatigue</a:t>
              </a:r>
              <a:endParaRPr lang="en-US" dirty="0">
                <a:latin typeface="Times New Roman" panose="02020603050405020304" pitchFamily="18" charset="0"/>
              </a:endParaRPr>
            </a:p>
          </p:txBody>
        </p:sp>
      </p:grpSp>
      <p:sp>
        <p:nvSpPr>
          <p:cNvPr id="17" name="Rectangle 16">
            <a:extLst>
              <a:ext uri="{FF2B5EF4-FFF2-40B4-BE49-F238E27FC236}">
                <a16:creationId xmlns:a16="http://schemas.microsoft.com/office/drawing/2014/main" id="{34E41B87-B8C0-2150-50DC-084A6D282C8E}"/>
              </a:ext>
            </a:extLst>
          </p:cNvPr>
          <p:cNvSpPr/>
          <p:nvPr/>
        </p:nvSpPr>
        <p:spPr>
          <a:xfrm rot="914181" flipH="1">
            <a:off x="4687029" y="1609508"/>
            <a:ext cx="491503" cy="488970"/>
          </a:xfrm>
          <a:prstGeom prst="rect">
            <a:avLst/>
          </a:prstGeom>
          <a:solidFill>
            <a:srgbClr val="FFC000"/>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8" name="Rectangle 17">
            <a:extLst>
              <a:ext uri="{FF2B5EF4-FFF2-40B4-BE49-F238E27FC236}">
                <a16:creationId xmlns:a16="http://schemas.microsoft.com/office/drawing/2014/main" id="{96677625-A3F5-582D-07A1-253DB054430A}"/>
              </a:ext>
            </a:extLst>
          </p:cNvPr>
          <p:cNvSpPr/>
          <p:nvPr/>
        </p:nvSpPr>
        <p:spPr>
          <a:xfrm rot="2559342" flipH="1">
            <a:off x="4723575" y="1864215"/>
            <a:ext cx="278491" cy="277056"/>
          </a:xfrm>
          <a:prstGeom prst="rect">
            <a:avLst/>
          </a:prstGeom>
          <a:solidFill>
            <a:schemeClr val="bg1"/>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9" name="Rectangle 18">
            <a:extLst>
              <a:ext uri="{FF2B5EF4-FFF2-40B4-BE49-F238E27FC236}">
                <a16:creationId xmlns:a16="http://schemas.microsoft.com/office/drawing/2014/main" id="{1CB65DFF-A0A4-DACE-3303-607A70483857}"/>
              </a:ext>
            </a:extLst>
          </p:cNvPr>
          <p:cNvSpPr/>
          <p:nvPr/>
        </p:nvSpPr>
        <p:spPr>
          <a:xfrm rot="4435518" flipH="1">
            <a:off x="4597210" y="1617733"/>
            <a:ext cx="613394" cy="627648"/>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6" name="Parallelogram 5">
            <a:extLst>
              <a:ext uri="{FF2B5EF4-FFF2-40B4-BE49-F238E27FC236}">
                <a16:creationId xmlns:a16="http://schemas.microsoft.com/office/drawing/2014/main" id="{D0B6DA63-1F7C-E453-1D89-42925DC9CFC9}"/>
              </a:ext>
            </a:extLst>
          </p:cNvPr>
          <p:cNvSpPr/>
          <p:nvPr/>
        </p:nvSpPr>
        <p:spPr>
          <a:xfrm>
            <a:off x="-1405890" y="0"/>
            <a:ext cx="5273040" cy="6858000"/>
          </a:xfrm>
          <a:prstGeom prst="parallelogram">
            <a:avLst/>
          </a:prstGeom>
          <a:solidFill>
            <a:srgbClr val="FFC000"/>
          </a:solidFill>
          <a:ln>
            <a:noFill/>
          </a:ln>
          <a:effectLst>
            <a:outerShdw blurRad="330200" dist="177800" sx="97000" sy="97000" algn="ctr" rotWithShape="0">
              <a:srgbClr val="000000">
                <a:alpha val="8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0" name="TextBox 9">
            <a:extLst>
              <a:ext uri="{FF2B5EF4-FFF2-40B4-BE49-F238E27FC236}">
                <a16:creationId xmlns:a16="http://schemas.microsoft.com/office/drawing/2014/main" id="{8F39398F-8838-3E87-D6FC-24C077617A25}"/>
              </a:ext>
            </a:extLst>
          </p:cNvPr>
          <p:cNvSpPr txBox="1"/>
          <p:nvPr/>
        </p:nvSpPr>
        <p:spPr>
          <a:xfrm>
            <a:off x="601397" y="2221497"/>
            <a:ext cx="2477432" cy="1938992"/>
          </a:xfrm>
          <a:prstGeom prst="rect">
            <a:avLst/>
          </a:prstGeom>
          <a:noFill/>
        </p:spPr>
        <p:txBody>
          <a:bodyPr wrap="square" rtlCol="0">
            <a:spAutoFit/>
          </a:bodyPr>
          <a:lstStyle/>
          <a:p>
            <a:r>
              <a:rPr lang="en-US" sz="4000" dirty="0">
                <a:latin typeface="Times New Roman" panose="02020603050405020304" pitchFamily="18" charset="0"/>
              </a:rPr>
              <a:t>Trust in </a:t>
            </a:r>
          </a:p>
          <a:p>
            <a:r>
              <a:rPr lang="en-US" sz="4000" b="1" dirty="0">
                <a:latin typeface="Times New Roman" panose="02020603050405020304" pitchFamily="18" charset="0"/>
              </a:rPr>
              <a:t>Real User </a:t>
            </a:r>
          </a:p>
          <a:p>
            <a:r>
              <a:rPr lang="en-US" sz="4000" b="1" dirty="0">
                <a:latin typeface="Times New Roman" panose="02020603050405020304" pitchFamily="18" charset="0"/>
              </a:rPr>
              <a:t>Content</a:t>
            </a:r>
          </a:p>
        </p:txBody>
      </p:sp>
      <p:sp>
        <p:nvSpPr>
          <p:cNvPr id="9" name="Rectangle 8">
            <a:extLst>
              <a:ext uri="{FF2B5EF4-FFF2-40B4-BE49-F238E27FC236}">
                <a16:creationId xmlns:a16="http://schemas.microsoft.com/office/drawing/2014/main" id="{7C8430AF-38DF-716E-7F79-5C6459A18523}"/>
              </a:ext>
            </a:extLst>
          </p:cNvPr>
          <p:cNvSpPr/>
          <p:nvPr/>
        </p:nvSpPr>
        <p:spPr>
          <a:xfrm>
            <a:off x="-198592" y="5555521"/>
            <a:ext cx="12908280" cy="3030346"/>
          </a:xfrm>
          <a:prstGeom prst="rect">
            <a:avLst/>
          </a:prstGeom>
          <a:solidFill>
            <a:srgbClr val="FFC000"/>
          </a:solidFill>
          <a:ln>
            <a:noFill/>
          </a:ln>
          <a:effectLst>
            <a:softEdge rad="2159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8" name="Rectangle 7">
            <a:extLst>
              <a:ext uri="{FF2B5EF4-FFF2-40B4-BE49-F238E27FC236}">
                <a16:creationId xmlns:a16="http://schemas.microsoft.com/office/drawing/2014/main" id="{ACD84D85-59E7-DED6-526C-438EF86D6045}"/>
              </a:ext>
            </a:extLst>
          </p:cNvPr>
          <p:cNvSpPr/>
          <p:nvPr/>
        </p:nvSpPr>
        <p:spPr>
          <a:xfrm>
            <a:off x="-358140" y="-1112521"/>
            <a:ext cx="12908280" cy="2411447"/>
          </a:xfrm>
          <a:prstGeom prst="rect">
            <a:avLst/>
          </a:prstGeom>
          <a:solidFill>
            <a:srgbClr val="FFC000"/>
          </a:solidFill>
          <a:ln>
            <a:noFill/>
          </a:ln>
          <a:effectLst>
            <a:softEdge rad="2159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Tree>
    <p:extLst>
      <p:ext uri="{BB962C8B-B14F-4D97-AF65-F5344CB8AC3E}">
        <p14:creationId xmlns:p14="http://schemas.microsoft.com/office/powerpoint/2010/main" val="32223280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F4706-ABD1-BDB0-BEE2-24A182AA92E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EAA8EE5-E540-9D3F-DB42-E3E98EADF89A}"/>
              </a:ext>
            </a:extLst>
          </p:cNvPr>
          <p:cNvSpPr/>
          <p:nvPr/>
        </p:nvSpPr>
        <p:spPr>
          <a:xfrm>
            <a:off x="-2246328" y="-6143"/>
            <a:ext cx="12070265" cy="6858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28" name="Group 27">
            <a:extLst>
              <a:ext uri="{FF2B5EF4-FFF2-40B4-BE49-F238E27FC236}">
                <a16:creationId xmlns:a16="http://schemas.microsoft.com/office/drawing/2014/main" id="{AF502961-7F52-F505-B99F-F8BC619790B0}"/>
              </a:ext>
            </a:extLst>
          </p:cNvPr>
          <p:cNvGrpSpPr/>
          <p:nvPr/>
        </p:nvGrpSpPr>
        <p:grpSpPr>
          <a:xfrm>
            <a:off x="-10340990" y="1567429"/>
            <a:ext cx="6102891" cy="3502151"/>
            <a:chOff x="1220773" y="905821"/>
            <a:chExt cx="6102891" cy="3502151"/>
          </a:xfrm>
        </p:grpSpPr>
        <p:sp>
          <p:nvSpPr>
            <p:cNvPr id="29" name="TextBox 28">
              <a:extLst>
                <a:ext uri="{FF2B5EF4-FFF2-40B4-BE49-F238E27FC236}">
                  <a16:creationId xmlns:a16="http://schemas.microsoft.com/office/drawing/2014/main" id="{D4D5B3D8-94D2-8F3C-C58B-1C6FBB0BBA14}"/>
                </a:ext>
              </a:extLst>
            </p:cNvPr>
            <p:cNvSpPr txBox="1"/>
            <p:nvPr/>
          </p:nvSpPr>
          <p:spPr>
            <a:xfrm>
              <a:off x="1220773" y="2099648"/>
              <a:ext cx="6102891"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rPr>
                <a:t>Audio Branding  - </a:t>
              </a:r>
              <a:r>
                <a:rPr lang="en-US" dirty="0">
                  <a:latin typeface="Times New Roman" panose="02020603050405020304" pitchFamily="18" charset="0"/>
                </a:rPr>
                <a:t>Brands use "audio memes" and original sounds for instant recognition.</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Music Discovery - </a:t>
              </a:r>
              <a:r>
                <a:rPr lang="en-US" dirty="0">
                  <a:latin typeface="Times New Roman" panose="02020603050405020304" pitchFamily="18" charset="0"/>
                </a:rPr>
                <a:t>Viral trends push new hits and old classics to the Billboard charts.</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Participatory Culture - </a:t>
              </a:r>
              <a:r>
                <a:rPr lang="en-US" dirty="0">
                  <a:latin typeface="Times New Roman" panose="02020603050405020304" pitchFamily="18" charset="0"/>
                </a:rPr>
                <a:t>Users "remix" and "duet," making the audience part of a song's success.</a:t>
              </a:r>
            </a:p>
          </p:txBody>
        </p:sp>
        <p:sp>
          <p:nvSpPr>
            <p:cNvPr id="30" name="TextBox 29">
              <a:extLst>
                <a:ext uri="{FF2B5EF4-FFF2-40B4-BE49-F238E27FC236}">
                  <a16:creationId xmlns:a16="http://schemas.microsoft.com/office/drawing/2014/main" id="{200D578E-8944-870F-1095-79E88F3937DF}"/>
                </a:ext>
              </a:extLst>
            </p:cNvPr>
            <p:cNvSpPr txBox="1"/>
            <p:nvPr/>
          </p:nvSpPr>
          <p:spPr>
            <a:xfrm>
              <a:off x="1220773" y="905821"/>
              <a:ext cx="2286356" cy="707886"/>
            </a:xfrm>
            <a:prstGeom prst="rect">
              <a:avLst/>
            </a:prstGeom>
            <a:noFill/>
          </p:spPr>
          <p:txBody>
            <a:bodyPr wrap="square" rtlCol="0">
              <a:spAutoFit/>
            </a:bodyPr>
            <a:lstStyle/>
            <a:p>
              <a:r>
                <a:rPr lang="en-US" sz="4000" dirty="0">
                  <a:latin typeface="Times New Roman" panose="02020603050405020304" pitchFamily="18" charset="0"/>
                </a:rPr>
                <a:t>Cont’d</a:t>
              </a:r>
            </a:p>
          </p:txBody>
        </p:sp>
      </p:grpSp>
      <p:grpSp>
        <p:nvGrpSpPr>
          <p:cNvPr id="3" name="Group 2">
            <a:extLst>
              <a:ext uri="{FF2B5EF4-FFF2-40B4-BE49-F238E27FC236}">
                <a16:creationId xmlns:a16="http://schemas.microsoft.com/office/drawing/2014/main" id="{B3FF87B6-CF23-5D56-D029-B7349E81468C}"/>
              </a:ext>
            </a:extLst>
          </p:cNvPr>
          <p:cNvGrpSpPr/>
          <p:nvPr/>
        </p:nvGrpSpPr>
        <p:grpSpPr>
          <a:xfrm>
            <a:off x="2285036" y="1990990"/>
            <a:ext cx="6765637" cy="3502151"/>
            <a:chOff x="1220773" y="905821"/>
            <a:chExt cx="6765637" cy="3502151"/>
          </a:xfrm>
        </p:grpSpPr>
        <p:sp>
          <p:nvSpPr>
            <p:cNvPr id="7" name="TextBox 6">
              <a:extLst>
                <a:ext uri="{FF2B5EF4-FFF2-40B4-BE49-F238E27FC236}">
                  <a16:creationId xmlns:a16="http://schemas.microsoft.com/office/drawing/2014/main" id="{41ED8B47-DA47-21AD-6ED9-B2AFF38F6EAE}"/>
                </a:ext>
              </a:extLst>
            </p:cNvPr>
            <p:cNvSpPr txBox="1"/>
            <p:nvPr/>
          </p:nvSpPr>
          <p:spPr>
            <a:xfrm>
              <a:off x="1220774" y="2099648"/>
              <a:ext cx="6765636"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rPr>
                <a:t>Peer-to-Peer Advice </a:t>
              </a:r>
            </a:p>
            <a:p>
              <a:r>
                <a:rPr lang="en-US" dirty="0">
                  <a:latin typeface="Times New Roman" panose="02020603050405020304" pitchFamily="18" charset="0"/>
                </a:rPr>
                <a:t>      Users see creators as "digital friends," not salespeople..</a:t>
              </a:r>
            </a:p>
            <a:p>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Problem Solving </a:t>
              </a:r>
            </a:p>
            <a:p>
              <a:r>
                <a:rPr lang="en-US" dirty="0">
                  <a:latin typeface="Times New Roman" panose="02020603050405020304" pitchFamily="18" charset="0"/>
                </a:rPr>
                <a:t>      Real reviews show how products work in everyday life.</a:t>
              </a:r>
            </a:p>
            <a:p>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Digital Word-of-Mouth </a:t>
              </a:r>
            </a:p>
            <a:p>
              <a:r>
                <a:rPr lang="en-US" dirty="0">
                  <a:latin typeface="Times New Roman" panose="02020603050405020304" pitchFamily="18" charset="0"/>
                </a:rPr>
                <a:t>      Recommendations feel like advice from a friend, not a sales pitch.</a:t>
              </a:r>
            </a:p>
          </p:txBody>
        </p:sp>
        <p:sp>
          <p:nvSpPr>
            <p:cNvPr id="20" name="TextBox 19">
              <a:extLst>
                <a:ext uri="{FF2B5EF4-FFF2-40B4-BE49-F238E27FC236}">
                  <a16:creationId xmlns:a16="http://schemas.microsoft.com/office/drawing/2014/main" id="{87018861-2C9A-F69F-52B3-ADEF9876B5AF}"/>
                </a:ext>
              </a:extLst>
            </p:cNvPr>
            <p:cNvSpPr txBox="1"/>
            <p:nvPr/>
          </p:nvSpPr>
          <p:spPr>
            <a:xfrm>
              <a:off x="1220773" y="905821"/>
              <a:ext cx="2310367" cy="707886"/>
            </a:xfrm>
            <a:prstGeom prst="rect">
              <a:avLst/>
            </a:prstGeom>
            <a:noFill/>
          </p:spPr>
          <p:txBody>
            <a:bodyPr wrap="square" rtlCol="0">
              <a:spAutoFit/>
            </a:bodyPr>
            <a:lstStyle/>
            <a:p>
              <a:r>
                <a:rPr lang="en-US" sz="4000" dirty="0">
                  <a:latin typeface="Times New Roman" panose="02020603050405020304" pitchFamily="18" charset="0"/>
                </a:rPr>
                <a:t>Cont’d</a:t>
              </a:r>
            </a:p>
          </p:txBody>
        </p:sp>
      </p:grpSp>
      <p:sp>
        <p:nvSpPr>
          <p:cNvPr id="15" name="TextBox 14">
            <a:extLst>
              <a:ext uri="{FF2B5EF4-FFF2-40B4-BE49-F238E27FC236}">
                <a16:creationId xmlns:a16="http://schemas.microsoft.com/office/drawing/2014/main" id="{51F83790-75E0-CBC4-15A9-DDCBC0D277D8}"/>
              </a:ext>
            </a:extLst>
          </p:cNvPr>
          <p:cNvSpPr txBox="1"/>
          <p:nvPr/>
        </p:nvSpPr>
        <p:spPr>
          <a:xfrm>
            <a:off x="-4514901" y="3912629"/>
            <a:ext cx="2640381"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Showing real life and flaws builds a stronger bond with followers.</a:t>
            </a:r>
          </a:p>
        </p:txBody>
      </p:sp>
      <p:sp>
        <p:nvSpPr>
          <p:cNvPr id="16" name="TextBox 15">
            <a:extLst>
              <a:ext uri="{FF2B5EF4-FFF2-40B4-BE49-F238E27FC236}">
                <a16:creationId xmlns:a16="http://schemas.microsoft.com/office/drawing/2014/main" id="{C1013A51-498D-3025-1D00-0D03B1CEEC28}"/>
              </a:ext>
            </a:extLst>
          </p:cNvPr>
          <p:cNvSpPr txBox="1"/>
          <p:nvPr/>
        </p:nvSpPr>
        <p:spPr>
          <a:xfrm>
            <a:off x="-4229907" y="2875002"/>
            <a:ext cx="2142253" cy="369332"/>
          </a:xfrm>
          <a:prstGeom prst="rect">
            <a:avLst/>
          </a:prstGeom>
          <a:noFill/>
        </p:spPr>
        <p:txBody>
          <a:bodyPr wrap="square" rtlCol="0">
            <a:spAutoFit/>
          </a:bodyPr>
          <a:lstStyle/>
          <a:p>
            <a:r>
              <a:rPr lang="en-US" b="1" dirty="0">
                <a:latin typeface="Times New Roman" panose="02020603050405020304" pitchFamily="18" charset="0"/>
              </a:rPr>
              <a:t>Authenticity is Key</a:t>
            </a:r>
            <a:endParaRPr lang="en-US" dirty="0">
              <a:latin typeface="Times New Roman" panose="02020603050405020304" pitchFamily="18" charset="0"/>
            </a:endParaRPr>
          </a:p>
        </p:txBody>
      </p:sp>
      <p:sp>
        <p:nvSpPr>
          <p:cNvPr id="24" name="Rectangle 23">
            <a:extLst>
              <a:ext uri="{FF2B5EF4-FFF2-40B4-BE49-F238E27FC236}">
                <a16:creationId xmlns:a16="http://schemas.microsoft.com/office/drawing/2014/main" id="{93390700-F6C4-73E4-A8CA-3D3F4FCFE7B6}"/>
              </a:ext>
            </a:extLst>
          </p:cNvPr>
          <p:cNvSpPr/>
          <p:nvPr/>
        </p:nvSpPr>
        <p:spPr>
          <a:xfrm rot="6080266" flipH="1">
            <a:off x="10560965" y="5971990"/>
            <a:ext cx="551850" cy="545556"/>
          </a:xfrm>
          <a:prstGeom prst="rect">
            <a:avLst/>
          </a:prstGeom>
          <a:solidFill>
            <a:srgbClr val="FFC000"/>
          </a:solidFill>
          <a:ln>
            <a:noFill/>
          </a:ln>
          <a:effectLst>
            <a:outerShdw blurRad="50800" dist="508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5" name="Rectangle 24">
            <a:extLst>
              <a:ext uri="{FF2B5EF4-FFF2-40B4-BE49-F238E27FC236}">
                <a16:creationId xmlns:a16="http://schemas.microsoft.com/office/drawing/2014/main" id="{D4B9AC6D-C847-F81D-B482-15A6312E2099}"/>
              </a:ext>
            </a:extLst>
          </p:cNvPr>
          <p:cNvSpPr/>
          <p:nvPr/>
        </p:nvSpPr>
        <p:spPr>
          <a:xfrm rot="6080266" flipH="1">
            <a:off x="10783278" y="5836505"/>
            <a:ext cx="545721" cy="542908"/>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32" name="Group 31">
            <a:extLst>
              <a:ext uri="{FF2B5EF4-FFF2-40B4-BE49-F238E27FC236}">
                <a16:creationId xmlns:a16="http://schemas.microsoft.com/office/drawing/2014/main" id="{74AF807C-4F75-11CE-0FFD-2F88D4388508}"/>
              </a:ext>
            </a:extLst>
          </p:cNvPr>
          <p:cNvGrpSpPr/>
          <p:nvPr/>
        </p:nvGrpSpPr>
        <p:grpSpPr>
          <a:xfrm>
            <a:off x="-3035879" y="0"/>
            <a:ext cx="5273040" cy="6858000"/>
            <a:chOff x="4533900" y="0"/>
            <a:chExt cx="5273040" cy="6858000"/>
          </a:xfrm>
        </p:grpSpPr>
        <p:sp>
          <p:nvSpPr>
            <p:cNvPr id="4" name="Parallelogram 3">
              <a:extLst>
                <a:ext uri="{FF2B5EF4-FFF2-40B4-BE49-F238E27FC236}">
                  <a16:creationId xmlns:a16="http://schemas.microsoft.com/office/drawing/2014/main" id="{91208322-0E43-F365-FB02-68CC6755199A}"/>
                </a:ext>
              </a:extLst>
            </p:cNvPr>
            <p:cNvSpPr/>
            <p:nvPr/>
          </p:nvSpPr>
          <p:spPr>
            <a:xfrm>
              <a:off x="4533900" y="0"/>
              <a:ext cx="5273040" cy="6858000"/>
            </a:xfrm>
            <a:prstGeom prst="parallelogram">
              <a:avLst/>
            </a:prstGeom>
            <a:solidFill>
              <a:srgbClr val="FFC000"/>
            </a:solidFill>
            <a:ln>
              <a:noFill/>
            </a:ln>
            <a:effectLst>
              <a:outerShdw blurRad="330200" dist="177800" sx="97000" sy="97000" algn="ctr" rotWithShape="0">
                <a:srgbClr val="000000">
                  <a:alpha val="8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3" name="TextBox 12">
              <a:extLst>
                <a:ext uri="{FF2B5EF4-FFF2-40B4-BE49-F238E27FC236}">
                  <a16:creationId xmlns:a16="http://schemas.microsoft.com/office/drawing/2014/main" id="{0CE7849D-F4E0-CCAF-5F95-2D3885A7B032}"/>
                </a:ext>
              </a:extLst>
            </p:cNvPr>
            <p:cNvSpPr txBox="1"/>
            <p:nvPr/>
          </p:nvSpPr>
          <p:spPr>
            <a:xfrm>
              <a:off x="6149916" y="3877748"/>
              <a:ext cx="2554246" cy="1196474"/>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Simple videos from real people are more effective than celebrity ads.</a:t>
              </a:r>
            </a:p>
          </p:txBody>
        </p:sp>
        <p:sp>
          <p:nvSpPr>
            <p:cNvPr id="14" name="TextBox 13">
              <a:extLst>
                <a:ext uri="{FF2B5EF4-FFF2-40B4-BE49-F238E27FC236}">
                  <a16:creationId xmlns:a16="http://schemas.microsoft.com/office/drawing/2014/main" id="{176FD8F6-A964-5440-CF6D-D6014E60FAD9}"/>
                </a:ext>
              </a:extLst>
            </p:cNvPr>
            <p:cNvSpPr txBox="1"/>
            <p:nvPr/>
          </p:nvSpPr>
          <p:spPr>
            <a:xfrm>
              <a:off x="6403029" y="2857561"/>
              <a:ext cx="2770644" cy="646331"/>
            </a:xfrm>
            <a:prstGeom prst="rect">
              <a:avLst/>
            </a:prstGeom>
            <a:noFill/>
          </p:spPr>
          <p:txBody>
            <a:bodyPr wrap="square" rtlCol="0">
              <a:spAutoFit/>
            </a:bodyPr>
            <a:lstStyle/>
            <a:p>
              <a:r>
                <a:rPr lang="en-US" b="1" dirty="0">
                  <a:latin typeface="Times New Roman" panose="02020603050405020304" pitchFamily="18" charset="0"/>
                </a:rPr>
                <a:t>Power of UGC</a:t>
              </a:r>
            </a:p>
            <a:p>
              <a:r>
                <a:rPr lang="en-US" b="1" dirty="0">
                  <a:latin typeface="Times New Roman" panose="02020603050405020304" pitchFamily="18" charset="0"/>
                </a:rPr>
                <a:t>(User-Generated Content)</a:t>
              </a:r>
            </a:p>
          </p:txBody>
        </p:sp>
      </p:grpSp>
      <p:sp>
        <p:nvSpPr>
          <p:cNvPr id="21" name="Rectangle 20">
            <a:extLst>
              <a:ext uri="{FF2B5EF4-FFF2-40B4-BE49-F238E27FC236}">
                <a16:creationId xmlns:a16="http://schemas.microsoft.com/office/drawing/2014/main" id="{2800D362-0722-A1BF-2169-FCB7944A445E}"/>
              </a:ext>
            </a:extLst>
          </p:cNvPr>
          <p:cNvSpPr/>
          <p:nvPr/>
        </p:nvSpPr>
        <p:spPr>
          <a:xfrm rot="6080266" flipH="1">
            <a:off x="7213006" y="625269"/>
            <a:ext cx="317410" cy="315774"/>
          </a:xfrm>
          <a:prstGeom prst="rect">
            <a:avLst/>
          </a:prstGeom>
          <a:solidFill>
            <a:schemeClr val="tx1"/>
          </a:solidFill>
          <a:ln>
            <a:noFill/>
          </a:ln>
          <a:effectLst>
            <a:outerShdw blurRad="50800" dist="50800" dir="5400000" algn="ctr" rotWithShape="0">
              <a:srgbClr val="000000">
                <a:alpha val="8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2" name="Rectangle 21">
            <a:extLst>
              <a:ext uri="{FF2B5EF4-FFF2-40B4-BE49-F238E27FC236}">
                <a16:creationId xmlns:a16="http://schemas.microsoft.com/office/drawing/2014/main" id="{F8F69226-C62A-BFB0-5A8D-2D98584788A5}"/>
              </a:ext>
            </a:extLst>
          </p:cNvPr>
          <p:cNvSpPr/>
          <p:nvPr/>
        </p:nvSpPr>
        <p:spPr>
          <a:xfrm rot="4168816" flipH="1">
            <a:off x="8139010" y="1169600"/>
            <a:ext cx="528682" cy="525957"/>
          </a:xfrm>
          <a:prstGeom prst="rect">
            <a:avLst/>
          </a:prstGeom>
          <a:solidFill>
            <a:schemeClr val="bg1"/>
          </a:solidFill>
          <a:ln>
            <a:noFill/>
          </a:ln>
          <a:effectLst>
            <a:outerShdw blurRad="50800" dist="50800" dir="5400000" algn="ctr" rotWithShape="0">
              <a:srgbClr val="000000">
                <a:alpha val="9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33" name="Group 32">
            <a:extLst>
              <a:ext uri="{FF2B5EF4-FFF2-40B4-BE49-F238E27FC236}">
                <a16:creationId xmlns:a16="http://schemas.microsoft.com/office/drawing/2014/main" id="{34FA0B59-5B66-2C0A-6E80-6A5216D038D1}"/>
              </a:ext>
            </a:extLst>
          </p:cNvPr>
          <p:cNvGrpSpPr/>
          <p:nvPr/>
        </p:nvGrpSpPr>
        <p:grpSpPr>
          <a:xfrm>
            <a:off x="-3243150" y="0"/>
            <a:ext cx="5273040" cy="6858000"/>
            <a:chOff x="1564005" y="0"/>
            <a:chExt cx="5273040" cy="6858000"/>
          </a:xfrm>
        </p:grpSpPr>
        <p:sp>
          <p:nvSpPr>
            <p:cNvPr id="5" name="Parallelogram 4">
              <a:extLst>
                <a:ext uri="{FF2B5EF4-FFF2-40B4-BE49-F238E27FC236}">
                  <a16:creationId xmlns:a16="http://schemas.microsoft.com/office/drawing/2014/main" id="{8475400F-6A88-1810-3103-FC0DCC544D07}"/>
                </a:ext>
              </a:extLst>
            </p:cNvPr>
            <p:cNvSpPr/>
            <p:nvPr/>
          </p:nvSpPr>
          <p:spPr>
            <a:xfrm>
              <a:off x="1564005" y="0"/>
              <a:ext cx="5273040" cy="6858000"/>
            </a:xfrm>
            <a:prstGeom prst="parallelogram">
              <a:avLst/>
            </a:prstGeom>
            <a:solidFill>
              <a:srgbClr val="FFC000"/>
            </a:solidFill>
            <a:ln>
              <a:noFill/>
            </a:ln>
            <a:effectLst>
              <a:outerShdw blurRad="330200" dist="177800" sx="97000" sy="97000" algn="ctr" rotWithShape="0">
                <a:srgbClr val="000000">
                  <a:alpha val="8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1" name="TextBox 10">
              <a:extLst>
                <a:ext uri="{FF2B5EF4-FFF2-40B4-BE49-F238E27FC236}">
                  <a16:creationId xmlns:a16="http://schemas.microsoft.com/office/drawing/2014/main" id="{1D855DAC-4812-AA94-2536-EA277F86D578}"/>
                </a:ext>
              </a:extLst>
            </p:cNvPr>
            <p:cNvSpPr txBox="1"/>
            <p:nvPr/>
          </p:nvSpPr>
          <p:spPr>
            <a:xfrm>
              <a:off x="3169344" y="3877748"/>
              <a:ext cx="2729112"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Modern audiences ignore high-budget, polished commercials.</a:t>
              </a:r>
            </a:p>
          </p:txBody>
        </p:sp>
        <p:sp>
          <p:nvSpPr>
            <p:cNvPr id="12" name="TextBox 11">
              <a:extLst>
                <a:ext uri="{FF2B5EF4-FFF2-40B4-BE49-F238E27FC236}">
                  <a16:creationId xmlns:a16="http://schemas.microsoft.com/office/drawing/2014/main" id="{5C4ED689-90C8-6B58-2BEE-395233F2A031}"/>
                </a:ext>
              </a:extLst>
            </p:cNvPr>
            <p:cNvSpPr txBox="1"/>
            <p:nvPr/>
          </p:nvSpPr>
          <p:spPr>
            <a:xfrm>
              <a:off x="3451825" y="2944299"/>
              <a:ext cx="1497400" cy="369332"/>
            </a:xfrm>
            <a:prstGeom prst="rect">
              <a:avLst/>
            </a:prstGeom>
            <a:noFill/>
          </p:spPr>
          <p:txBody>
            <a:bodyPr wrap="square" rtlCol="0">
              <a:spAutoFit/>
            </a:bodyPr>
            <a:lstStyle/>
            <a:p>
              <a:r>
                <a:rPr lang="en-US" b="1" dirty="0">
                  <a:latin typeface="Times New Roman" panose="02020603050405020304" pitchFamily="18" charset="0"/>
                </a:rPr>
                <a:t>Ad Fatigue</a:t>
              </a:r>
              <a:endParaRPr lang="en-US" dirty="0">
                <a:latin typeface="Times New Roman" panose="02020603050405020304" pitchFamily="18" charset="0"/>
              </a:endParaRPr>
            </a:p>
          </p:txBody>
        </p:sp>
      </p:grpSp>
      <p:sp>
        <p:nvSpPr>
          <p:cNvPr id="17" name="Rectangle 16">
            <a:extLst>
              <a:ext uri="{FF2B5EF4-FFF2-40B4-BE49-F238E27FC236}">
                <a16:creationId xmlns:a16="http://schemas.microsoft.com/office/drawing/2014/main" id="{99663D2F-21D4-BB25-A252-022875DBE70A}"/>
              </a:ext>
            </a:extLst>
          </p:cNvPr>
          <p:cNvSpPr/>
          <p:nvPr/>
        </p:nvSpPr>
        <p:spPr>
          <a:xfrm rot="4232953" flipH="1">
            <a:off x="3069233" y="640248"/>
            <a:ext cx="661080" cy="557821"/>
          </a:xfrm>
          <a:prstGeom prst="rect">
            <a:avLst/>
          </a:prstGeom>
          <a:solidFill>
            <a:srgbClr val="FFC000"/>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8" name="Rectangle 17">
            <a:extLst>
              <a:ext uri="{FF2B5EF4-FFF2-40B4-BE49-F238E27FC236}">
                <a16:creationId xmlns:a16="http://schemas.microsoft.com/office/drawing/2014/main" id="{CA0196B8-B266-9584-6CFD-56DF7ADBAF12}"/>
              </a:ext>
            </a:extLst>
          </p:cNvPr>
          <p:cNvSpPr/>
          <p:nvPr/>
        </p:nvSpPr>
        <p:spPr>
          <a:xfrm rot="2559342" flipH="1">
            <a:off x="3628874" y="601774"/>
            <a:ext cx="278491" cy="277056"/>
          </a:xfrm>
          <a:prstGeom prst="rect">
            <a:avLst/>
          </a:prstGeom>
          <a:solidFill>
            <a:schemeClr val="bg1"/>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9" name="Rectangle 18">
            <a:extLst>
              <a:ext uri="{FF2B5EF4-FFF2-40B4-BE49-F238E27FC236}">
                <a16:creationId xmlns:a16="http://schemas.microsoft.com/office/drawing/2014/main" id="{7FBD6599-EE18-C7E0-B3BE-A29EDDC87A1E}"/>
              </a:ext>
            </a:extLst>
          </p:cNvPr>
          <p:cNvSpPr/>
          <p:nvPr/>
        </p:nvSpPr>
        <p:spPr>
          <a:xfrm rot="4435518" flipH="1">
            <a:off x="2989136" y="403736"/>
            <a:ext cx="1007438" cy="1030849"/>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6" name="Parallelogram 5">
            <a:extLst>
              <a:ext uri="{FF2B5EF4-FFF2-40B4-BE49-F238E27FC236}">
                <a16:creationId xmlns:a16="http://schemas.microsoft.com/office/drawing/2014/main" id="{1B0BF61A-09E7-196B-A8B3-703E14B20C7D}"/>
              </a:ext>
            </a:extLst>
          </p:cNvPr>
          <p:cNvSpPr/>
          <p:nvPr/>
        </p:nvSpPr>
        <p:spPr>
          <a:xfrm>
            <a:off x="-3478530" y="74892"/>
            <a:ext cx="5273040" cy="6858000"/>
          </a:xfrm>
          <a:prstGeom prst="parallelogram">
            <a:avLst/>
          </a:prstGeom>
          <a:solidFill>
            <a:srgbClr val="FFC000"/>
          </a:solidFill>
          <a:ln>
            <a:noFill/>
          </a:ln>
          <a:effectLst>
            <a:outerShdw blurRad="330200" dist="177800" sx="97000" sy="97000" algn="ctr" rotWithShape="0">
              <a:srgbClr val="000000">
                <a:alpha val="8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0" name="TextBox 9">
            <a:extLst>
              <a:ext uri="{FF2B5EF4-FFF2-40B4-BE49-F238E27FC236}">
                <a16:creationId xmlns:a16="http://schemas.microsoft.com/office/drawing/2014/main" id="{C4ED620F-B769-54A0-CA8F-C92AE92F6A23}"/>
              </a:ext>
            </a:extLst>
          </p:cNvPr>
          <p:cNvSpPr txBox="1"/>
          <p:nvPr/>
        </p:nvSpPr>
        <p:spPr>
          <a:xfrm>
            <a:off x="-2294203" y="2221497"/>
            <a:ext cx="2477432" cy="1938992"/>
          </a:xfrm>
          <a:prstGeom prst="rect">
            <a:avLst/>
          </a:prstGeom>
          <a:noFill/>
        </p:spPr>
        <p:txBody>
          <a:bodyPr wrap="square" rtlCol="0">
            <a:spAutoFit/>
          </a:bodyPr>
          <a:lstStyle/>
          <a:p>
            <a:r>
              <a:rPr lang="en-US" sz="4000" dirty="0">
                <a:latin typeface="Times New Roman" panose="02020603050405020304" pitchFamily="18" charset="0"/>
              </a:rPr>
              <a:t>Trust in </a:t>
            </a:r>
          </a:p>
          <a:p>
            <a:r>
              <a:rPr lang="en-US" sz="4000" b="1" dirty="0">
                <a:latin typeface="Times New Roman" panose="02020603050405020304" pitchFamily="18" charset="0"/>
              </a:rPr>
              <a:t>Real User </a:t>
            </a:r>
          </a:p>
          <a:p>
            <a:r>
              <a:rPr lang="en-US" sz="4000" b="1" dirty="0">
                <a:latin typeface="Times New Roman" panose="02020603050405020304" pitchFamily="18" charset="0"/>
              </a:rPr>
              <a:t>Content</a:t>
            </a:r>
          </a:p>
        </p:txBody>
      </p:sp>
      <p:sp>
        <p:nvSpPr>
          <p:cNvPr id="9" name="Rectangle 8">
            <a:extLst>
              <a:ext uri="{FF2B5EF4-FFF2-40B4-BE49-F238E27FC236}">
                <a16:creationId xmlns:a16="http://schemas.microsoft.com/office/drawing/2014/main" id="{4CB6A9D3-53F1-ADA8-3B5F-47D41BB441EE}"/>
              </a:ext>
            </a:extLst>
          </p:cNvPr>
          <p:cNvSpPr/>
          <p:nvPr/>
        </p:nvSpPr>
        <p:spPr>
          <a:xfrm>
            <a:off x="-13514910" y="7198534"/>
            <a:ext cx="12908280" cy="3030346"/>
          </a:xfrm>
          <a:prstGeom prst="rect">
            <a:avLst/>
          </a:prstGeom>
          <a:solidFill>
            <a:srgbClr val="FFC000"/>
          </a:solidFill>
          <a:ln>
            <a:noFill/>
          </a:ln>
          <a:effectLst>
            <a:softEdge rad="2159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8" name="Rectangle 7">
            <a:extLst>
              <a:ext uri="{FF2B5EF4-FFF2-40B4-BE49-F238E27FC236}">
                <a16:creationId xmlns:a16="http://schemas.microsoft.com/office/drawing/2014/main" id="{580E55E4-AD20-4A81-CDE7-1528FDC6E051}"/>
              </a:ext>
            </a:extLst>
          </p:cNvPr>
          <p:cNvSpPr/>
          <p:nvPr/>
        </p:nvSpPr>
        <p:spPr>
          <a:xfrm>
            <a:off x="-13514910" y="-2432830"/>
            <a:ext cx="12908280" cy="2411447"/>
          </a:xfrm>
          <a:prstGeom prst="rect">
            <a:avLst/>
          </a:prstGeom>
          <a:solidFill>
            <a:srgbClr val="FFC000"/>
          </a:solidFill>
          <a:ln>
            <a:noFill/>
          </a:ln>
          <a:effectLst>
            <a:softEdge rad="2159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31" name="Group 30">
            <a:extLst>
              <a:ext uri="{FF2B5EF4-FFF2-40B4-BE49-F238E27FC236}">
                <a16:creationId xmlns:a16="http://schemas.microsoft.com/office/drawing/2014/main" id="{6DB57E56-E85E-389B-BEB7-B7CA814FC486}"/>
              </a:ext>
            </a:extLst>
          </p:cNvPr>
          <p:cNvGrpSpPr/>
          <p:nvPr/>
        </p:nvGrpSpPr>
        <p:grpSpPr>
          <a:xfrm>
            <a:off x="8695656" y="7444040"/>
            <a:ext cx="3111918" cy="12190023"/>
            <a:chOff x="503251" y="686803"/>
            <a:chExt cx="3111918" cy="12190023"/>
          </a:xfrm>
        </p:grpSpPr>
        <p:grpSp>
          <p:nvGrpSpPr>
            <p:cNvPr id="39" name="Group 38">
              <a:extLst>
                <a:ext uri="{FF2B5EF4-FFF2-40B4-BE49-F238E27FC236}">
                  <a16:creationId xmlns:a16="http://schemas.microsoft.com/office/drawing/2014/main" id="{E55BF176-9333-3DE9-E42F-257822CF7670}"/>
                </a:ext>
              </a:extLst>
            </p:cNvPr>
            <p:cNvGrpSpPr/>
            <p:nvPr/>
          </p:nvGrpSpPr>
          <p:grpSpPr>
            <a:xfrm>
              <a:off x="503251" y="686803"/>
              <a:ext cx="2252938" cy="12190023"/>
              <a:chOff x="1129831" y="-2607606"/>
              <a:chExt cx="2252938" cy="12190023"/>
            </a:xfrm>
            <a:effectLst>
              <a:outerShdw blurRad="228600" dist="76200" dir="7620000" algn="ctr" rotWithShape="0">
                <a:srgbClr val="000000">
                  <a:alpha val="81000"/>
                </a:srgbClr>
              </a:outerShdw>
            </a:effectLst>
            <a:scene3d>
              <a:camera prst="orthographicFront">
                <a:rot lat="0" lon="0" rev="0"/>
              </a:camera>
              <a:lightRig rig="threePt" dir="t"/>
            </a:scene3d>
          </p:grpSpPr>
          <p:sp>
            <p:nvSpPr>
              <p:cNvPr id="45" name="Freeform: Shape 44">
                <a:extLst>
                  <a:ext uri="{FF2B5EF4-FFF2-40B4-BE49-F238E27FC236}">
                    <a16:creationId xmlns:a16="http://schemas.microsoft.com/office/drawing/2014/main" id="{A1683725-C359-3E64-A5F5-09C337B18C33}"/>
                  </a:ext>
                </a:extLst>
              </p:cNvPr>
              <p:cNvSpPr/>
              <p:nvPr/>
            </p:nvSpPr>
            <p:spPr>
              <a:xfrm rot="18900000">
                <a:off x="2054245" y="3149353"/>
                <a:ext cx="449222" cy="753409"/>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6" name="Freeform: Shape 45">
                <a:extLst>
                  <a:ext uri="{FF2B5EF4-FFF2-40B4-BE49-F238E27FC236}">
                    <a16:creationId xmlns:a16="http://schemas.microsoft.com/office/drawing/2014/main" id="{2E34FB7B-B6D9-BEA2-9C94-4ACEA113ABFC}"/>
                  </a:ext>
                </a:extLst>
              </p:cNvPr>
              <p:cNvSpPr/>
              <p:nvPr/>
            </p:nvSpPr>
            <p:spPr>
              <a:xfrm rot="18900000">
                <a:off x="2004188" y="-1066606"/>
                <a:ext cx="449222" cy="830275"/>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7" name="Freeform: Shape 46">
                <a:extLst>
                  <a:ext uri="{FF2B5EF4-FFF2-40B4-BE49-F238E27FC236}">
                    <a16:creationId xmlns:a16="http://schemas.microsoft.com/office/drawing/2014/main" id="{465F8400-6321-9E2D-EAE9-4F3C12411C6B}"/>
                  </a:ext>
                </a:extLst>
              </p:cNvPr>
              <p:cNvSpPr/>
              <p:nvPr/>
            </p:nvSpPr>
            <p:spPr>
              <a:xfrm rot="18900000">
                <a:off x="1299576" y="-2607606"/>
                <a:ext cx="1908313" cy="1908314"/>
              </a:xfrm>
              <a:custGeom>
                <a:avLst/>
                <a:gdLst>
                  <a:gd name="connsiteX0" fmla="*/ 1850089 w 1908313"/>
                  <a:gd name="connsiteY0" fmla="*/ 58225 h 1908314"/>
                  <a:gd name="connsiteX1" fmla="*/ 1908313 w 1908313"/>
                  <a:gd name="connsiteY1" fmla="*/ 198790 h 1908314"/>
                  <a:gd name="connsiteX2" fmla="*/ 1908313 w 1908313"/>
                  <a:gd name="connsiteY2" fmla="*/ 1709525 h 1908314"/>
                  <a:gd name="connsiteX3" fmla="*/ 1709524 w 1908313"/>
                  <a:gd name="connsiteY3" fmla="*/ 1908314 h 1908314"/>
                  <a:gd name="connsiteX4" fmla="*/ 575069 w 1908313"/>
                  <a:gd name="connsiteY4" fmla="*/ 1908314 h 1908314"/>
                  <a:gd name="connsiteX5" fmla="*/ 561771 w 1908313"/>
                  <a:gd name="connsiteY5" fmla="*/ 1480433 h 1908314"/>
                  <a:gd name="connsiteX6" fmla="*/ 1365107 w 1908313"/>
                  <a:gd name="connsiteY6" fmla="*/ 1480433 h 1908314"/>
                  <a:gd name="connsiteX7" fmla="*/ 1474802 w 1908313"/>
                  <a:gd name="connsiteY7" fmla="*/ 1370738 h 1908314"/>
                  <a:gd name="connsiteX8" fmla="*/ 1474802 w 1908313"/>
                  <a:gd name="connsiteY8" fmla="*/ 537090 h 1908314"/>
                  <a:gd name="connsiteX9" fmla="*/ 1365107 w 1908313"/>
                  <a:gd name="connsiteY9" fmla="*/ 427395 h 1908314"/>
                  <a:gd name="connsiteX10" fmla="*/ 531459 w 1908313"/>
                  <a:gd name="connsiteY10" fmla="*/ 427395 h 1908314"/>
                  <a:gd name="connsiteX11" fmla="*/ 421764 w 1908313"/>
                  <a:gd name="connsiteY11" fmla="*/ 537090 h 1908314"/>
                  <a:gd name="connsiteX12" fmla="*/ 421764 w 1908313"/>
                  <a:gd name="connsiteY12" fmla="*/ 1370739 h 1908314"/>
                  <a:gd name="connsiteX13" fmla="*/ 430385 w 1908313"/>
                  <a:gd name="connsiteY13" fmla="*/ 1413436 h 1908314"/>
                  <a:gd name="connsiteX14" fmla="*/ 437581 w 1908313"/>
                  <a:gd name="connsiteY14" fmla="*/ 1424110 h 1908314"/>
                  <a:gd name="connsiteX15" fmla="*/ 442252 w 1908313"/>
                  <a:gd name="connsiteY15" fmla="*/ 1574404 h 1908314"/>
                  <a:gd name="connsiteX16" fmla="*/ 441823 w 1908313"/>
                  <a:gd name="connsiteY16" fmla="*/ 1572278 h 1908314"/>
                  <a:gd name="connsiteX17" fmla="*/ 258656 w 1908313"/>
                  <a:gd name="connsiteY17" fmla="*/ 1450867 h 1908314"/>
                  <a:gd name="connsiteX18" fmla="*/ 3408 w 1908313"/>
                  <a:gd name="connsiteY18" fmla="*/ 1450867 h 1908314"/>
                  <a:gd name="connsiteX19" fmla="*/ 0 w 1908313"/>
                  <a:gd name="connsiteY19" fmla="*/ 1341225 h 1908314"/>
                  <a:gd name="connsiteX20" fmla="*/ 0 w 1908313"/>
                  <a:gd name="connsiteY20" fmla="*/ 198790 h 1908314"/>
                  <a:gd name="connsiteX21" fmla="*/ 198789 w 1908313"/>
                  <a:gd name="connsiteY21" fmla="*/ 1 h 1908314"/>
                  <a:gd name="connsiteX22" fmla="*/ 1709524 w 1908313"/>
                  <a:gd name="connsiteY22" fmla="*/ 1 h 1908314"/>
                  <a:gd name="connsiteX23" fmla="*/ 1850089 w 1908313"/>
                  <a:gd name="connsiteY23" fmla="*/ 58225 h 190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4">
                    <a:moveTo>
                      <a:pt x="1850089" y="58225"/>
                    </a:moveTo>
                    <a:cubicBezTo>
                      <a:pt x="1886063" y="94198"/>
                      <a:pt x="1908313" y="143896"/>
                      <a:pt x="1908313" y="198790"/>
                    </a:cubicBezTo>
                    <a:lnTo>
                      <a:pt x="1908313" y="1709525"/>
                    </a:lnTo>
                    <a:cubicBezTo>
                      <a:pt x="1908313" y="1819312"/>
                      <a:pt x="1819312" y="1908313"/>
                      <a:pt x="1709524" y="1908314"/>
                    </a:cubicBezTo>
                    <a:lnTo>
                      <a:pt x="575069" y="1908314"/>
                    </a:lnTo>
                    <a:lnTo>
                      <a:pt x="561771" y="1480433"/>
                    </a:lnTo>
                    <a:lnTo>
                      <a:pt x="1365107" y="1480433"/>
                    </a:lnTo>
                    <a:cubicBezTo>
                      <a:pt x="1425690" y="1480433"/>
                      <a:pt x="1474802" y="1431321"/>
                      <a:pt x="1474802" y="1370738"/>
                    </a:cubicBezTo>
                    <a:lnTo>
                      <a:pt x="1474802" y="537090"/>
                    </a:lnTo>
                    <a:cubicBezTo>
                      <a:pt x="1474802" y="476507"/>
                      <a:pt x="1425691" y="427395"/>
                      <a:pt x="1365107" y="427395"/>
                    </a:cubicBezTo>
                    <a:lnTo>
                      <a:pt x="531459" y="427395"/>
                    </a:lnTo>
                    <a:cubicBezTo>
                      <a:pt x="470876" y="427395"/>
                      <a:pt x="421764" y="476507"/>
                      <a:pt x="421764" y="537090"/>
                    </a:cubicBezTo>
                    <a:lnTo>
                      <a:pt x="421764" y="1370739"/>
                    </a:lnTo>
                    <a:cubicBezTo>
                      <a:pt x="421764" y="1385884"/>
                      <a:pt x="424834" y="1400313"/>
                      <a:pt x="430385" y="1413436"/>
                    </a:cubicBezTo>
                    <a:lnTo>
                      <a:pt x="437581" y="1424110"/>
                    </a:lnTo>
                    <a:lnTo>
                      <a:pt x="442252" y="1574404"/>
                    </a:lnTo>
                    <a:lnTo>
                      <a:pt x="441823" y="1572278"/>
                    </a:lnTo>
                    <a:cubicBezTo>
                      <a:pt x="411645" y="1500930"/>
                      <a:pt x="340997" y="1450867"/>
                      <a:pt x="258656" y="1450867"/>
                    </a:cubicBezTo>
                    <a:lnTo>
                      <a:pt x="3408" y="1450867"/>
                    </a:lnTo>
                    <a:lnTo>
                      <a:pt x="0" y="1341225"/>
                    </a:lnTo>
                    <a:lnTo>
                      <a:pt x="0" y="198790"/>
                    </a:lnTo>
                    <a:cubicBezTo>
                      <a:pt x="0" y="89001"/>
                      <a:pt x="89001" y="0"/>
                      <a:pt x="198789" y="1"/>
                    </a:cubicBezTo>
                    <a:lnTo>
                      <a:pt x="1709524" y="1"/>
                    </a:lnTo>
                    <a:cubicBezTo>
                      <a:pt x="1764418" y="0"/>
                      <a:pt x="1814115" y="22251"/>
                      <a:pt x="1850089" y="58225"/>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8" name="Freeform: Shape 47">
                <a:extLst>
                  <a:ext uri="{FF2B5EF4-FFF2-40B4-BE49-F238E27FC236}">
                    <a16:creationId xmlns:a16="http://schemas.microsoft.com/office/drawing/2014/main" id="{ECADFDCC-E677-B14E-1A86-823EBEF4512E}"/>
                  </a:ext>
                </a:extLst>
              </p:cNvPr>
              <p:cNvSpPr/>
              <p:nvPr/>
            </p:nvSpPr>
            <p:spPr>
              <a:xfrm rot="18900000">
                <a:off x="2007074" y="7298477"/>
                <a:ext cx="449222" cy="604820"/>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9" name="Freeform: Shape 48">
                <a:extLst>
                  <a:ext uri="{FF2B5EF4-FFF2-40B4-BE49-F238E27FC236}">
                    <a16:creationId xmlns:a16="http://schemas.microsoft.com/office/drawing/2014/main" id="{B232D2B8-136E-F47A-D7A4-582F6D0A9B22}"/>
                  </a:ext>
                </a:extLst>
              </p:cNvPr>
              <p:cNvSpPr/>
              <p:nvPr/>
            </p:nvSpPr>
            <p:spPr>
              <a:xfrm rot="18900000">
                <a:off x="2041265" y="5193291"/>
                <a:ext cx="438308" cy="752915"/>
              </a:xfrm>
              <a:custGeom>
                <a:avLst/>
                <a:gdLst>
                  <a:gd name="connsiteX0" fmla="*/ 384675 w 438308"/>
                  <a:gd name="connsiteY0" fmla="*/ 58224 h 475665"/>
                  <a:gd name="connsiteX1" fmla="*/ 427276 w 438308"/>
                  <a:gd name="connsiteY1" fmla="*/ 121412 h 475665"/>
                  <a:gd name="connsiteX2" fmla="*/ 428729 w 438308"/>
                  <a:gd name="connsiteY2" fmla="*/ 128605 h 475665"/>
                  <a:gd name="connsiteX3" fmla="*/ 438308 w 438308"/>
                  <a:gd name="connsiteY3" fmla="*/ 475665 h 475665"/>
                  <a:gd name="connsiteX4" fmla="*/ 197201 w 438308"/>
                  <a:gd name="connsiteY4" fmla="*/ 475665 h 475665"/>
                  <a:gd name="connsiteX5" fmla="*/ 14033 w 438308"/>
                  <a:gd name="connsiteY5" fmla="*/ 354253 h 475665"/>
                  <a:gd name="connsiteX6" fmla="*/ 3805 w 438308"/>
                  <a:gd name="connsiteY6" fmla="*/ 303589 h 475665"/>
                  <a:gd name="connsiteX7" fmla="*/ 0 w 438308"/>
                  <a:gd name="connsiteY7" fmla="*/ 1 h 475665"/>
                  <a:gd name="connsiteX8" fmla="*/ 244110 w 438308"/>
                  <a:gd name="connsiteY8" fmla="*/ 1 h 475665"/>
                  <a:gd name="connsiteX9" fmla="*/ 384675 w 438308"/>
                  <a:gd name="connsiteY9" fmla="*/ 58224 h 4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8308" h="475665">
                    <a:moveTo>
                      <a:pt x="384675" y="58224"/>
                    </a:moveTo>
                    <a:cubicBezTo>
                      <a:pt x="402662" y="76211"/>
                      <a:pt x="417218" y="97629"/>
                      <a:pt x="427276" y="121412"/>
                    </a:cubicBezTo>
                    <a:lnTo>
                      <a:pt x="428729" y="128605"/>
                    </a:lnTo>
                    <a:lnTo>
                      <a:pt x="438308" y="475665"/>
                    </a:lnTo>
                    <a:lnTo>
                      <a:pt x="197201" y="475665"/>
                    </a:lnTo>
                    <a:cubicBezTo>
                      <a:pt x="114860" y="475665"/>
                      <a:pt x="44211" y="425602"/>
                      <a:pt x="14033" y="354253"/>
                    </a:cubicBezTo>
                    <a:lnTo>
                      <a:pt x="3805" y="303589"/>
                    </a:lnTo>
                    <a:lnTo>
                      <a:pt x="0" y="1"/>
                    </a:lnTo>
                    <a:lnTo>
                      <a:pt x="244110" y="1"/>
                    </a:lnTo>
                    <a:cubicBezTo>
                      <a:pt x="299004" y="-1"/>
                      <a:pt x="348701" y="22250"/>
                      <a:pt x="384675"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0" name="Freeform: Shape 49">
                <a:extLst>
                  <a:ext uri="{FF2B5EF4-FFF2-40B4-BE49-F238E27FC236}">
                    <a16:creationId xmlns:a16="http://schemas.microsoft.com/office/drawing/2014/main" id="{F090A95E-4265-32A5-C0DE-585C52D7643B}"/>
                  </a:ext>
                </a:extLst>
              </p:cNvPr>
              <p:cNvSpPr/>
              <p:nvPr/>
            </p:nvSpPr>
            <p:spPr>
              <a:xfrm rot="18900000">
                <a:off x="1886938" y="5461917"/>
                <a:ext cx="1588" cy="92397"/>
              </a:xfrm>
              <a:custGeom>
                <a:avLst/>
                <a:gdLst>
                  <a:gd name="connsiteX0" fmla="*/ 431 w 1588"/>
                  <a:gd name="connsiteY0" fmla="*/ 0 h 92397"/>
                  <a:gd name="connsiteX1" fmla="*/ 1588 w 1588"/>
                  <a:gd name="connsiteY1" fmla="*/ 92397 h 92397"/>
                  <a:gd name="connsiteX2" fmla="*/ 0 w 1588"/>
                  <a:gd name="connsiteY2" fmla="*/ 92397 h 92397"/>
                  <a:gd name="connsiteX3" fmla="*/ 0 w 1588"/>
                  <a:gd name="connsiteY3" fmla="*/ 6 h 92397"/>
                  <a:gd name="connsiteX4" fmla="*/ 431 w 1588"/>
                  <a:gd name="connsiteY4" fmla="*/ 0 h 92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 h="92397">
                    <a:moveTo>
                      <a:pt x="431" y="0"/>
                    </a:moveTo>
                    <a:lnTo>
                      <a:pt x="1588" y="92397"/>
                    </a:lnTo>
                    <a:lnTo>
                      <a:pt x="0" y="92397"/>
                    </a:lnTo>
                    <a:lnTo>
                      <a:pt x="0" y="6"/>
                    </a:lnTo>
                    <a:lnTo>
                      <a:pt x="43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1" name="Freeform: Shape 50">
                <a:extLst>
                  <a:ext uri="{FF2B5EF4-FFF2-40B4-BE49-F238E27FC236}">
                    <a16:creationId xmlns:a16="http://schemas.microsoft.com/office/drawing/2014/main" id="{7E5E229D-E64E-37A9-0645-EF0336032C84}"/>
                  </a:ext>
                </a:extLst>
              </p:cNvPr>
              <p:cNvSpPr/>
              <p:nvPr/>
            </p:nvSpPr>
            <p:spPr>
              <a:xfrm rot="18900000">
                <a:off x="2601109" y="5550703"/>
                <a:ext cx="4591" cy="97710"/>
              </a:xfrm>
              <a:custGeom>
                <a:avLst/>
                <a:gdLst>
                  <a:gd name="connsiteX0" fmla="*/ 4591 w 4591"/>
                  <a:gd name="connsiteY0" fmla="*/ 0 h 97710"/>
                  <a:gd name="connsiteX1" fmla="*/ 4591 w 4591"/>
                  <a:gd name="connsiteY1" fmla="*/ 97658 h 97710"/>
                  <a:gd name="connsiteX2" fmla="*/ 2697 w 4591"/>
                  <a:gd name="connsiteY2" fmla="*/ 97710 h 97710"/>
                  <a:gd name="connsiteX3" fmla="*/ 0 w 4591"/>
                  <a:gd name="connsiteY3" fmla="*/ 0 h 97710"/>
                  <a:gd name="connsiteX4" fmla="*/ 4591 w 4591"/>
                  <a:gd name="connsiteY4" fmla="*/ 0 h 97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1" h="97710">
                    <a:moveTo>
                      <a:pt x="4591" y="0"/>
                    </a:moveTo>
                    <a:lnTo>
                      <a:pt x="4591" y="97658"/>
                    </a:lnTo>
                    <a:lnTo>
                      <a:pt x="2697" y="97710"/>
                    </a:lnTo>
                    <a:lnTo>
                      <a:pt x="0" y="0"/>
                    </a:lnTo>
                    <a:lnTo>
                      <a:pt x="459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2" name="Freeform: Shape 51">
                <a:extLst>
                  <a:ext uri="{FF2B5EF4-FFF2-40B4-BE49-F238E27FC236}">
                    <a16:creationId xmlns:a16="http://schemas.microsoft.com/office/drawing/2014/main" id="{B04696CA-E661-423D-52F2-F029567CBF72}"/>
                  </a:ext>
                </a:extLst>
              </p:cNvPr>
              <p:cNvSpPr/>
              <p:nvPr/>
            </p:nvSpPr>
            <p:spPr>
              <a:xfrm rot="18900000">
                <a:off x="1922453" y="3642829"/>
                <a:ext cx="1316334" cy="1582646"/>
              </a:xfrm>
              <a:custGeom>
                <a:avLst/>
                <a:gdLst>
                  <a:gd name="connsiteX0" fmla="*/ 1311519 w 1316334"/>
                  <a:gd name="connsiteY0" fmla="*/ 131780 h 1582646"/>
                  <a:gd name="connsiteX1" fmla="*/ 1314529 w 1316334"/>
                  <a:gd name="connsiteY1" fmla="*/ 228660 h 1582646"/>
                  <a:gd name="connsiteX2" fmla="*/ 1316334 w 1316334"/>
                  <a:gd name="connsiteY2" fmla="*/ 228603 h 1582646"/>
                  <a:gd name="connsiteX3" fmla="*/ 1316334 w 1316334"/>
                  <a:gd name="connsiteY3" fmla="*/ 1383857 h 1582646"/>
                  <a:gd name="connsiteX4" fmla="*/ 1117545 w 1316334"/>
                  <a:gd name="connsiteY4" fmla="*/ 1582646 h 1582646"/>
                  <a:gd name="connsiteX5" fmla="*/ 11809 w 1316334"/>
                  <a:gd name="connsiteY5" fmla="*/ 1582646 h 1582646"/>
                  <a:gd name="connsiteX6" fmla="*/ 0 w 1316334"/>
                  <a:gd name="connsiteY6" fmla="*/ 1154766 h 1582646"/>
                  <a:gd name="connsiteX7" fmla="*/ 773127 w 1316334"/>
                  <a:gd name="connsiteY7" fmla="*/ 1154766 h 1582646"/>
                  <a:gd name="connsiteX8" fmla="*/ 882822 w 1316334"/>
                  <a:gd name="connsiteY8" fmla="*/ 1045069 h 1582646"/>
                  <a:gd name="connsiteX9" fmla="*/ 882823 w 1316334"/>
                  <a:gd name="connsiteY9" fmla="*/ 211422 h 1582646"/>
                  <a:gd name="connsiteX10" fmla="*/ 877169 w 1316334"/>
                  <a:gd name="connsiteY10" fmla="*/ 183417 h 1582646"/>
                  <a:gd name="connsiteX11" fmla="*/ 878117 w 1316334"/>
                  <a:gd name="connsiteY11" fmla="*/ 183388 h 1582646"/>
                  <a:gd name="connsiteX12" fmla="*/ 872418 w 1316334"/>
                  <a:gd name="connsiteY12" fmla="*/ 0 h 1582646"/>
                  <a:gd name="connsiteX13" fmla="*/ 874511 w 1316334"/>
                  <a:gd name="connsiteY13" fmla="*/ 10367 h 1582646"/>
                  <a:gd name="connsiteX14" fmla="*/ 1057678 w 1316334"/>
                  <a:gd name="connsiteY14" fmla="*/ 131780 h 1582646"/>
                  <a:gd name="connsiteX15" fmla="*/ 1311519 w 1316334"/>
                  <a:gd name="connsiteY15" fmla="*/ 131780 h 1582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6334" h="1582646">
                    <a:moveTo>
                      <a:pt x="1311519" y="131780"/>
                    </a:moveTo>
                    <a:lnTo>
                      <a:pt x="1314529" y="228660"/>
                    </a:lnTo>
                    <a:lnTo>
                      <a:pt x="1316334" y="228603"/>
                    </a:lnTo>
                    <a:lnTo>
                      <a:pt x="1316334" y="1383857"/>
                    </a:lnTo>
                    <a:cubicBezTo>
                      <a:pt x="1316333" y="1493645"/>
                      <a:pt x="1227333" y="1582645"/>
                      <a:pt x="1117545" y="1582646"/>
                    </a:cubicBezTo>
                    <a:lnTo>
                      <a:pt x="11809" y="1582646"/>
                    </a:lnTo>
                    <a:lnTo>
                      <a:pt x="0" y="1154766"/>
                    </a:lnTo>
                    <a:lnTo>
                      <a:pt x="773127" y="1154766"/>
                    </a:lnTo>
                    <a:cubicBezTo>
                      <a:pt x="833711" y="1154766"/>
                      <a:pt x="882823" y="1105654"/>
                      <a:pt x="882822" y="1045069"/>
                    </a:cubicBezTo>
                    <a:lnTo>
                      <a:pt x="882823" y="211422"/>
                    </a:lnTo>
                    <a:lnTo>
                      <a:pt x="877169" y="183417"/>
                    </a:lnTo>
                    <a:lnTo>
                      <a:pt x="878117" y="183388"/>
                    </a:lnTo>
                    <a:lnTo>
                      <a:pt x="872418" y="0"/>
                    </a:lnTo>
                    <a:lnTo>
                      <a:pt x="874511" y="10367"/>
                    </a:lnTo>
                    <a:cubicBezTo>
                      <a:pt x="904689" y="81716"/>
                      <a:pt x="975337" y="131779"/>
                      <a:pt x="1057678" y="131780"/>
                    </a:cubicBezTo>
                    <a:lnTo>
                      <a:pt x="1311519" y="13178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3" name="Freeform: Shape 52">
                <a:extLst>
                  <a:ext uri="{FF2B5EF4-FFF2-40B4-BE49-F238E27FC236}">
                    <a16:creationId xmlns:a16="http://schemas.microsoft.com/office/drawing/2014/main" id="{9AE625DE-C071-3626-F7E6-604B19D256DA}"/>
                  </a:ext>
                </a:extLst>
              </p:cNvPr>
              <p:cNvSpPr/>
              <p:nvPr/>
            </p:nvSpPr>
            <p:spPr>
              <a:xfrm rot="18900000">
                <a:off x="1261799" y="3824095"/>
                <a:ext cx="1345120" cy="1561254"/>
              </a:xfrm>
              <a:custGeom>
                <a:avLst/>
                <a:gdLst>
                  <a:gd name="connsiteX0" fmla="*/ 1331836 w 1345120"/>
                  <a:gd name="connsiteY0" fmla="*/ 0 h 1561254"/>
                  <a:gd name="connsiteX1" fmla="*/ 1345120 w 1345120"/>
                  <a:gd name="connsiteY1" fmla="*/ 427395 h 1561254"/>
                  <a:gd name="connsiteX2" fmla="*/ 531459 w 1345120"/>
                  <a:gd name="connsiteY2" fmla="*/ 427395 h 1561254"/>
                  <a:gd name="connsiteX3" fmla="*/ 421764 w 1345120"/>
                  <a:gd name="connsiteY3" fmla="*/ 537091 h 1561254"/>
                  <a:gd name="connsiteX4" fmla="*/ 421764 w 1345120"/>
                  <a:gd name="connsiteY4" fmla="*/ 1370739 h 1561254"/>
                  <a:gd name="connsiteX5" fmla="*/ 425580 w 1345120"/>
                  <a:gd name="connsiteY5" fmla="*/ 1389640 h 1561254"/>
                  <a:gd name="connsiteX6" fmla="*/ 430317 w 1345120"/>
                  <a:gd name="connsiteY6" fmla="*/ 1561254 h 1561254"/>
                  <a:gd name="connsiteX7" fmla="*/ 428864 w 1345120"/>
                  <a:gd name="connsiteY7" fmla="*/ 1554061 h 1561254"/>
                  <a:gd name="connsiteX8" fmla="*/ 386263 w 1345120"/>
                  <a:gd name="connsiteY8" fmla="*/ 1490873 h 1561254"/>
                  <a:gd name="connsiteX9" fmla="*/ 245698 w 1345120"/>
                  <a:gd name="connsiteY9" fmla="*/ 1432650 h 1561254"/>
                  <a:gd name="connsiteX10" fmla="*/ 1588 w 1345120"/>
                  <a:gd name="connsiteY10" fmla="*/ 1432650 h 1561254"/>
                  <a:gd name="connsiteX11" fmla="*/ 431 w 1345120"/>
                  <a:gd name="connsiteY11" fmla="*/ 1340253 h 1561254"/>
                  <a:gd name="connsiteX12" fmla="*/ 0 w 1345120"/>
                  <a:gd name="connsiteY12" fmla="*/ 1340259 h 1561254"/>
                  <a:gd name="connsiteX13" fmla="*/ 0 w 1345120"/>
                  <a:gd name="connsiteY13" fmla="*/ 198790 h 1561254"/>
                  <a:gd name="connsiteX14" fmla="*/ 198789 w 1345120"/>
                  <a:gd name="connsiteY14" fmla="*/ 1 h 1561254"/>
                  <a:gd name="connsiteX15" fmla="*/ 1331836 w 1345120"/>
                  <a:gd name="connsiteY15" fmla="*/ 0 h 1561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5120" h="1561254">
                    <a:moveTo>
                      <a:pt x="1331836" y="0"/>
                    </a:moveTo>
                    <a:lnTo>
                      <a:pt x="1345120" y="427395"/>
                    </a:lnTo>
                    <a:lnTo>
                      <a:pt x="531459" y="427395"/>
                    </a:lnTo>
                    <a:cubicBezTo>
                      <a:pt x="470876" y="427395"/>
                      <a:pt x="421764" y="476508"/>
                      <a:pt x="421764" y="537091"/>
                    </a:cubicBezTo>
                    <a:lnTo>
                      <a:pt x="421764" y="1370739"/>
                    </a:lnTo>
                    <a:lnTo>
                      <a:pt x="425580" y="1389640"/>
                    </a:lnTo>
                    <a:lnTo>
                      <a:pt x="430317" y="1561254"/>
                    </a:lnTo>
                    <a:lnTo>
                      <a:pt x="428864" y="1554061"/>
                    </a:lnTo>
                    <a:cubicBezTo>
                      <a:pt x="418806" y="1530278"/>
                      <a:pt x="404250" y="1508860"/>
                      <a:pt x="386263" y="1490873"/>
                    </a:cubicBezTo>
                    <a:cubicBezTo>
                      <a:pt x="350289" y="1454899"/>
                      <a:pt x="300592" y="1432648"/>
                      <a:pt x="245698" y="1432650"/>
                    </a:cubicBezTo>
                    <a:lnTo>
                      <a:pt x="1588" y="1432650"/>
                    </a:lnTo>
                    <a:lnTo>
                      <a:pt x="431" y="1340253"/>
                    </a:lnTo>
                    <a:lnTo>
                      <a:pt x="0" y="1340259"/>
                    </a:lnTo>
                    <a:lnTo>
                      <a:pt x="0" y="198790"/>
                    </a:lnTo>
                    <a:cubicBezTo>
                      <a:pt x="0" y="89002"/>
                      <a:pt x="89001" y="1"/>
                      <a:pt x="198789" y="1"/>
                    </a:cubicBezTo>
                    <a:lnTo>
                      <a:pt x="1331836"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4" name="Freeform: Shape 53">
                <a:extLst>
                  <a:ext uri="{FF2B5EF4-FFF2-40B4-BE49-F238E27FC236}">
                    <a16:creationId xmlns:a16="http://schemas.microsoft.com/office/drawing/2014/main" id="{BA8C50D8-1EB6-03A6-7442-3C0E59DEB26B}"/>
                  </a:ext>
                </a:extLst>
              </p:cNvPr>
              <p:cNvSpPr/>
              <p:nvPr/>
            </p:nvSpPr>
            <p:spPr>
              <a:xfrm rot="18900000">
                <a:off x="2435684" y="5272165"/>
                <a:ext cx="14170" cy="347060"/>
              </a:xfrm>
              <a:custGeom>
                <a:avLst/>
                <a:gdLst>
                  <a:gd name="connsiteX0" fmla="*/ 0 w 14170"/>
                  <a:gd name="connsiteY0" fmla="*/ 0 h 347060"/>
                  <a:gd name="connsiteX1" fmla="*/ 14170 w 14170"/>
                  <a:gd name="connsiteY1" fmla="*/ 70185 h 347060"/>
                  <a:gd name="connsiteX2" fmla="*/ 14170 w 14170"/>
                  <a:gd name="connsiteY2" fmla="*/ 347060 h 347060"/>
                  <a:gd name="connsiteX3" fmla="*/ 9579 w 14170"/>
                  <a:gd name="connsiteY3" fmla="*/ 347060 h 347060"/>
                  <a:gd name="connsiteX4" fmla="*/ 0 w 14170"/>
                  <a:gd name="connsiteY4" fmla="*/ 0 h 34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70" h="347060">
                    <a:moveTo>
                      <a:pt x="0" y="0"/>
                    </a:moveTo>
                    <a:lnTo>
                      <a:pt x="14170" y="70185"/>
                    </a:lnTo>
                    <a:lnTo>
                      <a:pt x="14170" y="347060"/>
                    </a:lnTo>
                    <a:lnTo>
                      <a:pt x="9579" y="347060"/>
                    </a:lnTo>
                    <a:lnTo>
                      <a:pt x="0"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5" name="Freeform: Shape 54">
                <a:extLst>
                  <a:ext uri="{FF2B5EF4-FFF2-40B4-BE49-F238E27FC236}">
                    <a16:creationId xmlns:a16="http://schemas.microsoft.com/office/drawing/2014/main" id="{AD381D1F-5735-DD33-253B-07CCCA501E7C}"/>
                  </a:ext>
                </a:extLst>
              </p:cNvPr>
              <p:cNvSpPr/>
              <p:nvPr/>
            </p:nvSpPr>
            <p:spPr>
              <a:xfrm rot="18900000">
                <a:off x="2026383" y="5494977"/>
                <a:ext cx="5393" cy="303588"/>
              </a:xfrm>
              <a:custGeom>
                <a:avLst/>
                <a:gdLst>
                  <a:gd name="connsiteX0" fmla="*/ 1588 w 5393"/>
                  <a:gd name="connsiteY0" fmla="*/ 0 h 303588"/>
                  <a:gd name="connsiteX1" fmla="*/ 5393 w 5393"/>
                  <a:gd name="connsiteY1" fmla="*/ 303588 h 303588"/>
                  <a:gd name="connsiteX2" fmla="*/ 0 w 5393"/>
                  <a:gd name="connsiteY2" fmla="*/ 276875 h 303588"/>
                  <a:gd name="connsiteX3" fmla="*/ 0 w 5393"/>
                  <a:gd name="connsiteY3" fmla="*/ 0 h 303588"/>
                  <a:gd name="connsiteX4" fmla="*/ 1588 w 5393"/>
                  <a:gd name="connsiteY4" fmla="*/ 0 h 303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3" h="303588">
                    <a:moveTo>
                      <a:pt x="1588" y="0"/>
                    </a:moveTo>
                    <a:lnTo>
                      <a:pt x="5393" y="303588"/>
                    </a:lnTo>
                    <a:lnTo>
                      <a:pt x="0" y="276875"/>
                    </a:lnTo>
                    <a:lnTo>
                      <a:pt x="0" y="0"/>
                    </a:lnTo>
                    <a:lnTo>
                      <a:pt x="1588"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6" name="Freeform: Shape 55">
                <a:extLst>
                  <a:ext uri="{FF2B5EF4-FFF2-40B4-BE49-F238E27FC236}">
                    <a16:creationId xmlns:a16="http://schemas.microsoft.com/office/drawing/2014/main" id="{0A4B2148-BAA0-E89E-5C81-9D6D025A333F}"/>
                  </a:ext>
                </a:extLst>
              </p:cNvPr>
              <p:cNvSpPr/>
              <p:nvPr/>
            </p:nvSpPr>
            <p:spPr>
              <a:xfrm rot="18900000">
                <a:off x="1866818" y="5682781"/>
                <a:ext cx="1346542" cy="1604725"/>
              </a:xfrm>
              <a:custGeom>
                <a:avLst/>
                <a:gdLst>
                  <a:gd name="connsiteX0" fmla="*/ 1341951 w 1346542"/>
                  <a:gd name="connsiteY0" fmla="*/ 172076 h 1604725"/>
                  <a:gd name="connsiteX1" fmla="*/ 1344648 w 1346542"/>
                  <a:gd name="connsiteY1" fmla="*/ 269786 h 1604725"/>
                  <a:gd name="connsiteX2" fmla="*/ 1346542 w 1346542"/>
                  <a:gd name="connsiteY2" fmla="*/ 269734 h 1604725"/>
                  <a:gd name="connsiteX3" fmla="*/ 1346542 w 1346542"/>
                  <a:gd name="connsiteY3" fmla="*/ 1405936 h 1604725"/>
                  <a:gd name="connsiteX4" fmla="*/ 1147753 w 1346542"/>
                  <a:gd name="connsiteY4" fmla="*/ 1604725 h 1604725"/>
                  <a:gd name="connsiteX5" fmla="*/ 13298 w 1346542"/>
                  <a:gd name="connsiteY5" fmla="*/ 1604724 h 1604725"/>
                  <a:gd name="connsiteX6" fmla="*/ 0 w 1346542"/>
                  <a:gd name="connsiteY6" fmla="*/ 1176844 h 1604725"/>
                  <a:gd name="connsiteX7" fmla="*/ 803336 w 1346542"/>
                  <a:gd name="connsiteY7" fmla="*/ 1176844 h 1604725"/>
                  <a:gd name="connsiteX8" fmla="*/ 913031 w 1346542"/>
                  <a:gd name="connsiteY8" fmla="*/ 1067149 h 1604725"/>
                  <a:gd name="connsiteX9" fmla="*/ 913031 w 1346542"/>
                  <a:gd name="connsiteY9" fmla="*/ 233500 h 1604725"/>
                  <a:gd name="connsiteX10" fmla="*/ 910198 w 1346542"/>
                  <a:gd name="connsiteY10" fmla="*/ 219466 h 1604725"/>
                  <a:gd name="connsiteX11" fmla="*/ 907448 w 1346542"/>
                  <a:gd name="connsiteY11" fmla="*/ 0 h 1604725"/>
                  <a:gd name="connsiteX12" fmla="*/ 917676 w 1346542"/>
                  <a:gd name="connsiteY12" fmla="*/ 50664 h 1604725"/>
                  <a:gd name="connsiteX13" fmla="*/ 1100844 w 1346542"/>
                  <a:gd name="connsiteY13" fmla="*/ 172076 h 1604725"/>
                  <a:gd name="connsiteX14" fmla="*/ 1341951 w 1346542"/>
                  <a:gd name="connsiteY14" fmla="*/ 172076 h 1604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6542" h="1604725">
                    <a:moveTo>
                      <a:pt x="1341951" y="172076"/>
                    </a:moveTo>
                    <a:lnTo>
                      <a:pt x="1344648" y="269786"/>
                    </a:lnTo>
                    <a:lnTo>
                      <a:pt x="1346542" y="269734"/>
                    </a:lnTo>
                    <a:lnTo>
                      <a:pt x="1346542" y="1405936"/>
                    </a:lnTo>
                    <a:cubicBezTo>
                      <a:pt x="1346542" y="1515722"/>
                      <a:pt x="1257541" y="1604723"/>
                      <a:pt x="1147753" y="1604725"/>
                    </a:cubicBezTo>
                    <a:lnTo>
                      <a:pt x="13298" y="1604724"/>
                    </a:lnTo>
                    <a:lnTo>
                      <a:pt x="0" y="1176844"/>
                    </a:lnTo>
                    <a:lnTo>
                      <a:pt x="803336" y="1176844"/>
                    </a:lnTo>
                    <a:cubicBezTo>
                      <a:pt x="863919" y="1176843"/>
                      <a:pt x="913031" y="1127731"/>
                      <a:pt x="913031" y="1067149"/>
                    </a:cubicBezTo>
                    <a:lnTo>
                      <a:pt x="913031" y="233500"/>
                    </a:lnTo>
                    <a:lnTo>
                      <a:pt x="910198" y="219466"/>
                    </a:lnTo>
                    <a:lnTo>
                      <a:pt x="907448" y="0"/>
                    </a:lnTo>
                    <a:lnTo>
                      <a:pt x="917676" y="50664"/>
                    </a:lnTo>
                    <a:cubicBezTo>
                      <a:pt x="947854" y="122013"/>
                      <a:pt x="1018503" y="172076"/>
                      <a:pt x="1100844" y="172076"/>
                    </a:cubicBezTo>
                    <a:lnTo>
                      <a:pt x="1341951" y="172076"/>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7" name="Freeform: Shape 56">
                <a:extLst>
                  <a:ext uri="{FF2B5EF4-FFF2-40B4-BE49-F238E27FC236}">
                    <a16:creationId xmlns:a16="http://schemas.microsoft.com/office/drawing/2014/main" id="{466F07C8-67C2-1E2A-6C1F-3A94106E98B4}"/>
                  </a:ext>
                </a:extLst>
              </p:cNvPr>
              <p:cNvSpPr/>
              <p:nvPr/>
            </p:nvSpPr>
            <p:spPr>
              <a:xfrm rot="18900000">
                <a:off x="1249997" y="5883791"/>
                <a:ext cx="1306927" cy="1574403"/>
              </a:xfrm>
              <a:custGeom>
                <a:avLst/>
                <a:gdLst>
                  <a:gd name="connsiteX0" fmla="*/ 1301571 w 1306927"/>
                  <a:gd name="connsiteY0" fmla="*/ 1 h 1574403"/>
                  <a:gd name="connsiteX1" fmla="*/ 1306927 w 1306927"/>
                  <a:gd name="connsiteY1" fmla="*/ 427395 h 1574403"/>
                  <a:gd name="connsiteX2" fmla="*/ 531458 w 1306927"/>
                  <a:gd name="connsiteY2" fmla="*/ 427394 h 1574403"/>
                  <a:gd name="connsiteX3" fmla="*/ 421763 w 1306927"/>
                  <a:gd name="connsiteY3" fmla="*/ 537089 h 1574403"/>
                  <a:gd name="connsiteX4" fmla="*/ 421763 w 1306927"/>
                  <a:gd name="connsiteY4" fmla="*/ 1370738 h 1574403"/>
                  <a:gd name="connsiteX5" fmla="*/ 430385 w 1306927"/>
                  <a:gd name="connsiteY5" fmla="*/ 1413436 h 1574403"/>
                  <a:gd name="connsiteX6" fmla="*/ 437581 w 1306927"/>
                  <a:gd name="connsiteY6" fmla="*/ 1424109 h 1574403"/>
                  <a:gd name="connsiteX7" fmla="*/ 442252 w 1306927"/>
                  <a:gd name="connsiteY7" fmla="*/ 1574403 h 1574403"/>
                  <a:gd name="connsiteX8" fmla="*/ 441823 w 1306927"/>
                  <a:gd name="connsiteY8" fmla="*/ 1572277 h 1574403"/>
                  <a:gd name="connsiteX9" fmla="*/ 258656 w 1306927"/>
                  <a:gd name="connsiteY9" fmla="*/ 1450866 h 1574403"/>
                  <a:gd name="connsiteX10" fmla="*/ 3408 w 1306927"/>
                  <a:gd name="connsiteY10" fmla="*/ 1450866 h 1574403"/>
                  <a:gd name="connsiteX11" fmla="*/ 0 w 1306927"/>
                  <a:gd name="connsiteY11" fmla="*/ 1341224 h 1574403"/>
                  <a:gd name="connsiteX12" fmla="*/ 0 w 1306927"/>
                  <a:gd name="connsiteY12" fmla="*/ 198790 h 1574403"/>
                  <a:gd name="connsiteX13" fmla="*/ 198789 w 1306927"/>
                  <a:gd name="connsiteY13" fmla="*/ 1 h 1574403"/>
                  <a:gd name="connsiteX14" fmla="*/ 1301571 w 1306927"/>
                  <a:gd name="connsiteY14" fmla="*/ 1 h 1574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06927" h="1574403">
                    <a:moveTo>
                      <a:pt x="1301571" y="1"/>
                    </a:moveTo>
                    <a:lnTo>
                      <a:pt x="1306927" y="427395"/>
                    </a:lnTo>
                    <a:lnTo>
                      <a:pt x="531458" y="427394"/>
                    </a:lnTo>
                    <a:cubicBezTo>
                      <a:pt x="470876" y="427394"/>
                      <a:pt x="421764" y="476506"/>
                      <a:pt x="421763" y="537089"/>
                    </a:cubicBezTo>
                    <a:lnTo>
                      <a:pt x="421763" y="1370738"/>
                    </a:lnTo>
                    <a:cubicBezTo>
                      <a:pt x="421763" y="1385883"/>
                      <a:pt x="424834" y="1400312"/>
                      <a:pt x="430385" y="1413436"/>
                    </a:cubicBezTo>
                    <a:lnTo>
                      <a:pt x="437581" y="1424109"/>
                    </a:lnTo>
                    <a:lnTo>
                      <a:pt x="442252" y="1574403"/>
                    </a:lnTo>
                    <a:lnTo>
                      <a:pt x="441823" y="1572277"/>
                    </a:lnTo>
                    <a:cubicBezTo>
                      <a:pt x="411645" y="1500930"/>
                      <a:pt x="340997" y="1450866"/>
                      <a:pt x="258656" y="1450866"/>
                    </a:cubicBezTo>
                    <a:lnTo>
                      <a:pt x="3408" y="1450866"/>
                    </a:lnTo>
                    <a:lnTo>
                      <a:pt x="0" y="1341224"/>
                    </a:lnTo>
                    <a:lnTo>
                      <a:pt x="0" y="198790"/>
                    </a:lnTo>
                    <a:cubicBezTo>
                      <a:pt x="0" y="89000"/>
                      <a:pt x="89000" y="-1"/>
                      <a:pt x="198789" y="1"/>
                    </a:cubicBezTo>
                    <a:lnTo>
                      <a:pt x="1301571" y="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8" name="Freeform: Shape 57">
                <a:extLst>
                  <a:ext uri="{FF2B5EF4-FFF2-40B4-BE49-F238E27FC236}">
                    <a16:creationId xmlns:a16="http://schemas.microsoft.com/office/drawing/2014/main" id="{86BA6743-12B5-1030-455A-B4E3F4A34148}"/>
                  </a:ext>
                </a:extLst>
              </p:cNvPr>
              <p:cNvSpPr/>
              <p:nvPr/>
            </p:nvSpPr>
            <p:spPr>
              <a:xfrm rot="18900000">
                <a:off x="1279979" y="7674104"/>
                <a:ext cx="1908313" cy="1908313"/>
              </a:xfrm>
              <a:custGeom>
                <a:avLst/>
                <a:gdLst>
                  <a:gd name="connsiteX0" fmla="*/ 1903498 w 1908313"/>
                  <a:gd name="connsiteY0" fmla="*/ 457447 h 1908313"/>
                  <a:gd name="connsiteX1" fmla="*/ 1906509 w 1908313"/>
                  <a:gd name="connsiteY1" fmla="*/ 554327 h 1908313"/>
                  <a:gd name="connsiteX2" fmla="*/ 1908313 w 1908313"/>
                  <a:gd name="connsiteY2" fmla="*/ 554270 h 1908313"/>
                  <a:gd name="connsiteX3" fmla="*/ 1908313 w 1908313"/>
                  <a:gd name="connsiteY3" fmla="*/ 1709524 h 1908313"/>
                  <a:gd name="connsiteX4" fmla="*/ 1709524 w 1908313"/>
                  <a:gd name="connsiteY4" fmla="*/ 1908313 h 1908313"/>
                  <a:gd name="connsiteX5" fmla="*/ 198789 w 1908313"/>
                  <a:gd name="connsiteY5" fmla="*/ 1908313 h 1908313"/>
                  <a:gd name="connsiteX6" fmla="*/ 0 w 1908313"/>
                  <a:gd name="connsiteY6" fmla="*/ 1709524 h 1908313"/>
                  <a:gd name="connsiteX7" fmla="*/ 0 w 1908313"/>
                  <a:gd name="connsiteY7" fmla="*/ 198789 h 1908313"/>
                  <a:gd name="connsiteX8" fmla="*/ 198789 w 1908313"/>
                  <a:gd name="connsiteY8" fmla="*/ 0 h 1908313"/>
                  <a:gd name="connsiteX9" fmla="*/ 1331837 w 1908313"/>
                  <a:gd name="connsiteY9" fmla="*/ 0 h 1908313"/>
                  <a:gd name="connsiteX10" fmla="*/ 1345120 w 1908313"/>
                  <a:gd name="connsiteY10" fmla="*/ 427395 h 1908313"/>
                  <a:gd name="connsiteX11" fmla="*/ 531460 w 1908313"/>
                  <a:gd name="connsiteY11" fmla="*/ 427395 h 1908313"/>
                  <a:gd name="connsiteX12" fmla="*/ 421764 w 1908313"/>
                  <a:gd name="connsiteY12" fmla="*/ 537090 h 1908313"/>
                  <a:gd name="connsiteX13" fmla="*/ 421764 w 1908313"/>
                  <a:gd name="connsiteY13" fmla="*/ 1370738 h 1908313"/>
                  <a:gd name="connsiteX14" fmla="*/ 531459 w 1908313"/>
                  <a:gd name="connsiteY14" fmla="*/ 1480433 h 1908313"/>
                  <a:gd name="connsiteX15" fmla="*/ 1365107 w 1908313"/>
                  <a:gd name="connsiteY15" fmla="*/ 1480433 h 1908313"/>
                  <a:gd name="connsiteX16" fmla="*/ 1474802 w 1908313"/>
                  <a:gd name="connsiteY16" fmla="*/ 1370737 h 1908313"/>
                  <a:gd name="connsiteX17" fmla="*/ 1474802 w 1908313"/>
                  <a:gd name="connsiteY17" fmla="*/ 537090 h 1908313"/>
                  <a:gd name="connsiteX18" fmla="*/ 1469148 w 1908313"/>
                  <a:gd name="connsiteY18" fmla="*/ 509084 h 1908313"/>
                  <a:gd name="connsiteX19" fmla="*/ 1470096 w 1908313"/>
                  <a:gd name="connsiteY19" fmla="*/ 509055 h 1908313"/>
                  <a:gd name="connsiteX20" fmla="*/ 1464397 w 1908313"/>
                  <a:gd name="connsiteY20" fmla="*/ 325667 h 1908313"/>
                  <a:gd name="connsiteX21" fmla="*/ 1466490 w 1908313"/>
                  <a:gd name="connsiteY21" fmla="*/ 336034 h 1908313"/>
                  <a:gd name="connsiteX22" fmla="*/ 1649657 w 1908313"/>
                  <a:gd name="connsiteY22" fmla="*/ 457447 h 1908313"/>
                  <a:gd name="connsiteX23" fmla="*/ 1903498 w 1908313"/>
                  <a:gd name="connsiteY23" fmla="*/ 457447 h 1908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3">
                    <a:moveTo>
                      <a:pt x="1903498" y="457447"/>
                    </a:moveTo>
                    <a:lnTo>
                      <a:pt x="1906509" y="554327"/>
                    </a:lnTo>
                    <a:lnTo>
                      <a:pt x="1908313" y="554270"/>
                    </a:lnTo>
                    <a:lnTo>
                      <a:pt x="1908313" y="1709524"/>
                    </a:lnTo>
                    <a:cubicBezTo>
                      <a:pt x="1908312" y="1819312"/>
                      <a:pt x="1819312" y="1908312"/>
                      <a:pt x="1709524" y="1908313"/>
                    </a:cubicBezTo>
                    <a:lnTo>
                      <a:pt x="198789" y="1908313"/>
                    </a:lnTo>
                    <a:cubicBezTo>
                      <a:pt x="89001" y="1908313"/>
                      <a:pt x="-1" y="1819312"/>
                      <a:pt x="0" y="1709524"/>
                    </a:cubicBezTo>
                    <a:lnTo>
                      <a:pt x="0" y="198789"/>
                    </a:lnTo>
                    <a:cubicBezTo>
                      <a:pt x="0" y="89001"/>
                      <a:pt x="89001" y="0"/>
                      <a:pt x="198789" y="0"/>
                    </a:cubicBezTo>
                    <a:lnTo>
                      <a:pt x="1331837" y="0"/>
                    </a:lnTo>
                    <a:lnTo>
                      <a:pt x="1345120" y="427395"/>
                    </a:lnTo>
                    <a:lnTo>
                      <a:pt x="531460" y="427395"/>
                    </a:lnTo>
                    <a:cubicBezTo>
                      <a:pt x="470876" y="427395"/>
                      <a:pt x="421764" y="476507"/>
                      <a:pt x="421764" y="537090"/>
                    </a:cubicBezTo>
                    <a:lnTo>
                      <a:pt x="421764" y="1370738"/>
                    </a:lnTo>
                    <a:cubicBezTo>
                      <a:pt x="421765" y="1431321"/>
                      <a:pt x="470876" y="1480432"/>
                      <a:pt x="531459" y="1480433"/>
                    </a:cubicBezTo>
                    <a:lnTo>
                      <a:pt x="1365107" y="1480433"/>
                    </a:lnTo>
                    <a:cubicBezTo>
                      <a:pt x="1425690" y="1480433"/>
                      <a:pt x="1474802" y="1431321"/>
                      <a:pt x="1474802" y="1370737"/>
                    </a:cubicBezTo>
                    <a:lnTo>
                      <a:pt x="1474802" y="537090"/>
                    </a:lnTo>
                    <a:lnTo>
                      <a:pt x="1469148" y="509084"/>
                    </a:lnTo>
                    <a:lnTo>
                      <a:pt x="1470096" y="509055"/>
                    </a:lnTo>
                    <a:lnTo>
                      <a:pt x="1464397" y="325667"/>
                    </a:lnTo>
                    <a:lnTo>
                      <a:pt x="1466490" y="336034"/>
                    </a:lnTo>
                    <a:cubicBezTo>
                      <a:pt x="1496668" y="407383"/>
                      <a:pt x="1567316" y="457446"/>
                      <a:pt x="1649657" y="457447"/>
                    </a:cubicBezTo>
                    <a:lnTo>
                      <a:pt x="1903498" y="45744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9" name="Freeform: Shape 58">
                <a:extLst>
                  <a:ext uri="{FF2B5EF4-FFF2-40B4-BE49-F238E27FC236}">
                    <a16:creationId xmlns:a16="http://schemas.microsoft.com/office/drawing/2014/main" id="{DBC3940E-D2D2-D59E-986B-D2EEE9744FF1}"/>
                  </a:ext>
                </a:extLst>
              </p:cNvPr>
              <p:cNvSpPr/>
              <p:nvPr/>
            </p:nvSpPr>
            <p:spPr>
              <a:xfrm rot="18805141">
                <a:off x="1930007" y="1404700"/>
                <a:ext cx="1098" cy="39787"/>
              </a:xfrm>
              <a:custGeom>
                <a:avLst/>
                <a:gdLst>
                  <a:gd name="connsiteX0" fmla="*/ 1098 w 1098"/>
                  <a:gd name="connsiteY0" fmla="*/ 0 h 39787"/>
                  <a:gd name="connsiteX1" fmla="*/ 499 w 1098"/>
                  <a:gd name="connsiteY1" fmla="*/ 39787 h 39787"/>
                  <a:gd name="connsiteX2" fmla="*/ 0 w 1098"/>
                  <a:gd name="connsiteY2" fmla="*/ 39773 h 39787"/>
                  <a:gd name="connsiteX3" fmla="*/ 1098 w 1098"/>
                  <a:gd name="connsiteY3" fmla="*/ 0 h 39787"/>
                </a:gdLst>
                <a:ahLst/>
                <a:cxnLst>
                  <a:cxn ang="0">
                    <a:pos x="connsiteX0" y="connsiteY0"/>
                  </a:cxn>
                  <a:cxn ang="0">
                    <a:pos x="connsiteX1" y="connsiteY1"/>
                  </a:cxn>
                  <a:cxn ang="0">
                    <a:pos x="connsiteX2" y="connsiteY2"/>
                  </a:cxn>
                  <a:cxn ang="0">
                    <a:pos x="connsiteX3" y="connsiteY3"/>
                  </a:cxn>
                </a:cxnLst>
                <a:rect l="l" t="t" r="r" b="b"/>
                <a:pathLst>
                  <a:path w="1098" h="39787">
                    <a:moveTo>
                      <a:pt x="1098" y="0"/>
                    </a:moveTo>
                    <a:lnTo>
                      <a:pt x="499" y="39787"/>
                    </a:lnTo>
                    <a:lnTo>
                      <a:pt x="0" y="39773"/>
                    </a:lnTo>
                    <a:lnTo>
                      <a:pt x="1098"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60" name="Freeform: Shape 59">
                <a:extLst>
                  <a:ext uri="{FF2B5EF4-FFF2-40B4-BE49-F238E27FC236}">
                    <a16:creationId xmlns:a16="http://schemas.microsoft.com/office/drawing/2014/main" id="{EBF56F02-F2B6-DED4-B28A-38E8A0190419}"/>
                  </a:ext>
                </a:extLst>
              </p:cNvPr>
              <p:cNvSpPr/>
              <p:nvPr/>
            </p:nvSpPr>
            <p:spPr>
              <a:xfrm rot="18805141">
                <a:off x="2604346" y="1419307"/>
                <a:ext cx="3174" cy="115067"/>
              </a:xfrm>
              <a:custGeom>
                <a:avLst/>
                <a:gdLst>
                  <a:gd name="connsiteX0" fmla="*/ 3174 w 3174"/>
                  <a:gd name="connsiteY0" fmla="*/ 87 h 115067"/>
                  <a:gd name="connsiteX1" fmla="*/ 0 w 3174"/>
                  <a:gd name="connsiteY1" fmla="*/ 115067 h 115067"/>
                  <a:gd name="connsiteX2" fmla="*/ 0 w 3174"/>
                  <a:gd name="connsiteY2" fmla="*/ 0 h 115067"/>
                  <a:gd name="connsiteX3" fmla="*/ 3174 w 3174"/>
                  <a:gd name="connsiteY3" fmla="*/ 87 h 115067"/>
                </a:gdLst>
                <a:ahLst/>
                <a:cxnLst>
                  <a:cxn ang="0">
                    <a:pos x="connsiteX0" y="connsiteY0"/>
                  </a:cxn>
                  <a:cxn ang="0">
                    <a:pos x="connsiteX1" y="connsiteY1"/>
                  </a:cxn>
                  <a:cxn ang="0">
                    <a:pos x="connsiteX2" y="connsiteY2"/>
                  </a:cxn>
                  <a:cxn ang="0">
                    <a:pos x="connsiteX3" y="connsiteY3"/>
                  </a:cxn>
                </a:cxnLst>
                <a:rect l="l" t="t" r="r" b="b"/>
                <a:pathLst>
                  <a:path w="3174" h="115067">
                    <a:moveTo>
                      <a:pt x="3174" y="87"/>
                    </a:moveTo>
                    <a:lnTo>
                      <a:pt x="0" y="115067"/>
                    </a:lnTo>
                    <a:lnTo>
                      <a:pt x="0" y="0"/>
                    </a:lnTo>
                    <a:lnTo>
                      <a:pt x="3174" y="87"/>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61" name="Freeform: Shape 60">
                <a:extLst>
                  <a:ext uri="{FF2B5EF4-FFF2-40B4-BE49-F238E27FC236}">
                    <a16:creationId xmlns:a16="http://schemas.microsoft.com/office/drawing/2014/main" id="{CB66A47C-BC04-97DE-7662-AD2F2023B367}"/>
                  </a:ext>
                </a:extLst>
              </p:cNvPr>
              <p:cNvSpPr/>
              <p:nvPr/>
            </p:nvSpPr>
            <p:spPr>
              <a:xfrm rot="18805141">
                <a:off x="2454629" y="1186489"/>
                <a:ext cx="9750" cy="294524"/>
              </a:xfrm>
              <a:custGeom>
                <a:avLst/>
                <a:gdLst>
                  <a:gd name="connsiteX0" fmla="*/ 0 w 9750"/>
                  <a:gd name="connsiteY0" fmla="*/ 0 h 294524"/>
                  <a:gd name="connsiteX1" fmla="*/ 9750 w 9750"/>
                  <a:gd name="connsiteY1" fmla="*/ 56251 h 294524"/>
                  <a:gd name="connsiteX2" fmla="*/ 3174 w 9750"/>
                  <a:gd name="connsiteY2" fmla="*/ 294524 h 294524"/>
                  <a:gd name="connsiteX3" fmla="*/ 0 w 9750"/>
                  <a:gd name="connsiteY3" fmla="*/ 294437 h 294524"/>
                  <a:gd name="connsiteX4" fmla="*/ 0 w 9750"/>
                  <a:gd name="connsiteY4" fmla="*/ 0 h 29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0" h="294524">
                    <a:moveTo>
                      <a:pt x="0" y="0"/>
                    </a:moveTo>
                    <a:lnTo>
                      <a:pt x="9750" y="56251"/>
                    </a:lnTo>
                    <a:lnTo>
                      <a:pt x="3174" y="294524"/>
                    </a:lnTo>
                    <a:lnTo>
                      <a:pt x="0" y="294437"/>
                    </a:lnTo>
                    <a:lnTo>
                      <a:pt x="0"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62" name="Freeform: Shape 61">
                <a:extLst>
                  <a:ext uri="{FF2B5EF4-FFF2-40B4-BE49-F238E27FC236}">
                    <a16:creationId xmlns:a16="http://schemas.microsoft.com/office/drawing/2014/main" id="{C1F3B243-9E10-7918-A1D3-4C576BD608C5}"/>
                  </a:ext>
                </a:extLst>
              </p:cNvPr>
              <p:cNvSpPr/>
              <p:nvPr/>
            </p:nvSpPr>
            <p:spPr>
              <a:xfrm rot="18805141">
                <a:off x="2032248" y="1400720"/>
                <a:ext cx="7075" cy="256777"/>
              </a:xfrm>
              <a:custGeom>
                <a:avLst/>
                <a:gdLst>
                  <a:gd name="connsiteX0" fmla="*/ 7075 w 7075"/>
                  <a:gd name="connsiteY0" fmla="*/ 14 h 256777"/>
                  <a:gd name="connsiteX1" fmla="*/ 3207 w 7075"/>
                  <a:gd name="connsiteY1" fmla="*/ 256777 h 256777"/>
                  <a:gd name="connsiteX2" fmla="*/ 0 w 7075"/>
                  <a:gd name="connsiteY2" fmla="*/ 238273 h 256777"/>
                  <a:gd name="connsiteX3" fmla="*/ 6576 w 7075"/>
                  <a:gd name="connsiteY3" fmla="*/ 0 h 256777"/>
                  <a:gd name="connsiteX4" fmla="*/ 7075 w 7075"/>
                  <a:gd name="connsiteY4" fmla="*/ 14 h 256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 h="256777">
                    <a:moveTo>
                      <a:pt x="7075" y="14"/>
                    </a:moveTo>
                    <a:lnTo>
                      <a:pt x="3207" y="256777"/>
                    </a:lnTo>
                    <a:lnTo>
                      <a:pt x="0" y="238273"/>
                    </a:lnTo>
                    <a:lnTo>
                      <a:pt x="6576" y="0"/>
                    </a:lnTo>
                    <a:lnTo>
                      <a:pt x="7075" y="14"/>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grpSp>
            <p:nvGrpSpPr>
              <p:cNvPr id="63" name="Group 62">
                <a:extLst>
                  <a:ext uri="{FF2B5EF4-FFF2-40B4-BE49-F238E27FC236}">
                    <a16:creationId xmlns:a16="http://schemas.microsoft.com/office/drawing/2014/main" id="{566D5472-130A-BBDA-6464-2C8E987E2BB1}"/>
                  </a:ext>
                </a:extLst>
              </p:cNvPr>
              <p:cNvGrpSpPr/>
              <p:nvPr/>
            </p:nvGrpSpPr>
            <p:grpSpPr>
              <a:xfrm>
                <a:off x="1129831" y="-362379"/>
                <a:ext cx="2252938" cy="3596105"/>
                <a:chOff x="1129831" y="-362379"/>
                <a:chExt cx="2252938" cy="3596105"/>
              </a:xfrm>
            </p:grpSpPr>
            <p:sp>
              <p:nvSpPr>
                <p:cNvPr id="64" name="Freeform: Shape 63">
                  <a:extLst>
                    <a:ext uri="{FF2B5EF4-FFF2-40B4-BE49-F238E27FC236}">
                      <a16:creationId xmlns:a16="http://schemas.microsoft.com/office/drawing/2014/main" id="{26EB5E9A-6E54-2370-23AF-CAE6E7E8CCD4}"/>
                    </a:ext>
                  </a:extLst>
                </p:cNvPr>
                <p:cNvSpPr/>
                <p:nvPr/>
              </p:nvSpPr>
              <p:spPr>
                <a:xfrm rot="18805141">
                  <a:off x="2036107" y="1028973"/>
                  <a:ext cx="428587" cy="817294"/>
                </a:xfrm>
                <a:custGeom>
                  <a:avLst/>
                  <a:gdLst>
                    <a:gd name="connsiteX0" fmla="*/ 384013 w 428587"/>
                    <a:gd name="connsiteY0" fmla="*/ 68739 h 449042"/>
                    <a:gd name="connsiteX1" fmla="*/ 424856 w 428587"/>
                    <a:gd name="connsiteY1" fmla="*/ 133077 h 449042"/>
                    <a:gd name="connsiteX2" fmla="*/ 428587 w 428587"/>
                    <a:gd name="connsiteY2" fmla="*/ 154605 h 449042"/>
                    <a:gd name="connsiteX3" fmla="*/ 428587 w 428587"/>
                    <a:gd name="connsiteY3" fmla="*/ 449042 h 449042"/>
                    <a:gd name="connsiteX4" fmla="*/ 190021 w 428587"/>
                    <a:gd name="connsiteY4" fmla="*/ 442457 h 449042"/>
                    <a:gd name="connsiteX5" fmla="*/ 10273 w 428587"/>
                    <a:gd name="connsiteY5" fmla="*/ 316038 h 449042"/>
                    <a:gd name="connsiteX6" fmla="*/ 0 w 428587"/>
                    <a:gd name="connsiteY6" fmla="*/ 256763 h 449042"/>
                    <a:gd name="connsiteX7" fmla="*/ 3868 w 428587"/>
                    <a:gd name="connsiteY7" fmla="*/ 0 h 449042"/>
                    <a:gd name="connsiteX8" fmla="*/ 245108 w 428587"/>
                    <a:gd name="connsiteY8" fmla="*/ 6658 h 449042"/>
                    <a:gd name="connsiteX9" fmla="*/ 384013 w 428587"/>
                    <a:gd name="connsiteY9" fmla="*/ 68739 h 449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8587" h="449042">
                      <a:moveTo>
                        <a:pt x="384013" y="68739"/>
                      </a:moveTo>
                      <a:cubicBezTo>
                        <a:pt x="401497" y="87215"/>
                        <a:pt x="415456" y="109026"/>
                        <a:pt x="424856" y="133077"/>
                      </a:cubicBezTo>
                      <a:lnTo>
                        <a:pt x="428587" y="154605"/>
                      </a:lnTo>
                      <a:lnTo>
                        <a:pt x="428587" y="449042"/>
                      </a:lnTo>
                      <a:lnTo>
                        <a:pt x="190021" y="442457"/>
                      </a:lnTo>
                      <a:cubicBezTo>
                        <a:pt x="107712" y="440185"/>
                        <a:pt x="38471" y="388191"/>
                        <a:pt x="10273" y="316038"/>
                      </a:cubicBezTo>
                      <a:lnTo>
                        <a:pt x="0" y="256763"/>
                      </a:lnTo>
                      <a:lnTo>
                        <a:pt x="3868" y="0"/>
                      </a:lnTo>
                      <a:lnTo>
                        <a:pt x="245108" y="6658"/>
                      </a:lnTo>
                      <a:cubicBezTo>
                        <a:pt x="299981" y="8172"/>
                        <a:pt x="349045" y="31786"/>
                        <a:pt x="384013" y="68739"/>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65" name="Freeform: Shape 64">
                  <a:extLst>
                    <a:ext uri="{FF2B5EF4-FFF2-40B4-BE49-F238E27FC236}">
                      <a16:creationId xmlns:a16="http://schemas.microsoft.com/office/drawing/2014/main" id="{8451E7D2-6344-38A5-CA6A-548CE7365B48}"/>
                    </a:ext>
                  </a:extLst>
                </p:cNvPr>
                <p:cNvSpPr/>
                <p:nvPr/>
              </p:nvSpPr>
              <p:spPr>
                <a:xfrm rot="18805141">
                  <a:off x="1914076" y="-484903"/>
                  <a:ext cx="1343836" cy="1588884"/>
                </a:xfrm>
                <a:custGeom>
                  <a:avLst/>
                  <a:gdLst>
                    <a:gd name="connsiteX0" fmla="*/ 1341694 w 1343836"/>
                    <a:gd name="connsiteY0" fmla="*/ 143844 h 1588884"/>
                    <a:gd name="connsiteX1" fmla="*/ 1342031 w 1343836"/>
                    <a:gd name="connsiteY1" fmla="*/ 240770 h 1588884"/>
                    <a:gd name="connsiteX2" fmla="*/ 1343836 w 1343836"/>
                    <a:gd name="connsiteY2" fmla="*/ 240763 h 1588884"/>
                    <a:gd name="connsiteX3" fmla="*/ 1311963 w 1343836"/>
                    <a:gd name="connsiteY3" fmla="*/ 1395578 h 1588884"/>
                    <a:gd name="connsiteX4" fmla="*/ 1107764 w 1343836"/>
                    <a:gd name="connsiteY4" fmla="*/ 1588807 h 1588884"/>
                    <a:gd name="connsiteX5" fmla="*/ 0 w 1343836"/>
                    <a:gd name="connsiteY5" fmla="*/ 1558232 h 1588884"/>
                    <a:gd name="connsiteX6" fmla="*/ 0 w 1343836"/>
                    <a:gd name="connsiteY6" fmla="*/ 1130189 h 1588884"/>
                    <a:gd name="connsiteX7" fmla="*/ 775284 w 1343836"/>
                    <a:gd name="connsiteY7" fmla="*/ 1151586 h 1588884"/>
                    <a:gd name="connsiteX8" fmla="*/ 887963 w 1343836"/>
                    <a:gd name="connsiteY8" fmla="*/ 1044958 h 1588884"/>
                    <a:gd name="connsiteX9" fmla="*/ 910964 w 1343836"/>
                    <a:gd name="connsiteY9" fmla="*/ 211629 h 1588884"/>
                    <a:gd name="connsiteX10" fmla="*/ 906084 w 1343836"/>
                    <a:gd name="connsiteY10" fmla="*/ 183478 h 1588884"/>
                    <a:gd name="connsiteX11" fmla="*/ 907033 w 1343836"/>
                    <a:gd name="connsiteY11" fmla="*/ 183476 h 1588884"/>
                    <a:gd name="connsiteX12" fmla="*/ 906396 w 1343836"/>
                    <a:gd name="connsiteY12" fmla="*/ 0 h 1588884"/>
                    <a:gd name="connsiteX13" fmla="*/ 908203 w 1343836"/>
                    <a:gd name="connsiteY13" fmla="*/ 10421 h 1588884"/>
                    <a:gd name="connsiteX14" fmla="*/ 1087949 w 1343836"/>
                    <a:gd name="connsiteY14" fmla="*/ 136841 h 1588884"/>
                    <a:gd name="connsiteX15" fmla="*/ 1341694 w 1343836"/>
                    <a:gd name="connsiteY15" fmla="*/ 143844 h 158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3836" h="1588884">
                      <a:moveTo>
                        <a:pt x="1341694" y="143844"/>
                      </a:moveTo>
                      <a:lnTo>
                        <a:pt x="1342031" y="240770"/>
                      </a:lnTo>
                      <a:lnTo>
                        <a:pt x="1343836" y="240763"/>
                      </a:lnTo>
                      <a:lnTo>
                        <a:pt x="1311963" y="1395578"/>
                      </a:lnTo>
                      <a:cubicBezTo>
                        <a:pt x="1308932" y="1505324"/>
                        <a:pt x="1217511" y="1591835"/>
                        <a:pt x="1107764" y="1588807"/>
                      </a:cubicBezTo>
                      <a:lnTo>
                        <a:pt x="0" y="1558232"/>
                      </a:lnTo>
                      <a:lnTo>
                        <a:pt x="0" y="1130189"/>
                      </a:lnTo>
                      <a:lnTo>
                        <a:pt x="775284" y="1151586"/>
                      </a:lnTo>
                      <a:cubicBezTo>
                        <a:pt x="835843" y="1153259"/>
                        <a:pt x="886292" y="1105520"/>
                        <a:pt x="887963" y="1044958"/>
                      </a:cubicBezTo>
                      <a:lnTo>
                        <a:pt x="910964" y="211629"/>
                      </a:lnTo>
                      <a:lnTo>
                        <a:pt x="906084" y="183478"/>
                      </a:lnTo>
                      <a:lnTo>
                        <a:pt x="907033" y="183476"/>
                      </a:lnTo>
                      <a:lnTo>
                        <a:pt x="906396" y="0"/>
                      </a:lnTo>
                      <a:lnTo>
                        <a:pt x="908203" y="10421"/>
                      </a:lnTo>
                      <a:cubicBezTo>
                        <a:pt x="936400" y="82575"/>
                        <a:pt x="1005640" y="134569"/>
                        <a:pt x="1087949" y="136841"/>
                      </a:cubicBezTo>
                      <a:lnTo>
                        <a:pt x="1341694" y="143844"/>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66" name="Freeform: Shape 65">
                  <a:extLst>
                    <a:ext uri="{FF2B5EF4-FFF2-40B4-BE49-F238E27FC236}">
                      <a16:creationId xmlns:a16="http://schemas.microsoft.com/office/drawing/2014/main" id="{9656E8F4-B2C4-4983-B902-B7613EA227D5}"/>
                    </a:ext>
                  </a:extLst>
                </p:cNvPr>
                <p:cNvSpPr/>
                <p:nvPr/>
              </p:nvSpPr>
              <p:spPr>
                <a:xfrm rot="18805141">
                  <a:off x="1254361" y="-320613"/>
                  <a:ext cx="1372906" cy="1619812"/>
                </a:xfrm>
                <a:custGeom>
                  <a:avLst/>
                  <a:gdLst>
                    <a:gd name="connsiteX0" fmla="*/ 1371420 w 1372906"/>
                    <a:gd name="connsiteY0" fmla="*/ 31337 h 1619812"/>
                    <a:gd name="connsiteX1" fmla="*/ 1372906 w 1372906"/>
                    <a:gd name="connsiteY1" fmla="*/ 458936 h 1619812"/>
                    <a:gd name="connsiteX2" fmla="*/ 559556 w 1372906"/>
                    <a:gd name="connsiteY2" fmla="*/ 436487 h 1619812"/>
                    <a:gd name="connsiteX3" fmla="*/ 446876 w 1372906"/>
                    <a:gd name="connsiteY3" fmla="*/ 543114 h 1619812"/>
                    <a:gd name="connsiteX4" fmla="*/ 423875 w 1372906"/>
                    <a:gd name="connsiteY4" fmla="*/ 1376445 h 1619812"/>
                    <a:gd name="connsiteX5" fmla="*/ 424719 w 1372906"/>
                    <a:gd name="connsiteY5" fmla="*/ 1381316 h 1619812"/>
                    <a:gd name="connsiteX6" fmla="*/ 424719 w 1372906"/>
                    <a:gd name="connsiteY6" fmla="*/ 1619812 h 1619812"/>
                    <a:gd name="connsiteX7" fmla="*/ 420988 w 1372906"/>
                    <a:gd name="connsiteY7" fmla="*/ 1598284 h 1619812"/>
                    <a:gd name="connsiteX8" fmla="*/ 380145 w 1372906"/>
                    <a:gd name="connsiteY8" fmla="*/ 1533946 h 1619812"/>
                    <a:gd name="connsiteX9" fmla="*/ 241240 w 1372906"/>
                    <a:gd name="connsiteY9" fmla="*/ 1471865 h 1619812"/>
                    <a:gd name="connsiteX10" fmla="*/ 0 w 1372906"/>
                    <a:gd name="connsiteY10" fmla="*/ 1465207 h 1619812"/>
                    <a:gd name="connsiteX11" fmla="*/ 599 w 1372906"/>
                    <a:gd name="connsiteY11" fmla="*/ 1425420 h 1619812"/>
                    <a:gd name="connsiteX12" fmla="*/ 34606 w 1372906"/>
                    <a:gd name="connsiteY12" fmla="*/ 193306 h 1619812"/>
                    <a:gd name="connsiteX13" fmla="*/ 238804 w 1372906"/>
                    <a:gd name="connsiteY13" fmla="*/ 77 h 1619812"/>
                    <a:gd name="connsiteX14" fmla="*/ 1371420 w 1372906"/>
                    <a:gd name="connsiteY14" fmla="*/ 31337 h 1619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2906" h="1619812">
                      <a:moveTo>
                        <a:pt x="1371420" y="31337"/>
                      </a:moveTo>
                      <a:lnTo>
                        <a:pt x="1372906" y="458936"/>
                      </a:lnTo>
                      <a:lnTo>
                        <a:pt x="559556" y="436487"/>
                      </a:lnTo>
                      <a:cubicBezTo>
                        <a:pt x="498995" y="434816"/>
                        <a:pt x="448547" y="482554"/>
                        <a:pt x="446876" y="543114"/>
                      </a:cubicBezTo>
                      <a:lnTo>
                        <a:pt x="423875" y="1376445"/>
                      </a:lnTo>
                      <a:lnTo>
                        <a:pt x="424719" y="1381316"/>
                      </a:lnTo>
                      <a:lnTo>
                        <a:pt x="424719" y="1619812"/>
                      </a:lnTo>
                      <a:lnTo>
                        <a:pt x="420988" y="1598284"/>
                      </a:lnTo>
                      <a:cubicBezTo>
                        <a:pt x="411588" y="1574233"/>
                        <a:pt x="397629" y="1552422"/>
                        <a:pt x="380145" y="1533946"/>
                      </a:cubicBezTo>
                      <a:cubicBezTo>
                        <a:pt x="345177" y="1496993"/>
                        <a:pt x="296113" y="1473379"/>
                        <a:pt x="241240" y="1471865"/>
                      </a:cubicBezTo>
                      <a:lnTo>
                        <a:pt x="0" y="1465207"/>
                      </a:lnTo>
                      <a:lnTo>
                        <a:pt x="599" y="1425420"/>
                      </a:lnTo>
                      <a:lnTo>
                        <a:pt x="34606" y="193306"/>
                      </a:lnTo>
                      <a:cubicBezTo>
                        <a:pt x="37635" y="83560"/>
                        <a:pt x="129058" y="-2952"/>
                        <a:pt x="238804" y="77"/>
                      </a:cubicBezTo>
                      <a:lnTo>
                        <a:pt x="1371420" y="3133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67" name="Freeform: Shape 66">
                  <a:extLst>
                    <a:ext uri="{FF2B5EF4-FFF2-40B4-BE49-F238E27FC236}">
                      <a16:creationId xmlns:a16="http://schemas.microsoft.com/office/drawing/2014/main" id="{42F064B6-6BFF-C04B-3A52-528C8E2ACD0B}"/>
                    </a:ext>
                  </a:extLst>
                </p:cNvPr>
                <p:cNvSpPr/>
                <p:nvPr/>
              </p:nvSpPr>
              <p:spPr>
                <a:xfrm rot="18805141">
                  <a:off x="1868169" y="1545298"/>
                  <a:ext cx="1371640" cy="1657560"/>
                </a:xfrm>
                <a:custGeom>
                  <a:avLst/>
                  <a:gdLst>
                    <a:gd name="connsiteX0" fmla="*/ 1371640 w 1371640"/>
                    <a:gd name="connsiteY0" fmla="*/ 192279 h 1657560"/>
                    <a:gd name="connsiteX1" fmla="*/ 1371640 w 1371640"/>
                    <a:gd name="connsiteY1" fmla="*/ 307346 h 1657560"/>
                    <a:gd name="connsiteX2" fmla="*/ 1339709 w 1371640"/>
                    <a:gd name="connsiteY2" fmla="*/ 1464253 h 1657560"/>
                    <a:gd name="connsiteX3" fmla="*/ 1135510 w 1371640"/>
                    <a:gd name="connsiteY3" fmla="*/ 1657483 h 1657560"/>
                    <a:gd name="connsiteX4" fmla="*/ 1488 w 1371640"/>
                    <a:gd name="connsiteY4" fmla="*/ 1626182 h 1657560"/>
                    <a:gd name="connsiteX5" fmla="*/ 0 w 1371640"/>
                    <a:gd name="connsiteY5" fmla="*/ 1198098 h 1657560"/>
                    <a:gd name="connsiteX6" fmla="*/ 803030 w 1371640"/>
                    <a:gd name="connsiteY6" fmla="*/ 1220262 h 1657560"/>
                    <a:gd name="connsiteX7" fmla="*/ 915710 w 1371640"/>
                    <a:gd name="connsiteY7" fmla="*/ 1113635 h 1657560"/>
                    <a:gd name="connsiteX8" fmla="*/ 937938 w 1371640"/>
                    <a:gd name="connsiteY8" fmla="*/ 308312 h 1657560"/>
                    <a:gd name="connsiteX9" fmla="*/ 938408 w 1371640"/>
                    <a:gd name="connsiteY9" fmla="*/ 308319 h 1657560"/>
                    <a:gd name="connsiteX10" fmla="*/ 943053 w 1371640"/>
                    <a:gd name="connsiteY10" fmla="*/ 0 h 1657560"/>
                    <a:gd name="connsiteX11" fmla="*/ 953326 w 1371640"/>
                    <a:gd name="connsiteY11" fmla="*/ 59275 h 1657560"/>
                    <a:gd name="connsiteX12" fmla="*/ 1133074 w 1371640"/>
                    <a:gd name="connsiteY12" fmla="*/ 185694 h 1657560"/>
                    <a:gd name="connsiteX13" fmla="*/ 1371640 w 1371640"/>
                    <a:gd name="connsiteY13" fmla="*/ 192279 h 1657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1640" h="1657560">
                      <a:moveTo>
                        <a:pt x="1371640" y="192279"/>
                      </a:moveTo>
                      <a:lnTo>
                        <a:pt x="1371640" y="307346"/>
                      </a:lnTo>
                      <a:lnTo>
                        <a:pt x="1339709" y="1464253"/>
                      </a:lnTo>
                      <a:cubicBezTo>
                        <a:pt x="1336679" y="1573999"/>
                        <a:pt x="1245257" y="1660510"/>
                        <a:pt x="1135510" y="1657483"/>
                      </a:cubicBezTo>
                      <a:lnTo>
                        <a:pt x="1488" y="1626182"/>
                      </a:lnTo>
                      <a:lnTo>
                        <a:pt x="0" y="1198098"/>
                      </a:lnTo>
                      <a:lnTo>
                        <a:pt x="803030" y="1220262"/>
                      </a:lnTo>
                      <a:cubicBezTo>
                        <a:pt x="863590" y="1221933"/>
                        <a:pt x="914038" y="1174194"/>
                        <a:pt x="915710" y="1113635"/>
                      </a:cubicBezTo>
                      <a:lnTo>
                        <a:pt x="937938" y="308312"/>
                      </a:lnTo>
                      <a:lnTo>
                        <a:pt x="938408" y="308319"/>
                      </a:lnTo>
                      <a:lnTo>
                        <a:pt x="943053" y="0"/>
                      </a:lnTo>
                      <a:lnTo>
                        <a:pt x="953326" y="59275"/>
                      </a:lnTo>
                      <a:cubicBezTo>
                        <a:pt x="981524" y="131428"/>
                        <a:pt x="1050765" y="183422"/>
                        <a:pt x="1133074" y="185694"/>
                      </a:cubicBezTo>
                      <a:lnTo>
                        <a:pt x="1371640" y="192279"/>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68" name="Freeform: Shape 67">
                  <a:extLst>
                    <a:ext uri="{FF2B5EF4-FFF2-40B4-BE49-F238E27FC236}">
                      <a16:creationId xmlns:a16="http://schemas.microsoft.com/office/drawing/2014/main" id="{7B5D12D5-24AE-9F67-201C-B42BAE2EB6FF}"/>
                    </a:ext>
                  </a:extLst>
                </p:cNvPr>
                <p:cNvSpPr/>
                <p:nvPr/>
              </p:nvSpPr>
              <p:spPr>
                <a:xfrm rot="18805141">
                  <a:off x="1249702" y="1772998"/>
                  <a:ext cx="1340857" cy="1580599"/>
                </a:xfrm>
                <a:custGeom>
                  <a:avLst/>
                  <a:gdLst>
                    <a:gd name="connsiteX0" fmla="*/ 1340857 w 1340857"/>
                    <a:gd name="connsiteY0" fmla="*/ 30581 h 1580599"/>
                    <a:gd name="connsiteX1" fmla="*/ 1334419 w 1340857"/>
                    <a:gd name="connsiteY1" fmla="*/ 457960 h 1580599"/>
                    <a:gd name="connsiteX2" fmla="*/ 556470 w 1340857"/>
                    <a:gd name="connsiteY2" fmla="*/ 436488 h 1580599"/>
                    <a:gd name="connsiteX3" fmla="*/ 443789 w 1340857"/>
                    <a:gd name="connsiteY3" fmla="*/ 543115 h 1580599"/>
                    <a:gd name="connsiteX4" fmla="*/ 420790 w 1340857"/>
                    <a:gd name="connsiteY4" fmla="*/ 1376446 h 1580599"/>
                    <a:gd name="connsiteX5" fmla="*/ 428230 w 1340857"/>
                    <a:gd name="connsiteY5" fmla="*/ 1419366 h 1580599"/>
                    <a:gd name="connsiteX6" fmla="*/ 435129 w 1340857"/>
                    <a:gd name="connsiteY6" fmla="*/ 1430234 h 1580599"/>
                    <a:gd name="connsiteX7" fmla="*/ 435651 w 1340857"/>
                    <a:gd name="connsiteY7" fmla="*/ 1580599 h 1580599"/>
                    <a:gd name="connsiteX8" fmla="*/ 435281 w 1340857"/>
                    <a:gd name="connsiteY8" fmla="*/ 1578463 h 1580599"/>
                    <a:gd name="connsiteX9" fmla="*/ 255534 w 1340857"/>
                    <a:gd name="connsiteY9" fmla="*/ 1452044 h 1580599"/>
                    <a:gd name="connsiteX10" fmla="*/ 382 w 1340857"/>
                    <a:gd name="connsiteY10" fmla="*/ 1445002 h 1580599"/>
                    <a:gd name="connsiteX11" fmla="*/ 0 w 1340857"/>
                    <a:gd name="connsiteY11" fmla="*/ 1335307 h 1580599"/>
                    <a:gd name="connsiteX12" fmla="*/ 31520 w 1340857"/>
                    <a:gd name="connsiteY12" fmla="*/ 193308 h 1580599"/>
                    <a:gd name="connsiteX13" fmla="*/ 235718 w 1340857"/>
                    <a:gd name="connsiteY13" fmla="*/ 78 h 1580599"/>
                    <a:gd name="connsiteX14" fmla="*/ 1340857 w 1340857"/>
                    <a:gd name="connsiteY14" fmla="*/ 30581 h 158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0857" h="1580599">
                      <a:moveTo>
                        <a:pt x="1340857" y="30581"/>
                      </a:moveTo>
                      <a:lnTo>
                        <a:pt x="1334419" y="457960"/>
                      </a:lnTo>
                      <a:lnTo>
                        <a:pt x="556470" y="436488"/>
                      </a:lnTo>
                      <a:cubicBezTo>
                        <a:pt x="495910" y="434817"/>
                        <a:pt x="445462" y="482555"/>
                        <a:pt x="443789" y="543115"/>
                      </a:cubicBezTo>
                      <a:lnTo>
                        <a:pt x="420790" y="1376446"/>
                      </a:lnTo>
                      <a:cubicBezTo>
                        <a:pt x="420371" y="1391586"/>
                        <a:pt x="423042" y="1406094"/>
                        <a:pt x="428230" y="1419366"/>
                      </a:cubicBezTo>
                      <a:lnTo>
                        <a:pt x="435129" y="1430234"/>
                      </a:lnTo>
                      <a:lnTo>
                        <a:pt x="435651" y="1580599"/>
                      </a:lnTo>
                      <a:lnTo>
                        <a:pt x="435281" y="1578463"/>
                      </a:lnTo>
                      <a:cubicBezTo>
                        <a:pt x="407082" y="1506309"/>
                        <a:pt x="337843" y="1454315"/>
                        <a:pt x="255534" y="1452044"/>
                      </a:cubicBezTo>
                      <a:lnTo>
                        <a:pt x="382" y="1445002"/>
                      </a:lnTo>
                      <a:lnTo>
                        <a:pt x="0" y="1335307"/>
                      </a:lnTo>
                      <a:lnTo>
                        <a:pt x="31520" y="193308"/>
                      </a:lnTo>
                      <a:cubicBezTo>
                        <a:pt x="34549" y="83560"/>
                        <a:pt x="125971" y="-2951"/>
                        <a:pt x="235718" y="78"/>
                      </a:cubicBezTo>
                      <a:lnTo>
                        <a:pt x="1340857" y="3058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grpSp>
        </p:grpSp>
        <p:sp>
          <p:nvSpPr>
            <p:cNvPr id="40" name="Rectangle: Rounded Corners 39">
              <a:extLst>
                <a:ext uri="{FF2B5EF4-FFF2-40B4-BE49-F238E27FC236}">
                  <a16:creationId xmlns:a16="http://schemas.microsoft.com/office/drawing/2014/main" id="{12229D50-F17F-2516-D364-DAAA8AFD7299}"/>
                </a:ext>
              </a:extLst>
            </p:cNvPr>
            <p:cNvSpPr/>
            <p:nvPr/>
          </p:nvSpPr>
          <p:spPr>
            <a:xfrm rot="2783698">
              <a:off x="2458262" y="2112640"/>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1" name="Rectangle: Rounded Corners 40">
              <a:extLst>
                <a:ext uri="{FF2B5EF4-FFF2-40B4-BE49-F238E27FC236}">
                  <a16:creationId xmlns:a16="http://schemas.microsoft.com/office/drawing/2014/main" id="{B6298AF3-B1C5-1E4C-9762-9BDCAEEA14F6}"/>
                </a:ext>
              </a:extLst>
            </p:cNvPr>
            <p:cNvSpPr/>
            <p:nvPr/>
          </p:nvSpPr>
          <p:spPr>
            <a:xfrm rot="2783698">
              <a:off x="2458261" y="4160496"/>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2" name="Rectangle: Rounded Corners 41">
              <a:extLst>
                <a:ext uri="{FF2B5EF4-FFF2-40B4-BE49-F238E27FC236}">
                  <a16:creationId xmlns:a16="http://schemas.microsoft.com/office/drawing/2014/main" id="{551B484F-301D-3DCB-7239-F638D0155667}"/>
                </a:ext>
              </a:extLst>
            </p:cNvPr>
            <p:cNvSpPr/>
            <p:nvPr/>
          </p:nvSpPr>
          <p:spPr>
            <a:xfrm rot="2783698">
              <a:off x="2439446" y="6208352"/>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3" name="Rectangle: Rounded Corners 42">
              <a:extLst>
                <a:ext uri="{FF2B5EF4-FFF2-40B4-BE49-F238E27FC236}">
                  <a16:creationId xmlns:a16="http://schemas.microsoft.com/office/drawing/2014/main" id="{D7066DFD-E5B7-6BA6-E102-3695F89BF077}"/>
                </a:ext>
              </a:extLst>
            </p:cNvPr>
            <p:cNvSpPr/>
            <p:nvPr/>
          </p:nvSpPr>
          <p:spPr>
            <a:xfrm rot="2783698">
              <a:off x="2497495" y="8256207"/>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4" name="Rectangle: Rounded Corners 43">
              <a:extLst>
                <a:ext uri="{FF2B5EF4-FFF2-40B4-BE49-F238E27FC236}">
                  <a16:creationId xmlns:a16="http://schemas.microsoft.com/office/drawing/2014/main" id="{FAD9606D-8875-58BE-C6F6-4CC923B8EFE2}"/>
                </a:ext>
              </a:extLst>
            </p:cNvPr>
            <p:cNvSpPr/>
            <p:nvPr/>
          </p:nvSpPr>
          <p:spPr>
            <a:xfrm rot="2783698">
              <a:off x="2497494" y="10304063"/>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sp>
        <p:nvSpPr>
          <p:cNvPr id="69" name="TextBox 68">
            <a:extLst>
              <a:ext uri="{FF2B5EF4-FFF2-40B4-BE49-F238E27FC236}">
                <a16:creationId xmlns:a16="http://schemas.microsoft.com/office/drawing/2014/main" id="{F401E438-2603-B160-1B67-E8F6EC186E25}"/>
              </a:ext>
            </a:extLst>
          </p:cNvPr>
          <p:cNvSpPr txBox="1"/>
          <p:nvPr/>
        </p:nvSpPr>
        <p:spPr>
          <a:xfrm>
            <a:off x="1151261" y="10692240"/>
            <a:ext cx="8510081" cy="21268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latin typeface="Times New Roman" panose="02020603050405020304" pitchFamily="18" charset="0"/>
              </a:rPr>
              <a:t>Check if there is any unusual activity or unauthorized logins.</a:t>
            </a:r>
          </a:p>
          <a:p>
            <a:pPr marL="285750" indent="-285750">
              <a:lnSpc>
                <a:spcPct val="150000"/>
              </a:lnSpc>
              <a:buFont typeface="Arial" panose="020B0604020202020204" pitchFamily="34" charset="0"/>
              <a:buChar char="•"/>
            </a:pPr>
            <a:endParaRPr lang="en-US" dirty="0">
              <a:latin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rPr>
              <a:t>See all phones and computers where your account is logged in.</a:t>
            </a:r>
          </a:p>
          <a:p>
            <a:pPr marL="285750" indent="-285750">
              <a:lnSpc>
                <a:spcPct val="150000"/>
              </a:lnSpc>
              <a:buFont typeface="Arial" panose="020B0604020202020204" pitchFamily="34" charset="0"/>
              <a:buChar char="•"/>
            </a:pPr>
            <a:endParaRPr lang="en-US" dirty="0">
              <a:latin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rPr>
              <a:t>Make your account unhackable by adding an extra layer of security.</a:t>
            </a:r>
          </a:p>
        </p:txBody>
      </p:sp>
      <p:sp>
        <p:nvSpPr>
          <p:cNvPr id="70" name="TextBox 69">
            <a:extLst>
              <a:ext uri="{FF2B5EF4-FFF2-40B4-BE49-F238E27FC236}">
                <a16:creationId xmlns:a16="http://schemas.microsoft.com/office/drawing/2014/main" id="{F79D5E3D-F1DA-94B0-7CD9-2FFE0BEA3E7B}"/>
              </a:ext>
            </a:extLst>
          </p:cNvPr>
          <p:cNvSpPr txBox="1"/>
          <p:nvPr/>
        </p:nvSpPr>
        <p:spPr>
          <a:xfrm>
            <a:off x="1174991" y="9016190"/>
            <a:ext cx="2115219" cy="707886"/>
          </a:xfrm>
          <a:prstGeom prst="rect">
            <a:avLst/>
          </a:prstGeom>
          <a:noFill/>
        </p:spPr>
        <p:txBody>
          <a:bodyPr wrap="square" rtlCol="0">
            <a:spAutoFit/>
          </a:bodyPr>
          <a:lstStyle/>
          <a:p>
            <a:r>
              <a:rPr lang="en-US" sz="4000" dirty="0">
                <a:latin typeface="Times New Roman" panose="02020603050405020304" pitchFamily="18" charset="0"/>
              </a:rPr>
              <a:t>Security</a:t>
            </a:r>
          </a:p>
        </p:txBody>
      </p:sp>
    </p:spTree>
    <p:extLst>
      <p:ext uri="{BB962C8B-B14F-4D97-AF65-F5344CB8AC3E}">
        <p14:creationId xmlns:p14="http://schemas.microsoft.com/office/powerpoint/2010/main" val="33191997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6B910-A754-0420-2343-FA26F57EA0D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5DBD0BD-EEBE-2BF2-883E-0C20B6638907}"/>
              </a:ext>
            </a:extLst>
          </p:cNvPr>
          <p:cNvSpPr/>
          <p:nvPr/>
        </p:nvSpPr>
        <p:spPr>
          <a:xfrm>
            <a:off x="0" y="2063"/>
            <a:ext cx="9823937" cy="6858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3" name="Group 2">
            <a:extLst>
              <a:ext uri="{FF2B5EF4-FFF2-40B4-BE49-F238E27FC236}">
                <a16:creationId xmlns:a16="http://schemas.microsoft.com/office/drawing/2014/main" id="{EBE4CD0E-E09A-2F3E-31D8-C4A93C6A1E9E}"/>
              </a:ext>
            </a:extLst>
          </p:cNvPr>
          <p:cNvGrpSpPr/>
          <p:nvPr/>
        </p:nvGrpSpPr>
        <p:grpSpPr>
          <a:xfrm>
            <a:off x="-13564586" y="1990990"/>
            <a:ext cx="6765637" cy="3502151"/>
            <a:chOff x="1220773" y="905821"/>
            <a:chExt cx="6765637" cy="3502151"/>
          </a:xfrm>
        </p:grpSpPr>
        <p:sp>
          <p:nvSpPr>
            <p:cNvPr id="7" name="TextBox 6">
              <a:extLst>
                <a:ext uri="{FF2B5EF4-FFF2-40B4-BE49-F238E27FC236}">
                  <a16:creationId xmlns:a16="http://schemas.microsoft.com/office/drawing/2014/main" id="{1614D6E6-553A-B928-FC59-6B88151C132B}"/>
                </a:ext>
              </a:extLst>
            </p:cNvPr>
            <p:cNvSpPr txBox="1"/>
            <p:nvPr/>
          </p:nvSpPr>
          <p:spPr>
            <a:xfrm>
              <a:off x="1220774" y="2099648"/>
              <a:ext cx="6765636"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rPr>
                <a:t>Peer-to-Peer Advice </a:t>
              </a:r>
            </a:p>
            <a:p>
              <a:r>
                <a:rPr lang="en-US" dirty="0">
                  <a:latin typeface="Times New Roman" panose="02020603050405020304" pitchFamily="18" charset="0"/>
                </a:rPr>
                <a:t>      Users see creators as "digital friends," not salespeople..</a:t>
              </a:r>
            </a:p>
            <a:p>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Problem Solving </a:t>
              </a:r>
            </a:p>
            <a:p>
              <a:r>
                <a:rPr lang="en-US" dirty="0">
                  <a:latin typeface="Times New Roman" panose="02020603050405020304" pitchFamily="18" charset="0"/>
                </a:rPr>
                <a:t>      Real reviews show how products work in everyday life.</a:t>
              </a:r>
            </a:p>
            <a:p>
              <a:endParaRPr lang="en-US" dirty="0">
                <a:latin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rPr>
                <a:t>Digital Word-of-Mouth </a:t>
              </a:r>
            </a:p>
            <a:p>
              <a:r>
                <a:rPr lang="en-US" dirty="0">
                  <a:latin typeface="Times New Roman" panose="02020603050405020304" pitchFamily="18" charset="0"/>
                </a:rPr>
                <a:t>      Recommendations feel like advice from a friend, not a sales pitch.</a:t>
              </a:r>
            </a:p>
          </p:txBody>
        </p:sp>
        <p:sp>
          <p:nvSpPr>
            <p:cNvPr id="20" name="TextBox 19">
              <a:extLst>
                <a:ext uri="{FF2B5EF4-FFF2-40B4-BE49-F238E27FC236}">
                  <a16:creationId xmlns:a16="http://schemas.microsoft.com/office/drawing/2014/main" id="{65783151-CDBB-BA9E-DDFF-29971B652F20}"/>
                </a:ext>
              </a:extLst>
            </p:cNvPr>
            <p:cNvSpPr txBox="1"/>
            <p:nvPr/>
          </p:nvSpPr>
          <p:spPr>
            <a:xfrm>
              <a:off x="1220773" y="905821"/>
              <a:ext cx="2310367" cy="707886"/>
            </a:xfrm>
            <a:prstGeom prst="rect">
              <a:avLst/>
            </a:prstGeom>
            <a:noFill/>
          </p:spPr>
          <p:txBody>
            <a:bodyPr wrap="square" rtlCol="0">
              <a:spAutoFit/>
            </a:bodyPr>
            <a:lstStyle/>
            <a:p>
              <a:r>
                <a:rPr lang="en-US" sz="4000" dirty="0">
                  <a:latin typeface="Times New Roman" panose="02020603050405020304" pitchFamily="18" charset="0"/>
                </a:rPr>
                <a:t>Cont’d</a:t>
              </a:r>
            </a:p>
          </p:txBody>
        </p:sp>
      </p:grpSp>
      <p:sp>
        <p:nvSpPr>
          <p:cNvPr id="24" name="Rectangle 23">
            <a:extLst>
              <a:ext uri="{FF2B5EF4-FFF2-40B4-BE49-F238E27FC236}">
                <a16:creationId xmlns:a16="http://schemas.microsoft.com/office/drawing/2014/main" id="{48E573A1-CE0D-B754-03D0-C8052402A492}"/>
              </a:ext>
            </a:extLst>
          </p:cNvPr>
          <p:cNvSpPr/>
          <p:nvPr/>
        </p:nvSpPr>
        <p:spPr>
          <a:xfrm rot="6080266" flipH="1">
            <a:off x="3725000" y="5784832"/>
            <a:ext cx="551850" cy="545556"/>
          </a:xfrm>
          <a:prstGeom prst="rect">
            <a:avLst/>
          </a:prstGeom>
          <a:solidFill>
            <a:srgbClr val="FFC000"/>
          </a:solidFill>
          <a:ln>
            <a:noFill/>
          </a:ln>
          <a:effectLst>
            <a:outerShdw blurRad="50800" dist="508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5" name="Rectangle 24">
            <a:extLst>
              <a:ext uri="{FF2B5EF4-FFF2-40B4-BE49-F238E27FC236}">
                <a16:creationId xmlns:a16="http://schemas.microsoft.com/office/drawing/2014/main" id="{3D99C012-BA63-FB2D-BC92-47D6C54E7B33}"/>
              </a:ext>
            </a:extLst>
          </p:cNvPr>
          <p:cNvSpPr/>
          <p:nvPr/>
        </p:nvSpPr>
        <p:spPr>
          <a:xfrm rot="6080266" flipH="1">
            <a:off x="3958538" y="5651972"/>
            <a:ext cx="545721" cy="542908"/>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32" name="Group 31">
            <a:extLst>
              <a:ext uri="{FF2B5EF4-FFF2-40B4-BE49-F238E27FC236}">
                <a16:creationId xmlns:a16="http://schemas.microsoft.com/office/drawing/2014/main" id="{84D9D0DC-BFE9-1C1F-B23E-7B610166A84C}"/>
              </a:ext>
            </a:extLst>
          </p:cNvPr>
          <p:cNvGrpSpPr/>
          <p:nvPr/>
        </p:nvGrpSpPr>
        <p:grpSpPr>
          <a:xfrm>
            <a:off x="-8006461" y="0"/>
            <a:ext cx="5273040" cy="6858000"/>
            <a:chOff x="4533900" y="0"/>
            <a:chExt cx="5273040" cy="6858000"/>
          </a:xfrm>
        </p:grpSpPr>
        <p:sp>
          <p:nvSpPr>
            <p:cNvPr id="4" name="Parallelogram 3">
              <a:extLst>
                <a:ext uri="{FF2B5EF4-FFF2-40B4-BE49-F238E27FC236}">
                  <a16:creationId xmlns:a16="http://schemas.microsoft.com/office/drawing/2014/main" id="{BBFF39EA-1B17-81AC-345F-5389D738EB5E}"/>
                </a:ext>
              </a:extLst>
            </p:cNvPr>
            <p:cNvSpPr/>
            <p:nvPr/>
          </p:nvSpPr>
          <p:spPr>
            <a:xfrm>
              <a:off x="4533900" y="0"/>
              <a:ext cx="5273040" cy="6858000"/>
            </a:xfrm>
            <a:prstGeom prst="parallelogram">
              <a:avLst/>
            </a:prstGeom>
            <a:solidFill>
              <a:srgbClr val="FFC000"/>
            </a:solidFill>
            <a:ln>
              <a:noFill/>
            </a:ln>
            <a:effectLst>
              <a:outerShdw blurRad="330200" dist="177800" sx="97000" sy="97000" algn="ctr" rotWithShape="0">
                <a:srgbClr val="000000">
                  <a:alpha val="8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3" name="TextBox 12">
              <a:extLst>
                <a:ext uri="{FF2B5EF4-FFF2-40B4-BE49-F238E27FC236}">
                  <a16:creationId xmlns:a16="http://schemas.microsoft.com/office/drawing/2014/main" id="{A7C6631D-BCB0-B5C3-8708-41A2BA55D4BB}"/>
                </a:ext>
              </a:extLst>
            </p:cNvPr>
            <p:cNvSpPr txBox="1"/>
            <p:nvPr/>
          </p:nvSpPr>
          <p:spPr>
            <a:xfrm>
              <a:off x="6149916" y="3877748"/>
              <a:ext cx="2554246" cy="1196474"/>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Simple videos from real people are more effective than celebrity ads.</a:t>
              </a:r>
            </a:p>
          </p:txBody>
        </p:sp>
        <p:sp>
          <p:nvSpPr>
            <p:cNvPr id="14" name="TextBox 13">
              <a:extLst>
                <a:ext uri="{FF2B5EF4-FFF2-40B4-BE49-F238E27FC236}">
                  <a16:creationId xmlns:a16="http://schemas.microsoft.com/office/drawing/2014/main" id="{7D0CAFD2-9A42-D91D-2DD3-DBA3A0DFC1BC}"/>
                </a:ext>
              </a:extLst>
            </p:cNvPr>
            <p:cNvSpPr txBox="1"/>
            <p:nvPr/>
          </p:nvSpPr>
          <p:spPr>
            <a:xfrm>
              <a:off x="6403029" y="2857561"/>
              <a:ext cx="2770644" cy="646331"/>
            </a:xfrm>
            <a:prstGeom prst="rect">
              <a:avLst/>
            </a:prstGeom>
            <a:noFill/>
          </p:spPr>
          <p:txBody>
            <a:bodyPr wrap="square" rtlCol="0">
              <a:spAutoFit/>
            </a:bodyPr>
            <a:lstStyle/>
            <a:p>
              <a:r>
                <a:rPr lang="en-US" b="1" dirty="0">
                  <a:latin typeface="Times New Roman" panose="02020603050405020304" pitchFamily="18" charset="0"/>
                </a:rPr>
                <a:t>Power of UGC</a:t>
              </a:r>
            </a:p>
            <a:p>
              <a:r>
                <a:rPr lang="en-US" b="1" dirty="0">
                  <a:latin typeface="Times New Roman" panose="02020603050405020304" pitchFamily="18" charset="0"/>
                </a:rPr>
                <a:t>(User-Generated Content)</a:t>
              </a:r>
            </a:p>
          </p:txBody>
        </p:sp>
      </p:grpSp>
      <p:sp>
        <p:nvSpPr>
          <p:cNvPr id="21" name="Rectangle 20">
            <a:extLst>
              <a:ext uri="{FF2B5EF4-FFF2-40B4-BE49-F238E27FC236}">
                <a16:creationId xmlns:a16="http://schemas.microsoft.com/office/drawing/2014/main" id="{25F2FEA5-EA19-7120-1A55-90DCA6A9FE80}"/>
              </a:ext>
            </a:extLst>
          </p:cNvPr>
          <p:cNvSpPr/>
          <p:nvPr/>
        </p:nvSpPr>
        <p:spPr>
          <a:xfrm rot="6080266" flipH="1">
            <a:off x="5377295" y="681697"/>
            <a:ext cx="317410" cy="315774"/>
          </a:xfrm>
          <a:prstGeom prst="rect">
            <a:avLst/>
          </a:prstGeom>
          <a:solidFill>
            <a:schemeClr val="tx1"/>
          </a:solidFill>
          <a:ln>
            <a:noFill/>
          </a:ln>
          <a:effectLst>
            <a:outerShdw blurRad="50800" dist="50800" dir="5400000" algn="ctr" rotWithShape="0">
              <a:srgbClr val="000000">
                <a:alpha val="8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2" name="Rectangle 21">
            <a:extLst>
              <a:ext uri="{FF2B5EF4-FFF2-40B4-BE49-F238E27FC236}">
                <a16:creationId xmlns:a16="http://schemas.microsoft.com/office/drawing/2014/main" id="{DF1D9013-E043-1B7E-03D5-7E9AC1638E14}"/>
              </a:ext>
            </a:extLst>
          </p:cNvPr>
          <p:cNvSpPr/>
          <p:nvPr/>
        </p:nvSpPr>
        <p:spPr>
          <a:xfrm rot="20420388" flipH="1">
            <a:off x="6539349" y="1152252"/>
            <a:ext cx="528682" cy="525957"/>
          </a:xfrm>
          <a:prstGeom prst="rect">
            <a:avLst/>
          </a:prstGeom>
          <a:solidFill>
            <a:schemeClr val="bg1"/>
          </a:solidFill>
          <a:ln>
            <a:noFill/>
          </a:ln>
          <a:effectLst>
            <a:outerShdw blurRad="50800" dist="50800" dir="5400000" algn="ctr" rotWithShape="0">
              <a:srgbClr val="000000">
                <a:alpha val="9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33" name="Group 32">
            <a:extLst>
              <a:ext uri="{FF2B5EF4-FFF2-40B4-BE49-F238E27FC236}">
                <a16:creationId xmlns:a16="http://schemas.microsoft.com/office/drawing/2014/main" id="{14A5C45D-154D-EF2F-3A15-D3583EF0453F}"/>
              </a:ext>
            </a:extLst>
          </p:cNvPr>
          <p:cNvGrpSpPr/>
          <p:nvPr/>
        </p:nvGrpSpPr>
        <p:grpSpPr>
          <a:xfrm>
            <a:off x="-8213732" y="0"/>
            <a:ext cx="5273040" cy="6858000"/>
            <a:chOff x="1564005" y="0"/>
            <a:chExt cx="5273040" cy="6858000"/>
          </a:xfrm>
        </p:grpSpPr>
        <p:sp>
          <p:nvSpPr>
            <p:cNvPr id="5" name="Parallelogram 4">
              <a:extLst>
                <a:ext uri="{FF2B5EF4-FFF2-40B4-BE49-F238E27FC236}">
                  <a16:creationId xmlns:a16="http://schemas.microsoft.com/office/drawing/2014/main" id="{36DAAA71-9690-18F9-BABD-4139EA7F48E5}"/>
                </a:ext>
              </a:extLst>
            </p:cNvPr>
            <p:cNvSpPr/>
            <p:nvPr/>
          </p:nvSpPr>
          <p:spPr>
            <a:xfrm>
              <a:off x="1564005" y="0"/>
              <a:ext cx="5273040" cy="6858000"/>
            </a:xfrm>
            <a:prstGeom prst="parallelogram">
              <a:avLst/>
            </a:prstGeom>
            <a:solidFill>
              <a:srgbClr val="FFC000"/>
            </a:solidFill>
            <a:ln>
              <a:noFill/>
            </a:ln>
            <a:effectLst>
              <a:outerShdw blurRad="330200" dist="177800" sx="97000" sy="97000" algn="ctr" rotWithShape="0">
                <a:srgbClr val="000000">
                  <a:alpha val="8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1" name="TextBox 10">
              <a:extLst>
                <a:ext uri="{FF2B5EF4-FFF2-40B4-BE49-F238E27FC236}">
                  <a16:creationId xmlns:a16="http://schemas.microsoft.com/office/drawing/2014/main" id="{DD7A1933-7A84-8B54-2700-6FD4FFCF86C8}"/>
                </a:ext>
              </a:extLst>
            </p:cNvPr>
            <p:cNvSpPr txBox="1"/>
            <p:nvPr/>
          </p:nvSpPr>
          <p:spPr>
            <a:xfrm>
              <a:off x="3169344" y="3877748"/>
              <a:ext cx="2729112"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rPr>
                <a:t>Modern audiences ignore high-budget, polished commercials.</a:t>
              </a:r>
            </a:p>
          </p:txBody>
        </p:sp>
        <p:sp>
          <p:nvSpPr>
            <p:cNvPr id="12" name="TextBox 11">
              <a:extLst>
                <a:ext uri="{FF2B5EF4-FFF2-40B4-BE49-F238E27FC236}">
                  <a16:creationId xmlns:a16="http://schemas.microsoft.com/office/drawing/2014/main" id="{3468B810-8E7A-94AF-7ADD-4090ED1FE7B3}"/>
                </a:ext>
              </a:extLst>
            </p:cNvPr>
            <p:cNvSpPr txBox="1"/>
            <p:nvPr/>
          </p:nvSpPr>
          <p:spPr>
            <a:xfrm>
              <a:off x="3451825" y="2944299"/>
              <a:ext cx="1497400" cy="369332"/>
            </a:xfrm>
            <a:prstGeom prst="rect">
              <a:avLst/>
            </a:prstGeom>
            <a:noFill/>
          </p:spPr>
          <p:txBody>
            <a:bodyPr wrap="square" rtlCol="0">
              <a:spAutoFit/>
            </a:bodyPr>
            <a:lstStyle/>
            <a:p>
              <a:r>
                <a:rPr lang="en-US" b="1" dirty="0">
                  <a:latin typeface="Times New Roman" panose="02020603050405020304" pitchFamily="18" charset="0"/>
                </a:rPr>
                <a:t>Ad Fatigue</a:t>
              </a:r>
              <a:endParaRPr lang="en-US" dirty="0">
                <a:latin typeface="Times New Roman" panose="02020603050405020304" pitchFamily="18" charset="0"/>
              </a:endParaRPr>
            </a:p>
          </p:txBody>
        </p:sp>
      </p:grpSp>
      <p:sp>
        <p:nvSpPr>
          <p:cNvPr id="18" name="Rectangle 17">
            <a:extLst>
              <a:ext uri="{FF2B5EF4-FFF2-40B4-BE49-F238E27FC236}">
                <a16:creationId xmlns:a16="http://schemas.microsoft.com/office/drawing/2014/main" id="{271AB0BE-39AF-A219-AC53-16EADA28D088}"/>
              </a:ext>
            </a:extLst>
          </p:cNvPr>
          <p:cNvSpPr/>
          <p:nvPr/>
        </p:nvSpPr>
        <p:spPr>
          <a:xfrm rot="2559342" flipH="1">
            <a:off x="759484" y="1355525"/>
            <a:ext cx="328716" cy="327022"/>
          </a:xfrm>
          <a:prstGeom prst="rect">
            <a:avLst/>
          </a:prstGeom>
          <a:solidFill>
            <a:schemeClr val="bg1"/>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9" name="Rectangle 18">
            <a:extLst>
              <a:ext uri="{FF2B5EF4-FFF2-40B4-BE49-F238E27FC236}">
                <a16:creationId xmlns:a16="http://schemas.microsoft.com/office/drawing/2014/main" id="{F12EC691-591F-2518-9B3D-CCD3F4D2DD82}"/>
              </a:ext>
            </a:extLst>
          </p:cNvPr>
          <p:cNvSpPr/>
          <p:nvPr/>
        </p:nvSpPr>
        <p:spPr>
          <a:xfrm rot="7957583" flipH="1">
            <a:off x="1013783" y="1003611"/>
            <a:ext cx="1007438" cy="1030849"/>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7" name="Rectangle 16">
            <a:extLst>
              <a:ext uri="{FF2B5EF4-FFF2-40B4-BE49-F238E27FC236}">
                <a16:creationId xmlns:a16="http://schemas.microsoft.com/office/drawing/2014/main" id="{B52CC1F2-4019-CC87-7436-C336BA5DD15F}"/>
              </a:ext>
            </a:extLst>
          </p:cNvPr>
          <p:cNvSpPr/>
          <p:nvPr/>
        </p:nvSpPr>
        <p:spPr>
          <a:xfrm rot="2992157" flipH="1">
            <a:off x="1771159" y="1305930"/>
            <a:ext cx="661080" cy="557821"/>
          </a:xfrm>
          <a:prstGeom prst="rect">
            <a:avLst/>
          </a:prstGeom>
          <a:solidFill>
            <a:srgbClr val="FFC000"/>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6" name="Parallelogram 5">
            <a:extLst>
              <a:ext uri="{FF2B5EF4-FFF2-40B4-BE49-F238E27FC236}">
                <a16:creationId xmlns:a16="http://schemas.microsoft.com/office/drawing/2014/main" id="{1F4FDCEB-E369-EC75-A0A5-DA6ECC869D47}"/>
              </a:ext>
            </a:extLst>
          </p:cNvPr>
          <p:cNvSpPr/>
          <p:nvPr/>
        </p:nvSpPr>
        <p:spPr>
          <a:xfrm>
            <a:off x="-8449112" y="0"/>
            <a:ext cx="5273040" cy="6858000"/>
          </a:xfrm>
          <a:prstGeom prst="parallelogram">
            <a:avLst/>
          </a:prstGeom>
          <a:solidFill>
            <a:srgbClr val="FFC000"/>
          </a:solidFill>
          <a:ln>
            <a:noFill/>
          </a:ln>
          <a:effectLst>
            <a:outerShdw blurRad="330200" dist="177800" sx="97000" sy="97000" algn="ctr" rotWithShape="0">
              <a:srgbClr val="000000">
                <a:alpha val="8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23" name="Group 22">
            <a:extLst>
              <a:ext uri="{FF2B5EF4-FFF2-40B4-BE49-F238E27FC236}">
                <a16:creationId xmlns:a16="http://schemas.microsoft.com/office/drawing/2014/main" id="{84EC4C9A-94F9-D926-B416-714F5FABB104}"/>
              </a:ext>
            </a:extLst>
          </p:cNvPr>
          <p:cNvGrpSpPr/>
          <p:nvPr/>
        </p:nvGrpSpPr>
        <p:grpSpPr>
          <a:xfrm>
            <a:off x="8680416" y="707960"/>
            <a:ext cx="3111918" cy="12190023"/>
            <a:chOff x="503251" y="686803"/>
            <a:chExt cx="3111918" cy="12190023"/>
          </a:xfrm>
        </p:grpSpPr>
        <p:grpSp>
          <p:nvGrpSpPr>
            <p:cNvPr id="26" name="Group 25">
              <a:extLst>
                <a:ext uri="{FF2B5EF4-FFF2-40B4-BE49-F238E27FC236}">
                  <a16:creationId xmlns:a16="http://schemas.microsoft.com/office/drawing/2014/main" id="{9327EE71-47F6-D0AF-E2A1-734EF13E86A7}"/>
                </a:ext>
              </a:extLst>
            </p:cNvPr>
            <p:cNvGrpSpPr/>
            <p:nvPr/>
          </p:nvGrpSpPr>
          <p:grpSpPr>
            <a:xfrm>
              <a:off x="503251" y="686803"/>
              <a:ext cx="2252938" cy="12190023"/>
              <a:chOff x="1129831" y="-2607606"/>
              <a:chExt cx="2252938" cy="12190023"/>
            </a:xfrm>
            <a:effectLst>
              <a:outerShdw blurRad="228600" dist="76200" dir="7620000" algn="ctr" rotWithShape="0">
                <a:srgbClr val="000000">
                  <a:alpha val="81000"/>
                </a:srgbClr>
              </a:outerShdw>
            </a:effectLst>
            <a:scene3d>
              <a:camera prst="orthographicFront">
                <a:rot lat="0" lon="0" rev="0"/>
              </a:camera>
              <a:lightRig rig="threePt" dir="t"/>
            </a:scene3d>
          </p:grpSpPr>
          <p:sp>
            <p:nvSpPr>
              <p:cNvPr id="37" name="Freeform: Shape 36">
                <a:extLst>
                  <a:ext uri="{FF2B5EF4-FFF2-40B4-BE49-F238E27FC236}">
                    <a16:creationId xmlns:a16="http://schemas.microsoft.com/office/drawing/2014/main" id="{D04EBEDA-F59A-9F7A-6150-7B141E780A41}"/>
                  </a:ext>
                </a:extLst>
              </p:cNvPr>
              <p:cNvSpPr/>
              <p:nvPr/>
            </p:nvSpPr>
            <p:spPr>
              <a:xfrm rot="18900000">
                <a:off x="2054245" y="3149353"/>
                <a:ext cx="449222" cy="753409"/>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38" name="Freeform: Shape 37">
                <a:extLst>
                  <a:ext uri="{FF2B5EF4-FFF2-40B4-BE49-F238E27FC236}">
                    <a16:creationId xmlns:a16="http://schemas.microsoft.com/office/drawing/2014/main" id="{428CBD34-14C5-61AB-B29C-4F0D126E40CF}"/>
                  </a:ext>
                </a:extLst>
              </p:cNvPr>
              <p:cNvSpPr/>
              <p:nvPr/>
            </p:nvSpPr>
            <p:spPr>
              <a:xfrm rot="18900000">
                <a:off x="2004188" y="-1066606"/>
                <a:ext cx="449222" cy="830275"/>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39" name="Freeform: Shape 38">
                <a:extLst>
                  <a:ext uri="{FF2B5EF4-FFF2-40B4-BE49-F238E27FC236}">
                    <a16:creationId xmlns:a16="http://schemas.microsoft.com/office/drawing/2014/main" id="{E59F79BC-B039-FDC1-79B6-BF9891BA7BBF}"/>
                  </a:ext>
                </a:extLst>
              </p:cNvPr>
              <p:cNvSpPr/>
              <p:nvPr/>
            </p:nvSpPr>
            <p:spPr>
              <a:xfrm rot="18900000">
                <a:off x="1299576" y="-2607606"/>
                <a:ext cx="1908313" cy="1908314"/>
              </a:xfrm>
              <a:custGeom>
                <a:avLst/>
                <a:gdLst>
                  <a:gd name="connsiteX0" fmla="*/ 1850089 w 1908313"/>
                  <a:gd name="connsiteY0" fmla="*/ 58225 h 1908314"/>
                  <a:gd name="connsiteX1" fmla="*/ 1908313 w 1908313"/>
                  <a:gd name="connsiteY1" fmla="*/ 198790 h 1908314"/>
                  <a:gd name="connsiteX2" fmla="*/ 1908313 w 1908313"/>
                  <a:gd name="connsiteY2" fmla="*/ 1709525 h 1908314"/>
                  <a:gd name="connsiteX3" fmla="*/ 1709524 w 1908313"/>
                  <a:gd name="connsiteY3" fmla="*/ 1908314 h 1908314"/>
                  <a:gd name="connsiteX4" fmla="*/ 575069 w 1908313"/>
                  <a:gd name="connsiteY4" fmla="*/ 1908314 h 1908314"/>
                  <a:gd name="connsiteX5" fmla="*/ 561771 w 1908313"/>
                  <a:gd name="connsiteY5" fmla="*/ 1480433 h 1908314"/>
                  <a:gd name="connsiteX6" fmla="*/ 1365107 w 1908313"/>
                  <a:gd name="connsiteY6" fmla="*/ 1480433 h 1908314"/>
                  <a:gd name="connsiteX7" fmla="*/ 1474802 w 1908313"/>
                  <a:gd name="connsiteY7" fmla="*/ 1370738 h 1908314"/>
                  <a:gd name="connsiteX8" fmla="*/ 1474802 w 1908313"/>
                  <a:gd name="connsiteY8" fmla="*/ 537090 h 1908314"/>
                  <a:gd name="connsiteX9" fmla="*/ 1365107 w 1908313"/>
                  <a:gd name="connsiteY9" fmla="*/ 427395 h 1908314"/>
                  <a:gd name="connsiteX10" fmla="*/ 531459 w 1908313"/>
                  <a:gd name="connsiteY10" fmla="*/ 427395 h 1908314"/>
                  <a:gd name="connsiteX11" fmla="*/ 421764 w 1908313"/>
                  <a:gd name="connsiteY11" fmla="*/ 537090 h 1908314"/>
                  <a:gd name="connsiteX12" fmla="*/ 421764 w 1908313"/>
                  <a:gd name="connsiteY12" fmla="*/ 1370739 h 1908314"/>
                  <a:gd name="connsiteX13" fmla="*/ 430385 w 1908313"/>
                  <a:gd name="connsiteY13" fmla="*/ 1413436 h 1908314"/>
                  <a:gd name="connsiteX14" fmla="*/ 437581 w 1908313"/>
                  <a:gd name="connsiteY14" fmla="*/ 1424110 h 1908314"/>
                  <a:gd name="connsiteX15" fmla="*/ 442252 w 1908313"/>
                  <a:gd name="connsiteY15" fmla="*/ 1574404 h 1908314"/>
                  <a:gd name="connsiteX16" fmla="*/ 441823 w 1908313"/>
                  <a:gd name="connsiteY16" fmla="*/ 1572278 h 1908314"/>
                  <a:gd name="connsiteX17" fmla="*/ 258656 w 1908313"/>
                  <a:gd name="connsiteY17" fmla="*/ 1450867 h 1908314"/>
                  <a:gd name="connsiteX18" fmla="*/ 3408 w 1908313"/>
                  <a:gd name="connsiteY18" fmla="*/ 1450867 h 1908314"/>
                  <a:gd name="connsiteX19" fmla="*/ 0 w 1908313"/>
                  <a:gd name="connsiteY19" fmla="*/ 1341225 h 1908314"/>
                  <a:gd name="connsiteX20" fmla="*/ 0 w 1908313"/>
                  <a:gd name="connsiteY20" fmla="*/ 198790 h 1908314"/>
                  <a:gd name="connsiteX21" fmla="*/ 198789 w 1908313"/>
                  <a:gd name="connsiteY21" fmla="*/ 1 h 1908314"/>
                  <a:gd name="connsiteX22" fmla="*/ 1709524 w 1908313"/>
                  <a:gd name="connsiteY22" fmla="*/ 1 h 1908314"/>
                  <a:gd name="connsiteX23" fmla="*/ 1850089 w 1908313"/>
                  <a:gd name="connsiteY23" fmla="*/ 58225 h 190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4">
                    <a:moveTo>
                      <a:pt x="1850089" y="58225"/>
                    </a:moveTo>
                    <a:cubicBezTo>
                      <a:pt x="1886063" y="94198"/>
                      <a:pt x="1908313" y="143896"/>
                      <a:pt x="1908313" y="198790"/>
                    </a:cubicBezTo>
                    <a:lnTo>
                      <a:pt x="1908313" y="1709525"/>
                    </a:lnTo>
                    <a:cubicBezTo>
                      <a:pt x="1908313" y="1819312"/>
                      <a:pt x="1819312" y="1908313"/>
                      <a:pt x="1709524" y="1908314"/>
                    </a:cubicBezTo>
                    <a:lnTo>
                      <a:pt x="575069" y="1908314"/>
                    </a:lnTo>
                    <a:lnTo>
                      <a:pt x="561771" y="1480433"/>
                    </a:lnTo>
                    <a:lnTo>
                      <a:pt x="1365107" y="1480433"/>
                    </a:lnTo>
                    <a:cubicBezTo>
                      <a:pt x="1425690" y="1480433"/>
                      <a:pt x="1474802" y="1431321"/>
                      <a:pt x="1474802" y="1370738"/>
                    </a:cubicBezTo>
                    <a:lnTo>
                      <a:pt x="1474802" y="537090"/>
                    </a:lnTo>
                    <a:cubicBezTo>
                      <a:pt x="1474802" y="476507"/>
                      <a:pt x="1425691" y="427395"/>
                      <a:pt x="1365107" y="427395"/>
                    </a:cubicBezTo>
                    <a:lnTo>
                      <a:pt x="531459" y="427395"/>
                    </a:lnTo>
                    <a:cubicBezTo>
                      <a:pt x="470876" y="427395"/>
                      <a:pt x="421764" y="476507"/>
                      <a:pt x="421764" y="537090"/>
                    </a:cubicBezTo>
                    <a:lnTo>
                      <a:pt x="421764" y="1370739"/>
                    </a:lnTo>
                    <a:cubicBezTo>
                      <a:pt x="421764" y="1385884"/>
                      <a:pt x="424834" y="1400313"/>
                      <a:pt x="430385" y="1413436"/>
                    </a:cubicBezTo>
                    <a:lnTo>
                      <a:pt x="437581" y="1424110"/>
                    </a:lnTo>
                    <a:lnTo>
                      <a:pt x="442252" y="1574404"/>
                    </a:lnTo>
                    <a:lnTo>
                      <a:pt x="441823" y="1572278"/>
                    </a:lnTo>
                    <a:cubicBezTo>
                      <a:pt x="411645" y="1500930"/>
                      <a:pt x="340997" y="1450867"/>
                      <a:pt x="258656" y="1450867"/>
                    </a:cubicBezTo>
                    <a:lnTo>
                      <a:pt x="3408" y="1450867"/>
                    </a:lnTo>
                    <a:lnTo>
                      <a:pt x="0" y="1341225"/>
                    </a:lnTo>
                    <a:lnTo>
                      <a:pt x="0" y="198790"/>
                    </a:lnTo>
                    <a:cubicBezTo>
                      <a:pt x="0" y="89001"/>
                      <a:pt x="89001" y="0"/>
                      <a:pt x="198789" y="1"/>
                    </a:cubicBezTo>
                    <a:lnTo>
                      <a:pt x="1709524" y="1"/>
                    </a:lnTo>
                    <a:cubicBezTo>
                      <a:pt x="1764418" y="0"/>
                      <a:pt x="1814115" y="22251"/>
                      <a:pt x="1850089" y="58225"/>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0" name="Freeform: Shape 39">
                <a:extLst>
                  <a:ext uri="{FF2B5EF4-FFF2-40B4-BE49-F238E27FC236}">
                    <a16:creationId xmlns:a16="http://schemas.microsoft.com/office/drawing/2014/main" id="{F9AC6315-E95C-ECBF-265B-2D9EDD659C36}"/>
                  </a:ext>
                </a:extLst>
              </p:cNvPr>
              <p:cNvSpPr/>
              <p:nvPr/>
            </p:nvSpPr>
            <p:spPr>
              <a:xfrm rot="18900000">
                <a:off x="2007074" y="7298477"/>
                <a:ext cx="449222" cy="604820"/>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1" name="Freeform: Shape 40">
                <a:extLst>
                  <a:ext uri="{FF2B5EF4-FFF2-40B4-BE49-F238E27FC236}">
                    <a16:creationId xmlns:a16="http://schemas.microsoft.com/office/drawing/2014/main" id="{CE785FF8-780E-8227-EF2A-F9DF269250CC}"/>
                  </a:ext>
                </a:extLst>
              </p:cNvPr>
              <p:cNvSpPr/>
              <p:nvPr/>
            </p:nvSpPr>
            <p:spPr>
              <a:xfrm rot="18900000">
                <a:off x="2041265" y="5193291"/>
                <a:ext cx="438308" cy="752915"/>
              </a:xfrm>
              <a:custGeom>
                <a:avLst/>
                <a:gdLst>
                  <a:gd name="connsiteX0" fmla="*/ 384675 w 438308"/>
                  <a:gd name="connsiteY0" fmla="*/ 58224 h 475665"/>
                  <a:gd name="connsiteX1" fmla="*/ 427276 w 438308"/>
                  <a:gd name="connsiteY1" fmla="*/ 121412 h 475665"/>
                  <a:gd name="connsiteX2" fmla="*/ 428729 w 438308"/>
                  <a:gd name="connsiteY2" fmla="*/ 128605 h 475665"/>
                  <a:gd name="connsiteX3" fmla="*/ 438308 w 438308"/>
                  <a:gd name="connsiteY3" fmla="*/ 475665 h 475665"/>
                  <a:gd name="connsiteX4" fmla="*/ 197201 w 438308"/>
                  <a:gd name="connsiteY4" fmla="*/ 475665 h 475665"/>
                  <a:gd name="connsiteX5" fmla="*/ 14033 w 438308"/>
                  <a:gd name="connsiteY5" fmla="*/ 354253 h 475665"/>
                  <a:gd name="connsiteX6" fmla="*/ 3805 w 438308"/>
                  <a:gd name="connsiteY6" fmla="*/ 303589 h 475665"/>
                  <a:gd name="connsiteX7" fmla="*/ 0 w 438308"/>
                  <a:gd name="connsiteY7" fmla="*/ 1 h 475665"/>
                  <a:gd name="connsiteX8" fmla="*/ 244110 w 438308"/>
                  <a:gd name="connsiteY8" fmla="*/ 1 h 475665"/>
                  <a:gd name="connsiteX9" fmla="*/ 384675 w 438308"/>
                  <a:gd name="connsiteY9" fmla="*/ 58224 h 4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8308" h="475665">
                    <a:moveTo>
                      <a:pt x="384675" y="58224"/>
                    </a:moveTo>
                    <a:cubicBezTo>
                      <a:pt x="402662" y="76211"/>
                      <a:pt x="417218" y="97629"/>
                      <a:pt x="427276" y="121412"/>
                    </a:cubicBezTo>
                    <a:lnTo>
                      <a:pt x="428729" y="128605"/>
                    </a:lnTo>
                    <a:lnTo>
                      <a:pt x="438308" y="475665"/>
                    </a:lnTo>
                    <a:lnTo>
                      <a:pt x="197201" y="475665"/>
                    </a:lnTo>
                    <a:cubicBezTo>
                      <a:pt x="114860" y="475665"/>
                      <a:pt x="44211" y="425602"/>
                      <a:pt x="14033" y="354253"/>
                    </a:cubicBezTo>
                    <a:lnTo>
                      <a:pt x="3805" y="303589"/>
                    </a:lnTo>
                    <a:lnTo>
                      <a:pt x="0" y="1"/>
                    </a:lnTo>
                    <a:lnTo>
                      <a:pt x="244110" y="1"/>
                    </a:lnTo>
                    <a:cubicBezTo>
                      <a:pt x="299004" y="-1"/>
                      <a:pt x="348701" y="22250"/>
                      <a:pt x="384675"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2" name="Freeform: Shape 41">
                <a:extLst>
                  <a:ext uri="{FF2B5EF4-FFF2-40B4-BE49-F238E27FC236}">
                    <a16:creationId xmlns:a16="http://schemas.microsoft.com/office/drawing/2014/main" id="{C3F38C6E-C4C9-6C23-F035-861B77699F44}"/>
                  </a:ext>
                </a:extLst>
              </p:cNvPr>
              <p:cNvSpPr/>
              <p:nvPr/>
            </p:nvSpPr>
            <p:spPr>
              <a:xfrm rot="18900000">
                <a:off x="1886938" y="5461917"/>
                <a:ext cx="1588" cy="92397"/>
              </a:xfrm>
              <a:custGeom>
                <a:avLst/>
                <a:gdLst>
                  <a:gd name="connsiteX0" fmla="*/ 431 w 1588"/>
                  <a:gd name="connsiteY0" fmla="*/ 0 h 92397"/>
                  <a:gd name="connsiteX1" fmla="*/ 1588 w 1588"/>
                  <a:gd name="connsiteY1" fmla="*/ 92397 h 92397"/>
                  <a:gd name="connsiteX2" fmla="*/ 0 w 1588"/>
                  <a:gd name="connsiteY2" fmla="*/ 92397 h 92397"/>
                  <a:gd name="connsiteX3" fmla="*/ 0 w 1588"/>
                  <a:gd name="connsiteY3" fmla="*/ 6 h 92397"/>
                  <a:gd name="connsiteX4" fmla="*/ 431 w 1588"/>
                  <a:gd name="connsiteY4" fmla="*/ 0 h 92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 h="92397">
                    <a:moveTo>
                      <a:pt x="431" y="0"/>
                    </a:moveTo>
                    <a:lnTo>
                      <a:pt x="1588" y="92397"/>
                    </a:lnTo>
                    <a:lnTo>
                      <a:pt x="0" y="92397"/>
                    </a:lnTo>
                    <a:lnTo>
                      <a:pt x="0" y="6"/>
                    </a:lnTo>
                    <a:lnTo>
                      <a:pt x="43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3" name="Freeform: Shape 42">
                <a:extLst>
                  <a:ext uri="{FF2B5EF4-FFF2-40B4-BE49-F238E27FC236}">
                    <a16:creationId xmlns:a16="http://schemas.microsoft.com/office/drawing/2014/main" id="{8236E352-08F7-F751-03DC-A3B01A0A31A0}"/>
                  </a:ext>
                </a:extLst>
              </p:cNvPr>
              <p:cNvSpPr/>
              <p:nvPr/>
            </p:nvSpPr>
            <p:spPr>
              <a:xfrm rot="18900000">
                <a:off x="2601109" y="5550703"/>
                <a:ext cx="4591" cy="97710"/>
              </a:xfrm>
              <a:custGeom>
                <a:avLst/>
                <a:gdLst>
                  <a:gd name="connsiteX0" fmla="*/ 4591 w 4591"/>
                  <a:gd name="connsiteY0" fmla="*/ 0 h 97710"/>
                  <a:gd name="connsiteX1" fmla="*/ 4591 w 4591"/>
                  <a:gd name="connsiteY1" fmla="*/ 97658 h 97710"/>
                  <a:gd name="connsiteX2" fmla="*/ 2697 w 4591"/>
                  <a:gd name="connsiteY2" fmla="*/ 97710 h 97710"/>
                  <a:gd name="connsiteX3" fmla="*/ 0 w 4591"/>
                  <a:gd name="connsiteY3" fmla="*/ 0 h 97710"/>
                  <a:gd name="connsiteX4" fmla="*/ 4591 w 4591"/>
                  <a:gd name="connsiteY4" fmla="*/ 0 h 97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1" h="97710">
                    <a:moveTo>
                      <a:pt x="4591" y="0"/>
                    </a:moveTo>
                    <a:lnTo>
                      <a:pt x="4591" y="97658"/>
                    </a:lnTo>
                    <a:lnTo>
                      <a:pt x="2697" y="97710"/>
                    </a:lnTo>
                    <a:lnTo>
                      <a:pt x="0" y="0"/>
                    </a:lnTo>
                    <a:lnTo>
                      <a:pt x="459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4" name="Freeform: Shape 43">
                <a:extLst>
                  <a:ext uri="{FF2B5EF4-FFF2-40B4-BE49-F238E27FC236}">
                    <a16:creationId xmlns:a16="http://schemas.microsoft.com/office/drawing/2014/main" id="{BD48DEC4-F9FC-D4DC-FD5D-80B31BD4561D}"/>
                  </a:ext>
                </a:extLst>
              </p:cNvPr>
              <p:cNvSpPr/>
              <p:nvPr/>
            </p:nvSpPr>
            <p:spPr>
              <a:xfrm rot="18900000">
                <a:off x="1922453" y="3642829"/>
                <a:ext cx="1316334" cy="1582646"/>
              </a:xfrm>
              <a:custGeom>
                <a:avLst/>
                <a:gdLst>
                  <a:gd name="connsiteX0" fmla="*/ 1311519 w 1316334"/>
                  <a:gd name="connsiteY0" fmla="*/ 131780 h 1582646"/>
                  <a:gd name="connsiteX1" fmla="*/ 1314529 w 1316334"/>
                  <a:gd name="connsiteY1" fmla="*/ 228660 h 1582646"/>
                  <a:gd name="connsiteX2" fmla="*/ 1316334 w 1316334"/>
                  <a:gd name="connsiteY2" fmla="*/ 228603 h 1582646"/>
                  <a:gd name="connsiteX3" fmla="*/ 1316334 w 1316334"/>
                  <a:gd name="connsiteY3" fmla="*/ 1383857 h 1582646"/>
                  <a:gd name="connsiteX4" fmla="*/ 1117545 w 1316334"/>
                  <a:gd name="connsiteY4" fmla="*/ 1582646 h 1582646"/>
                  <a:gd name="connsiteX5" fmla="*/ 11809 w 1316334"/>
                  <a:gd name="connsiteY5" fmla="*/ 1582646 h 1582646"/>
                  <a:gd name="connsiteX6" fmla="*/ 0 w 1316334"/>
                  <a:gd name="connsiteY6" fmla="*/ 1154766 h 1582646"/>
                  <a:gd name="connsiteX7" fmla="*/ 773127 w 1316334"/>
                  <a:gd name="connsiteY7" fmla="*/ 1154766 h 1582646"/>
                  <a:gd name="connsiteX8" fmla="*/ 882822 w 1316334"/>
                  <a:gd name="connsiteY8" fmla="*/ 1045069 h 1582646"/>
                  <a:gd name="connsiteX9" fmla="*/ 882823 w 1316334"/>
                  <a:gd name="connsiteY9" fmla="*/ 211422 h 1582646"/>
                  <a:gd name="connsiteX10" fmla="*/ 877169 w 1316334"/>
                  <a:gd name="connsiteY10" fmla="*/ 183417 h 1582646"/>
                  <a:gd name="connsiteX11" fmla="*/ 878117 w 1316334"/>
                  <a:gd name="connsiteY11" fmla="*/ 183388 h 1582646"/>
                  <a:gd name="connsiteX12" fmla="*/ 872418 w 1316334"/>
                  <a:gd name="connsiteY12" fmla="*/ 0 h 1582646"/>
                  <a:gd name="connsiteX13" fmla="*/ 874511 w 1316334"/>
                  <a:gd name="connsiteY13" fmla="*/ 10367 h 1582646"/>
                  <a:gd name="connsiteX14" fmla="*/ 1057678 w 1316334"/>
                  <a:gd name="connsiteY14" fmla="*/ 131780 h 1582646"/>
                  <a:gd name="connsiteX15" fmla="*/ 1311519 w 1316334"/>
                  <a:gd name="connsiteY15" fmla="*/ 131780 h 1582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6334" h="1582646">
                    <a:moveTo>
                      <a:pt x="1311519" y="131780"/>
                    </a:moveTo>
                    <a:lnTo>
                      <a:pt x="1314529" y="228660"/>
                    </a:lnTo>
                    <a:lnTo>
                      <a:pt x="1316334" y="228603"/>
                    </a:lnTo>
                    <a:lnTo>
                      <a:pt x="1316334" y="1383857"/>
                    </a:lnTo>
                    <a:cubicBezTo>
                      <a:pt x="1316333" y="1493645"/>
                      <a:pt x="1227333" y="1582645"/>
                      <a:pt x="1117545" y="1582646"/>
                    </a:cubicBezTo>
                    <a:lnTo>
                      <a:pt x="11809" y="1582646"/>
                    </a:lnTo>
                    <a:lnTo>
                      <a:pt x="0" y="1154766"/>
                    </a:lnTo>
                    <a:lnTo>
                      <a:pt x="773127" y="1154766"/>
                    </a:lnTo>
                    <a:cubicBezTo>
                      <a:pt x="833711" y="1154766"/>
                      <a:pt x="882823" y="1105654"/>
                      <a:pt x="882822" y="1045069"/>
                    </a:cubicBezTo>
                    <a:lnTo>
                      <a:pt x="882823" y="211422"/>
                    </a:lnTo>
                    <a:lnTo>
                      <a:pt x="877169" y="183417"/>
                    </a:lnTo>
                    <a:lnTo>
                      <a:pt x="878117" y="183388"/>
                    </a:lnTo>
                    <a:lnTo>
                      <a:pt x="872418" y="0"/>
                    </a:lnTo>
                    <a:lnTo>
                      <a:pt x="874511" y="10367"/>
                    </a:lnTo>
                    <a:cubicBezTo>
                      <a:pt x="904689" y="81716"/>
                      <a:pt x="975337" y="131779"/>
                      <a:pt x="1057678" y="131780"/>
                    </a:cubicBezTo>
                    <a:lnTo>
                      <a:pt x="1311519" y="13178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5" name="Freeform: Shape 44">
                <a:extLst>
                  <a:ext uri="{FF2B5EF4-FFF2-40B4-BE49-F238E27FC236}">
                    <a16:creationId xmlns:a16="http://schemas.microsoft.com/office/drawing/2014/main" id="{631CB44F-1F0B-7644-28D0-0A1A977CA976}"/>
                  </a:ext>
                </a:extLst>
              </p:cNvPr>
              <p:cNvSpPr/>
              <p:nvPr/>
            </p:nvSpPr>
            <p:spPr>
              <a:xfrm rot="18900000">
                <a:off x="1261799" y="3824095"/>
                <a:ext cx="1345120" cy="1561254"/>
              </a:xfrm>
              <a:custGeom>
                <a:avLst/>
                <a:gdLst>
                  <a:gd name="connsiteX0" fmla="*/ 1331836 w 1345120"/>
                  <a:gd name="connsiteY0" fmla="*/ 0 h 1561254"/>
                  <a:gd name="connsiteX1" fmla="*/ 1345120 w 1345120"/>
                  <a:gd name="connsiteY1" fmla="*/ 427395 h 1561254"/>
                  <a:gd name="connsiteX2" fmla="*/ 531459 w 1345120"/>
                  <a:gd name="connsiteY2" fmla="*/ 427395 h 1561254"/>
                  <a:gd name="connsiteX3" fmla="*/ 421764 w 1345120"/>
                  <a:gd name="connsiteY3" fmla="*/ 537091 h 1561254"/>
                  <a:gd name="connsiteX4" fmla="*/ 421764 w 1345120"/>
                  <a:gd name="connsiteY4" fmla="*/ 1370739 h 1561254"/>
                  <a:gd name="connsiteX5" fmla="*/ 425580 w 1345120"/>
                  <a:gd name="connsiteY5" fmla="*/ 1389640 h 1561254"/>
                  <a:gd name="connsiteX6" fmla="*/ 430317 w 1345120"/>
                  <a:gd name="connsiteY6" fmla="*/ 1561254 h 1561254"/>
                  <a:gd name="connsiteX7" fmla="*/ 428864 w 1345120"/>
                  <a:gd name="connsiteY7" fmla="*/ 1554061 h 1561254"/>
                  <a:gd name="connsiteX8" fmla="*/ 386263 w 1345120"/>
                  <a:gd name="connsiteY8" fmla="*/ 1490873 h 1561254"/>
                  <a:gd name="connsiteX9" fmla="*/ 245698 w 1345120"/>
                  <a:gd name="connsiteY9" fmla="*/ 1432650 h 1561254"/>
                  <a:gd name="connsiteX10" fmla="*/ 1588 w 1345120"/>
                  <a:gd name="connsiteY10" fmla="*/ 1432650 h 1561254"/>
                  <a:gd name="connsiteX11" fmla="*/ 431 w 1345120"/>
                  <a:gd name="connsiteY11" fmla="*/ 1340253 h 1561254"/>
                  <a:gd name="connsiteX12" fmla="*/ 0 w 1345120"/>
                  <a:gd name="connsiteY12" fmla="*/ 1340259 h 1561254"/>
                  <a:gd name="connsiteX13" fmla="*/ 0 w 1345120"/>
                  <a:gd name="connsiteY13" fmla="*/ 198790 h 1561254"/>
                  <a:gd name="connsiteX14" fmla="*/ 198789 w 1345120"/>
                  <a:gd name="connsiteY14" fmla="*/ 1 h 1561254"/>
                  <a:gd name="connsiteX15" fmla="*/ 1331836 w 1345120"/>
                  <a:gd name="connsiteY15" fmla="*/ 0 h 1561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5120" h="1561254">
                    <a:moveTo>
                      <a:pt x="1331836" y="0"/>
                    </a:moveTo>
                    <a:lnTo>
                      <a:pt x="1345120" y="427395"/>
                    </a:lnTo>
                    <a:lnTo>
                      <a:pt x="531459" y="427395"/>
                    </a:lnTo>
                    <a:cubicBezTo>
                      <a:pt x="470876" y="427395"/>
                      <a:pt x="421764" y="476508"/>
                      <a:pt x="421764" y="537091"/>
                    </a:cubicBezTo>
                    <a:lnTo>
                      <a:pt x="421764" y="1370739"/>
                    </a:lnTo>
                    <a:lnTo>
                      <a:pt x="425580" y="1389640"/>
                    </a:lnTo>
                    <a:lnTo>
                      <a:pt x="430317" y="1561254"/>
                    </a:lnTo>
                    <a:lnTo>
                      <a:pt x="428864" y="1554061"/>
                    </a:lnTo>
                    <a:cubicBezTo>
                      <a:pt x="418806" y="1530278"/>
                      <a:pt x="404250" y="1508860"/>
                      <a:pt x="386263" y="1490873"/>
                    </a:cubicBezTo>
                    <a:cubicBezTo>
                      <a:pt x="350289" y="1454899"/>
                      <a:pt x="300592" y="1432648"/>
                      <a:pt x="245698" y="1432650"/>
                    </a:cubicBezTo>
                    <a:lnTo>
                      <a:pt x="1588" y="1432650"/>
                    </a:lnTo>
                    <a:lnTo>
                      <a:pt x="431" y="1340253"/>
                    </a:lnTo>
                    <a:lnTo>
                      <a:pt x="0" y="1340259"/>
                    </a:lnTo>
                    <a:lnTo>
                      <a:pt x="0" y="198790"/>
                    </a:lnTo>
                    <a:cubicBezTo>
                      <a:pt x="0" y="89002"/>
                      <a:pt x="89001" y="1"/>
                      <a:pt x="198789" y="1"/>
                    </a:cubicBezTo>
                    <a:lnTo>
                      <a:pt x="1331836"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6" name="Freeform: Shape 45">
                <a:extLst>
                  <a:ext uri="{FF2B5EF4-FFF2-40B4-BE49-F238E27FC236}">
                    <a16:creationId xmlns:a16="http://schemas.microsoft.com/office/drawing/2014/main" id="{434C92A4-CAE5-7CE8-393C-34A307B711A1}"/>
                  </a:ext>
                </a:extLst>
              </p:cNvPr>
              <p:cNvSpPr/>
              <p:nvPr/>
            </p:nvSpPr>
            <p:spPr>
              <a:xfrm rot="18900000">
                <a:off x="2435684" y="5272165"/>
                <a:ext cx="14170" cy="347060"/>
              </a:xfrm>
              <a:custGeom>
                <a:avLst/>
                <a:gdLst>
                  <a:gd name="connsiteX0" fmla="*/ 0 w 14170"/>
                  <a:gd name="connsiteY0" fmla="*/ 0 h 347060"/>
                  <a:gd name="connsiteX1" fmla="*/ 14170 w 14170"/>
                  <a:gd name="connsiteY1" fmla="*/ 70185 h 347060"/>
                  <a:gd name="connsiteX2" fmla="*/ 14170 w 14170"/>
                  <a:gd name="connsiteY2" fmla="*/ 347060 h 347060"/>
                  <a:gd name="connsiteX3" fmla="*/ 9579 w 14170"/>
                  <a:gd name="connsiteY3" fmla="*/ 347060 h 347060"/>
                  <a:gd name="connsiteX4" fmla="*/ 0 w 14170"/>
                  <a:gd name="connsiteY4" fmla="*/ 0 h 34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70" h="347060">
                    <a:moveTo>
                      <a:pt x="0" y="0"/>
                    </a:moveTo>
                    <a:lnTo>
                      <a:pt x="14170" y="70185"/>
                    </a:lnTo>
                    <a:lnTo>
                      <a:pt x="14170" y="347060"/>
                    </a:lnTo>
                    <a:lnTo>
                      <a:pt x="9579" y="347060"/>
                    </a:lnTo>
                    <a:lnTo>
                      <a:pt x="0"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7" name="Freeform: Shape 46">
                <a:extLst>
                  <a:ext uri="{FF2B5EF4-FFF2-40B4-BE49-F238E27FC236}">
                    <a16:creationId xmlns:a16="http://schemas.microsoft.com/office/drawing/2014/main" id="{CD912536-3A82-F9A3-2769-016A7B494612}"/>
                  </a:ext>
                </a:extLst>
              </p:cNvPr>
              <p:cNvSpPr/>
              <p:nvPr/>
            </p:nvSpPr>
            <p:spPr>
              <a:xfrm rot="18900000">
                <a:off x="2026383" y="5494977"/>
                <a:ext cx="5393" cy="303588"/>
              </a:xfrm>
              <a:custGeom>
                <a:avLst/>
                <a:gdLst>
                  <a:gd name="connsiteX0" fmla="*/ 1588 w 5393"/>
                  <a:gd name="connsiteY0" fmla="*/ 0 h 303588"/>
                  <a:gd name="connsiteX1" fmla="*/ 5393 w 5393"/>
                  <a:gd name="connsiteY1" fmla="*/ 303588 h 303588"/>
                  <a:gd name="connsiteX2" fmla="*/ 0 w 5393"/>
                  <a:gd name="connsiteY2" fmla="*/ 276875 h 303588"/>
                  <a:gd name="connsiteX3" fmla="*/ 0 w 5393"/>
                  <a:gd name="connsiteY3" fmla="*/ 0 h 303588"/>
                  <a:gd name="connsiteX4" fmla="*/ 1588 w 5393"/>
                  <a:gd name="connsiteY4" fmla="*/ 0 h 303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3" h="303588">
                    <a:moveTo>
                      <a:pt x="1588" y="0"/>
                    </a:moveTo>
                    <a:lnTo>
                      <a:pt x="5393" y="303588"/>
                    </a:lnTo>
                    <a:lnTo>
                      <a:pt x="0" y="276875"/>
                    </a:lnTo>
                    <a:lnTo>
                      <a:pt x="0" y="0"/>
                    </a:lnTo>
                    <a:lnTo>
                      <a:pt x="1588"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8" name="Freeform: Shape 47">
                <a:extLst>
                  <a:ext uri="{FF2B5EF4-FFF2-40B4-BE49-F238E27FC236}">
                    <a16:creationId xmlns:a16="http://schemas.microsoft.com/office/drawing/2014/main" id="{BE0508E8-53AF-CFF7-9BD3-B062D65BAD49}"/>
                  </a:ext>
                </a:extLst>
              </p:cNvPr>
              <p:cNvSpPr/>
              <p:nvPr/>
            </p:nvSpPr>
            <p:spPr>
              <a:xfrm rot="18900000">
                <a:off x="1866818" y="5682781"/>
                <a:ext cx="1346542" cy="1604725"/>
              </a:xfrm>
              <a:custGeom>
                <a:avLst/>
                <a:gdLst>
                  <a:gd name="connsiteX0" fmla="*/ 1341951 w 1346542"/>
                  <a:gd name="connsiteY0" fmla="*/ 172076 h 1604725"/>
                  <a:gd name="connsiteX1" fmla="*/ 1344648 w 1346542"/>
                  <a:gd name="connsiteY1" fmla="*/ 269786 h 1604725"/>
                  <a:gd name="connsiteX2" fmla="*/ 1346542 w 1346542"/>
                  <a:gd name="connsiteY2" fmla="*/ 269734 h 1604725"/>
                  <a:gd name="connsiteX3" fmla="*/ 1346542 w 1346542"/>
                  <a:gd name="connsiteY3" fmla="*/ 1405936 h 1604725"/>
                  <a:gd name="connsiteX4" fmla="*/ 1147753 w 1346542"/>
                  <a:gd name="connsiteY4" fmla="*/ 1604725 h 1604725"/>
                  <a:gd name="connsiteX5" fmla="*/ 13298 w 1346542"/>
                  <a:gd name="connsiteY5" fmla="*/ 1604724 h 1604725"/>
                  <a:gd name="connsiteX6" fmla="*/ 0 w 1346542"/>
                  <a:gd name="connsiteY6" fmla="*/ 1176844 h 1604725"/>
                  <a:gd name="connsiteX7" fmla="*/ 803336 w 1346542"/>
                  <a:gd name="connsiteY7" fmla="*/ 1176844 h 1604725"/>
                  <a:gd name="connsiteX8" fmla="*/ 913031 w 1346542"/>
                  <a:gd name="connsiteY8" fmla="*/ 1067149 h 1604725"/>
                  <a:gd name="connsiteX9" fmla="*/ 913031 w 1346542"/>
                  <a:gd name="connsiteY9" fmla="*/ 233500 h 1604725"/>
                  <a:gd name="connsiteX10" fmla="*/ 910198 w 1346542"/>
                  <a:gd name="connsiteY10" fmla="*/ 219466 h 1604725"/>
                  <a:gd name="connsiteX11" fmla="*/ 907448 w 1346542"/>
                  <a:gd name="connsiteY11" fmla="*/ 0 h 1604725"/>
                  <a:gd name="connsiteX12" fmla="*/ 917676 w 1346542"/>
                  <a:gd name="connsiteY12" fmla="*/ 50664 h 1604725"/>
                  <a:gd name="connsiteX13" fmla="*/ 1100844 w 1346542"/>
                  <a:gd name="connsiteY13" fmla="*/ 172076 h 1604725"/>
                  <a:gd name="connsiteX14" fmla="*/ 1341951 w 1346542"/>
                  <a:gd name="connsiteY14" fmla="*/ 172076 h 1604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6542" h="1604725">
                    <a:moveTo>
                      <a:pt x="1341951" y="172076"/>
                    </a:moveTo>
                    <a:lnTo>
                      <a:pt x="1344648" y="269786"/>
                    </a:lnTo>
                    <a:lnTo>
                      <a:pt x="1346542" y="269734"/>
                    </a:lnTo>
                    <a:lnTo>
                      <a:pt x="1346542" y="1405936"/>
                    </a:lnTo>
                    <a:cubicBezTo>
                      <a:pt x="1346542" y="1515722"/>
                      <a:pt x="1257541" y="1604723"/>
                      <a:pt x="1147753" y="1604725"/>
                    </a:cubicBezTo>
                    <a:lnTo>
                      <a:pt x="13298" y="1604724"/>
                    </a:lnTo>
                    <a:lnTo>
                      <a:pt x="0" y="1176844"/>
                    </a:lnTo>
                    <a:lnTo>
                      <a:pt x="803336" y="1176844"/>
                    </a:lnTo>
                    <a:cubicBezTo>
                      <a:pt x="863919" y="1176843"/>
                      <a:pt x="913031" y="1127731"/>
                      <a:pt x="913031" y="1067149"/>
                    </a:cubicBezTo>
                    <a:lnTo>
                      <a:pt x="913031" y="233500"/>
                    </a:lnTo>
                    <a:lnTo>
                      <a:pt x="910198" y="219466"/>
                    </a:lnTo>
                    <a:lnTo>
                      <a:pt x="907448" y="0"/>
                    </a:lnTo>
                    <a:lnTo>
                      <a:pt x="917676" y="50664"/>
                    </a:lnTo>
                    <a:cubicBezTo>
                      <a:pt x="947854" y="122013"/>
                      <a:pt x="1018503" y="172076"/>
                      <a:pt x="1100844" y="172076"/>
                    </a:cubicBezTo>
                    <a:lnTo>
                      <a:pt x="1341951" y="172076"/>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9" name="Freeform: Shape 48">
                <a:extLst>
                  <a:ext uri="{FF2B5EF4-FFF2-40B4-BE49-F238E27FC236}">
                    <a16:creationId xmlns:a16="http://schemas.microsoft.com/office/drawing/2014/main" id="{3EBBB073-8159-B4A3-AB06-7F2971B04F54}"/>
                  </a:ext>
                </a:extLst>
              </p:cNvPr>
              <p:cNvSpPr/>
              <p:nvPr/>
            </p:nvSpPr>
            <p:spPr>
              <a:xfrm rot="18900000">
                <a:off x="1249997" y="5883791"/>
                <a:ext cx="1306927" cy="1574403"/>
              </a:xfrm>
              <a:custGeom>
                <a:avLst/>
                <a:gdLst>
                  <a:gd name="connsiteX0" fmla="*/ 1301571 w 1306927"/>
                  <a:gd name="connsiteY0" fmla="*/ 1 h 1574403"/>
                  <a:gd name="connsiteX1" fmla="*/ 1306927 w 1306927"/>
                  <a:gd name="connsiteY1" fmla="*/ 427395 h 1574403"/>
                  <a:gd name="connsiteX2" fmla="*/ 531458 w 1306927"/>
                  <a:gd name="connsiteY2" fmla="*/ 427394 h 1574403"/>
                  <a:gd name="connsiteX3" fmla="*/ 421763 w 1306927"/>
                  <a:gd name="connsiteY3" fmla="*/ 537089 h 1574403"/>
                  <a:gd name="connsiteX4" fmla="*/ 421763 w 1306927"/>
                  <a:gd name="connsiteY4" fmla="*/ 1370738 h 1574403"/>
                  <a:gd name="connsiteX5" fmla="*/ 430385 w 1306927"/>
                  <a:gd name="connsiteY5" fmla="*/ 1413436 h 1574403"/>
                  <a:gd name="connsiteX6" fmla="*/ 437581 w 1306927"/>
                  <a:gd name="connsiteY6" fmla="*/ 1424109 h 1574403"/>
                  <a:gd name="connsiteX7" fmla="*/ 442252 w 1306927"/>
                  <a:gd name="connsiteY7" fmla="*/ 1574403 h 1574403"/>
                  <a:gd name="connsiteX8" fmla="*/ 441823 w 1306927"/>
                  <a:gd name="connsiteY8" fmla="*/ 1572277 h 1574403"/>
                  <a:gd name="connsiteX9" fmla="*/ 258656 w 1306927"/>
                  <a:gd name="connsiteY9" fmla="*/ 1450866 h 1574403"/>
                  <a:gd name="connsiteX10" fmla="*/ 3408 w 1306927"/>
                  <a:gd name="connsiteY10" fmla="*/ 1450866 h 1574403"/>
                  <a:gd name="connsiteX11" fmla="*/ 0 w 1306927"/>
                  <a:gd name="connsiteY11" fmla="*/ 1341224 h 1574403"/>
                  <a:gd name="connsiteX12" fmla="*/ 0 w 1306927"/>
                  <a:gd name="connsiteY12" fmla="*/ 198790 h 1574403"/>
                  <a:gd name="connsiteX13" fmla="*/ 198789 w 1306927"/>
                  <a:gd name="connsiteY13" fmla="*/ 1 h 1574403"/>
                  <a:gd name="connsiteX14" fmla="*/ 1301571 w 1306927"/>
                  <a:gd name="connsiteY14" fmla="*/ 1 h 1574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06927" h="1574403">
                    <a:moveTo>
                      <a:pt x="1301571" y="1"/>
                    </a:moveTo>
                    <a:lnTo>
                      <a:pt x="1306927" y="427395"/>
                    </a:lnTo>
                    <a:lnTo>
                      <a:pt x="531458" y="427394"/>
                    </a:lnTo>
                    <a:cubicBezTo>
                      <a:pt x="470876" y="427394"/>
                      <a:pt x="421764" y="476506"/>
                      <a:pt x="421763" y="537089"/>
                    </a:cubicBezTo>
                    <a:lnTo>
                      <a:pt x="421763" y="1370738"/>
                    </a:lnTo>
                    <a:cubicBezTo>
                      <a:pt x="421763" y="1385883"/>
                      <a:pt x="424834" y="1400312"/>
                      <a:pt x="430385" y="1413436"/>
                    </a:cubicBezTo>
                    <a:lnTo>
                      <a:pt x="437581" y="1424109"/>
                    </a:lnTo>
                    <a:lnTo>
                      <a:pt x="442252" y="1574403"/>
                    </a:lnTo>
                    <a:lnTo>
                      <a:pt x="441823" y="1572277"/>
                    </a:lnTo>
                    <a:cubicBezTo>
                      <a:pt x="411645" y="1500930"/>
                      <a:pt x="340997" y="1450866"/>
                      <a:pt x="258656" y="1450866"/>
                    </a:cubicBezTo>
                    <a:lnTo>
                      <a:pt x="3408" y="1450866"/>
                    </a:lnTo>
                    <a:lnTo>
                      <a:pt x="0" y="1341224"/>
                    </a:lnTo>
                    <a:lnTo>
                      <a:pt x="0" y="198790"/>
                    </a:lnTo>
                    <a:cubicBezTo>
                      <a:pt x="0" y="89000"/>
                      <a:pt x="89000" y="-1"/>
                      <a:pt x="198789" y="1"/>
                    </a:cubicBezTo>
                    <a:lnTo>
                      <a:pt x="1301571" y="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0" name="Freeform: Shape 49">
                <a:extLst>
                  <a:ext uri="{FF2B5EF4-FFF2-40B4-BE49-F238E27FC236}">
                    <a16:creationId xmlns:a16="http://schemas.microsoft.com/office/drawing/2014/main" id="{DDCC373C-C674-CD5E-36BB-F90A8EE08FC0}"/>
                  </a:ext>
                </a:extLst>
              </p:cNvPr>
              <p:cNvSpPr/>
              <p:nvPr/>
            </p:nvSpPr>
            <p:spPr>
              <a:xfrm rot="18900000">
                <a:off x="1279979" y="7674104"/>
                <a:ext cx="1908313" cy="1908313"/>
              </a:xfrm>
              <a:custGeom>
                <a:avLst/>
                <a:gdLst>
                  <a:gd name="connsiteX0" fmla="*/ 1903498 w 1908313"/>
                  <a:gd name="connsiteY0" fmla="*/ 457447 h 1908313"/>
                  <a:gd name="connsiteX1" fmla="*/ 1906509 w 1908313"/>
                  <a:gd name="connsiteY1" fmla="*/ 554327 h 1908313"/>
                  <a:gd name="connsiteX2" fmla="*/ 1908313 w 1908313"/>
                  <a:gd name="connsiteY2" fmla="*/ 554270 h 1908313"/>
                  <a:gd name="connsiteX3" fmla="*/ 1908313 w 1908313"/>
                  <a:gd name="connsiteY3" fmla="*/ 1709524 h 1908313"/>
                  <a:gd name="connsiteX4" fmla="*/ 1709524 w 1908313"/>
                  <a:gd name="connsiteY4" fmla="*/ 1908313 h 1908313"/>
                  <a:gd name="connsiteX5" fmla="*/ 198789 w 1908313"/>
                  <a:gd name="connsiteY5" fmla="*/ 1908313 h 1908313"/>
                  <a:gd name="connsiteX6" fmla="*/ 0 w 1908313"/>
                  <a:gd name="connsiteY6" fmla="*/ 1709524 h 1908313"/>
                  <a:gd name="connsiteX7" fmla="*/ 0 w 1908313"/>
                  <a:gd name="connsiteY7" fmla="*/ 198789 h 1908313"/>
                  <a:gd name="connsiteX8" fmla="*/ 198789 w 1908313"/>
                  <a:gd name="connsiteY8" fmla="*/ 0 h 1908313"/>
                  <a:gd name="connsiteX9" fmla="*/ 1331837 w 1908313"/>
                  <a:gd name="connsiteY9" fmla="*/ 0 h 1908313"/>
                  <a:gd name="connsiteX10" fmla="*/ 1345120 w 1908313"/>
                  <a:gd name="connsiteY10" fmla="*/ 427395 h 1908313"/>
                  <a:gd name="connsiteX11" fmla="*/ 531460 w 1908313"/>
                  <a:gd name="connsiteY11" fmla="*/ 427395 h 1908313"/>
                  <a:gd name="connsiteX12" fmla="*/ 421764 w 1908313"/>
                  <a:gd name="connsiteY12" fmla="*/ 537090 h 1908313"/>
                  <a:gd name="connsiteX13" fmla="*/ 421764 w 1908313"/>
                  <a:gd name="connsiteY13" fmla="*/ 1370738 h 1908313"/>
                  <a:gd name="connsiteX14" fmla="*/ 531459 w 1908313"/>
                  <a:gd name="connsiteY14" fmla="*/ 1480433 h 1908313"/>
                  <a:gd name="connsiteX15" fmla="*/ 1365107 w 1908313"/>
                  <a:gd name="connsiteY15" fmla="*/ 1480433 h 1908313"/>
                  <a:gd name="connsiteX16" fmla="*/ 1474802 w 1908313"/>
                  <a:gd name="connsiteY16" fmla="*/ 1370737 h 1908313"/>
                  <a:gd name="connsiteX17" fmla="*/ 1474802 w 1908313"/>
                  <a:gd name="connsiteY17" fmla="*/ 537090 h 1908313"/>
                  <a:gd name="connsiteX18" fmla="*/ 1469148 w 1908313"/>
                  <a:gd name="connsiteY18" fmla="*/ 509084 h 1908313"/>
                  <a:gd name="connsiteX19" fmla="*/ 1470096 w 1908313"/>
                  <a:gd name="connsiteY19" fmla="*/ 509055 h 1908313"/>
                  <a:gd name="connsiteX20" fmla="*/ 1464397 w 1908313"/>
                  <a:gd name="connsiteY20" fmla="*/ 325667 h 1908313"/>
                  <a:gd name="connsiteX21" fmla="*/ 1466490 w 1908313"/>
                  <a:gd name="connsiteY21" fmla="*/ 336034 h 1908313"/>
                  <a:gd name="connsiteX22" fmla="*/ 1649657 w 1908313"/>
                  <a:gd name="connsiteY22" fmla="*/ 457447 h 1908313"/>
                  <a:gd name="connsiteX23" fmla="*/ 1903498 w 1908313"/>
                  <a:gd name="connsiteY23" fmla="*/ 457447 h 1908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3">
                    <a:moveTo>
                      <a:pt x="1903498" y="457447"/>
                    </a:moveTo>
                    <a:lnTo>
                      <a:pt x="1906509" y="554327"/>
                    </a:lnTo>
                    <a:lnTo>
                      <a:pt x="1908313" y="554270"/>
                    </a:lnTo>
                    <a:lnTo>
                      <a:pt x="1908313" y="1709524"/>
                    </a:lnTo>
                    <a:cubicBezTo>
                      <a:pt x="1908312" y="1819312"/>
                      <a:pt x="1819312" y="1908312"/>
                      <a:pt x="1709524" y="1908313"/>
                    </a:cubicBezTo>
                    <a:lnTo>
                      <a:pt x="198789" y="1908313"/>
                    </a:lnTo>
                    <a:cubicBezTo>
                      <a:pt x="89001" y="1908313"/>
                      <a:pt x="-1" y="1819312"/>
                      <a:pt x="0" y="1709524"/>
                    </a:cubicBezTo>
                    <a:lnTo>
                      <a:pt x="0" y="198789"/>
                    </a:lnTo>
                    <a:cubicBezTo>
                      <a:pt x="0" y="89001"/>
                      <a:pt x="89001" y="0"/>
                      <a:pt x="198789" y="0"/>
                    </a:cubicBezTo>
                    <a:lnTo>
                      <a:pt x="1331837" y="0"/>
                    </a:lnTo>
                    <a:lnTo>
                      <a:pt x="1345120" y="427395"/>
                    </a:lnTo>
                    <a:lnTo>
                      <a:pt x="531460" y="427395"/>
                    </a:lnTo>
                    <a:cubicBezTo>
                      <a:pt x="470876" y="427395"/>
                      <a:pt x="421764" y="476507"/>
                      <a:pt x="421764" y="537090"/>
                    </a:cubicBezTo>
                    <a:lnTo>
                      <a:pt x="421764" y="1370738"/>
                    </a:lnTo>
                    <a:cubicBezTo>
                      <a:pt x="421765" y="1431321"/>
                      <a:pt x="470876" y="1480432"/>
                      <a:pt x="531459" y="1480433"/>
                    </a:cubicBezTo>
                    <a:lnTo>
                      <a:pt x="1365107" y="1480433"/>
                    </a:lnTo>
                    <a:cubicBezTo>
                      <a:pt x="1425690" y="1480433"/>
                      <a:pt x="1474802" y="1431321"/>
                      <a:pt x="1474802" y="1370737"/>
                    </a:cubicBezTo>
                    <a:lnTo>
                      <a:pt x="1474802" y="537090"/>
                    </a:lnTo>
                    <a:lnTo>
                      <a:pt x="1469148" y="509084"/>
                    </a:lnTo>
                    <a:lnTo>
                      <a:pt x="1470096" y="509055"/>
                    </a:lnTo>
                    <a:lnTo>
                      <a:pt x="1464397" y="325667"/>
                    </a:lnTo>
                    <a:lnTo>
                      <a:pt x="1466490" y="336034"/>
                    </a:lnTo>
                    <a:cubicBezTo>
                      <a:pt x="1496668" y="407383"/>
                      <a:pt x="1567316" y="457446"/>
                      <a:pt x="1649657" y="457447"/>
                    </a:cubicBezTo>
                    <a:lnTo>
                      <a:pt x="1903498" y="45744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1" name="Freeform: Shape 50">
                <a:extLst>
                  <a:ext uri="{FF2B5EF4-FFF2-40B4-BE49-F238E27FC236}">
                    <a16:creationId xmlns:a16="http://schemas.microsoft.com/office/drawing/2014/main" id="{7F07E8D5-C354-DEED-2C9E-614C9AE92327}"/>
                  </a:ext>
                </a:extLst>
              </p:cNvPr>
              <p:cNvSpPr/>
              <p:nvPr/>
            </p:nvSpPr>
            <p:spPr>
              <a:xfrm rot="18805141">
                <a:off x="1930007" y="1404700"/>
                <a:ext cx="1098" cy="39787"/>
              </a:xfrm>
              <a:custGeom>
                <a:avLst/>
                <a:gdLst>
                  <a:gd name="connsiteX0" fmla="*/ 1098 w 1098"/>
                  <a:gd name="connsiteY0" fmla="*/ 0 h 39787"/>
                  <a:gd name="connsiteX1" fmla="*/ 499 w 1098"/>
                  <a:gd name="connsiteY1" fmla="*/ 39787 h 39787"/>
                  <a:gd name="connsiteX2" fmla="*/ 0 w 1098"/>
                  <a:gd name="connsiteY2" fmla="*/ 39773 h 39787"/>
                  <a:gd name="connsiteX3" fmla="*/ 1098 w 1098"/>
                  <a:gd name="connsiteY3" fmla="*/ 0 h 39787"/>
                </a:gdLst>
                <a:ahLst/>
                <a:cxnLst>
                  <a:cxn ang="0">
                    <a:pos x="connsiteX0" y="connsiteY0"/>
                  </a:cxn>
                  <a:cxn ang="0">
                    <a:pos x="connsiteX1" y="connsiteY1"/>
                  </a:cxn>
                  <a:cxn ang="0">
                    <a:pos x="connsiteX2" y="connsiteY2"/>
                  </a:cxn>
                  <a:cxn ang="0">
                    <a:pos x="connsiteX3" y="connsiteY3"/>
                  </a:cxn>
                </a:cxnLst>
                <a:rect l="l" t="t" r="r" b="b"/>
                <a:pathLst>
                  <a:path w="1098" h="39787">
                    <a:moveTo>
                      <a:pt x="1098" y="0"/>
                    </a:moveTo>
                    <a:lnTo>
                      <a:pt x="499" y="39787"/>
                    </a:lnTo>
                    <a:lnTo>
                      <a:pt x="0" y="39773"/>
                    </a:lnTo>
                    <a:lnTo>
                      <a:pt x="1098"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2" name="Freeform: Shape 51">
                <a:extLst>
                  <a:ext uri="{FF2B5EF4-FFF2-40B4-BE49-F238E27FC236}">
                    <a16:creationId xmlns:a16="http://schemas.microsoft.com/office/drawing/2014/main" id="{CA60DD16-A59C-842B-6ED0-E6D6B8C16008}"/>
                  </a:ext>
                </a:extLst>
              </p:cNvPr>
              <p:cNvSpPr/>
              <p:nvPr/>
            </p:nvSpPr>
            <p:spPr>
              <a:xfrm rot="18805141">
                <a:off x="2604346" y="1419307"/>
                <a:ext cx="3174" cy="115067"/>
              </a:xfrm>
              <a:custGeom>
                <a:avLst/>
                <a:gdLst>
                  <a:gd name="connsiteX0" fmla="*/ 3174 w 3174"/>
                  <a:gd name="connsiteY0" fmla="*/ 87 h 115067"/>
                  <a:gd name="connsiteX1" fmla="*/ 0 w 3174"/>
                  <a:gd name="connsiteY1" fmla="*/ 115067 h 115067"/>
                  <a:gd name="connsiteX2" fmla="*/ 0 w 3174"/>
                  <a:gd name="connsiteY2" fmla="*/ 0 h 115067"/>
                  <a:gd name="connsiteX3" fmla="*/ 3174 w 3174"/>
                  <a:gd name="connsiteY3" fmla="*/ 87 h 115067"/>
                </a:gdLst>
                <a:ahLst/>
                <a:cxnLst>
                  <a:cxn ang="0">
                    <a:pos x="connsiteX0" y="connsiteY0"/>
                  </a:cxn>
                  <a:cxn ang="0">
                    <a:pos x="connsiteX1" y="connsiteY1"/>
                  </a:cxn>
                  <a:cxn ang="0">
                    <a:pos x="connsiteX2" y="connsiteY2"/>
                  </a:cxn>
                  <a:cxn ang="0">
                    <a:pos x="connsiteX3" y="connsiteY3"/>
                  </a:cxn>
                </a:cxnLst>
                <a:rect l="l" t="t" r="r" b="b"/>
                <a:pathLst>
                  <a:path w="3174" h="115067">
                    <a:moveTo>
                      <a:pt x="3174" y="87"/>
                    </a:moveTo>
                    <a:lnTo>
                      <a:pt x="0" y="115067"/>
                    </a:lnTo>
                    <a:lnTo>
                      <a:pt x="0" y="0"/>
                    </a:lnTo>
                    <a:lnTo>
                      <a:pt x="3174" y="87"/>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3" name="Freeform: Shape 52">
                <a:extLst>
                  <a:ext uri="{FF2B5EF4-FFF2-40B4-BE49-F238E27FC236}">
                    <a16:creationId xmlns:a16="http://schemas.microsoft.com/office/drawing/2014/main" id="{5DE630C3-70AB-2186-FBD4-6654C16864A3}"/>
                  </a:ext>
                </a:extLst>
              </p:cNvPr>
              <p:cNvSpPr/>
              <p:nvPr/>
            </p:nvSpPr>
            <p:spPr>
              <a:xfrm rot="18805141">
                <a:off x="2454629" y="1186489"/>
                <a:ext cx="9750" cy="294524"/>
              </a:xfrm>
              <a:custGeom>
                <a:avLst/>
                <a:gdLst>
                  <a:gd name="connsiteX0" fmla="*/ 0 w 9750"/>
                  <a:gd name="connsiteY0" fmla="*/ 0 h 294524"/>
                  <a:gd name="connsiteX1" fmla="*/ 9750 w 9750"/>
                  <a:gd name="connsiteY1" fmla="*/ 56251 h 294524"/>
                  <a:gd name="connsiteX2" fmla="*/ 3174 w 9750"/>
                  <a:gd name="connsiteY2" fmla="*/ 294524 h 294524"/>
                  <a:gd name="connsiteX3" fmla="*/ 0 w 9750"/>
                  <a:gd name="connsiteY3" fmla="*/ 294437 h 294524"/>
                  <a:gd name="connsiteX4" fmla="*/ 0 w 9750"/>
                  <a:gd name="connsiteY4" fmla="*/ 0 h 29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0" h="294524">
                    <a:moveTo>
                      <a:pt x="0" y="0"/>
                    </a:moveTo>
                    <a:lnTo>
                      <a:pt x="9750" y="56251"/>
                    </a:lnTo>
                    <a:lnTo>
                      <a:pt x="3174" y="294524"/>
                    </a:lnTo>
                    <a:lnTo>
                      <a:pt x="0" y="294437"/>
                    </a:lnTo>
                    <a:lnTo>
                      <a:pt x="0"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4" name="Freeform: Shape 53">
                <a:extLst>
                  <a:ext uri="{FF2B5EF4-FFF2-40B4-BE49-F238E27FC236}">
                    <a16:creationId xmlns:a16="http://schemas.microsoft.com/office/drawing/2014/main" id="{995F2E4F-5BB5-F98B-6720-75B1A28B6143}"/>
                  </a:ext>
                </a:extLst>
              </p:cNvPr>
              <p:cNvSpPr/>
              <p:nvPr/>
            </p:nvSpPr>
            <p:spPr>
              <a:xfrm rot="18805141">
                <a:off x="2032248" y="1400720"/>
                <a:ext cx="7075" cy="256777"/>
              </a:xfrm>
              <a:custGeom>
                <a:avLst/>
                <a:gdLst>
                  <a:gd name="connsiteX0" fmla="*/ 7075 w 7075"/>
                  <a:gd name="connsiteY0" fmla="*/ 14 h 256777"/>
                  <a:gd name="connsiteX1" fmla="*/ 3207 w 7075"/>
                  <a:gd name="connsiteY1" fmla="*/ 256777 h 256777"/>
                  <a:gd name="connsiteX2" fmla="*/ 0 w 7075"/>
                  <a:gd name="connsiteY2" fmla="*/ 238273 h 256777"/>
                  <a:gd name="connsiteX3" fmla="*/ 6576 w 7075"/>
                  <a:gd name="connsiteY3" fmla="*/ 0 h 256777"/>
                  <a:gd name="connsiteX4" fmla="*/ 7075 w 7075"/>
                  <a:gd name="connsiteY4" fmla="*/ 14 h 256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 h="256777">
                    <a:moveTo>
                      <a:pt x="7075" y="14"/>
                    </a:moveTo>
                    <a:lnTo>
                      <a:pt x="3207" y="256777"/>
                    </a:lnTo>
                    <a:lnTo>
                      <a:pt x="0" y="238273"/>
                    </a:lnTo>
                    <a:lnTo>
                      <a:pt x="6576" y="0"/>
                    </a:lnTo>
                    <a:lnTo>
                      <a:pt x="7075" y="14"/>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grpSp>
            <p:nvGrpSpPr>
              <p:cNvPr id="55" name="Group 54">
                <a:extLst>
                  <a:ext uri="{FF2B5EF4-FFF2-40B4-BE49-F238E27FC236}">
                    <a16:creationId xmlns:a16="http://schemas.microsoft.com/office/drawing/2014/main" id="{EAA1169A-E323-BB6A-6782-A755B21EAF12}"/>
                  </a:ext>
                </a:extLst>
              </p:cNvPr>
              <p:cNvGrpSpPr/>
              <p:nvPr/>
            </p:nvGrpSpPr>
            <p:grpSpPr>
              <a:xfrm>
                <a:off x="1129831" y="-362379"/>
                <a:ext cx="2252938" cy="3596105"/>
                <a:chOff x="1129831" y="-362379"/>
                <a:chExt cx="2252938" cy="3596105"/>
              </a:xfrm>
            </p:grpSpPr>
            <p:sp>
              <p:nvSpPr>
                <p:cNvPr id="56" name="Freeform: Shape 55">
                  <a:extLst>
                    <a:ext uri="{FF2B5EF4-FFF2-40B4-BE49-F238E27FC236}">
                      <a16:creationId xmlns:a16="http://schemas.microsoft.com/office/drawing/2014/main" id="{08D75D3A-E13E-E396-140B-56898D557325}"/>
                    </a:ext>
                  </a:extLst>
                </p:cNvPr>
                <p:cNvSpPr/>
                <p:nvPr/>
              </p:nvSpPr>
              <p:spPr>
                <a:xfrm rot="18805141">
                  <a:off x="2036107" y="1028973"/>
                  <a:ext cx="428587" cy="817294"/>
                </a:xfrm>
                <a:custGeom>
                  <a:avLst/>
                  <a:gdLst>
                    <a:gd name="connsiteX0" fmla="*/ 384013 w 428587"/>
                    <a:gd name="connsiteY0" fmla="*/ 68739 h 449042"/>
                    <a:gd name="connsiteX1" fmla="*/ 424856 w 428587"/>
                    <a:gd name="connsiteY1" fmla="*/ 133077 h 449042"/>
                    <a:gd name="connsiteX2" fmla="*/ 428587 w 428587"/>
                    <a:gd name="connsiteY2" fmla="*/ 154605 h 449042"/>
                    <a:gd name="connsiteX3" fmla="*/ 428587 w 428587"/>
                    <a:gd name="connsiteY3" fmla="*/ 449042 h 449042"/>
                    <a:gd name="connsiteX4" fmla="*/ 190021 w 428587"/>
                    <a:gd name="connsiteY4" fmla="*/ 442457 h 449042"/>
                    <a:gd name="connsiteX5" fmla="*/ 10273 w 428587"/>
                    <a:gd name="connsiteY5" fmla="*/ 316038 h 449042"/>
                    <a:gd name="connsiteX6" fmla="*/ 0 w 428587"/>
                    <a:gd name="connsiteY6" fmla="*/ 256763 h 449042"/>
                    <a:gd name="connsiteX7" fmla="*/ 3868 w 428587"/>
                    <a:gd name="connsiteY7" fmla="*/ 0 h 449042"/>
                    <a:gd name="connsiteX8" fmla="*/ 245108 w 428587"/>
                    <a:gd name="connsiteY8" fmla="*/ 6658 h 449042"/>
                    <a:gd name="connsiteX9" fmla="*/ 384013 w 428587"/>
                    <a:gd name="connsiteY9" fmla="*/ 68739 h 449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8587" h="449042">
                      <a:moveTo>
                        <a:pt x="384013" y="68739"/>
                      </a:moveTo>
                      <a:cubicBezTo>
                        <a:pt x="401497" y="87215"/>
                        <a:pt x="415456" y="109026"/>
                        <a:pt x="424856" y="133077"/>
                      </a:cubicBezTo>
                      <a:lnTo>
                        <a:pt x="428587" y="154605"/>
                      </a:lnTo>
                      <a:lnTo>
                        <a:pt x="428587" y="449042"/>
                      </a:lnTo>
                      <a:lnTo>
                        <a:pt x="190021" y="442457"/>
                      </a:lnTo>
                      <a:cubicBezTo>
                        <a:pt x="107712" y="440185"/>
                        <a:pt x="38471" y="388191"/>
                        <a:pt x="10273" y="316038"/>
                      </a:cubicBezTo>
                      <a:lnTo>
                        <a:pt x="0" y="256763"/>
                      </a:lnTo>
                      <a:lnTo>
                        <a:pt x="3868" y="0"/>
                      </a:lnTo>
                      <a:lnTo>
                        <a:pt x="245108" y="6658"/>
                      </a:lnTo>
                      <a:cubicBezTo>
                        <a:pt x="299981" y="8172"/>
                        <a:pt x="349045" y="31786"/>
                        <a:pt x="384013" y="68739"/>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7" name="Freeform: Shape 56">
                  <a:extLst>
                    <a:ext uri="{FF2B5EF4-FFF2-40B4-BE49-F238E27FC236}">
                      <a16:creationId xmlns:a16="http://schemas.microsoft.com/office/drawing/2014/main" id="{D4B9C4F0-92E4-18ED-998B-D95A656F2AD7}"/>
                    </a:ext>
                  </a:extLst>
                </p:cNvPr>
                <p:cNvSpPr/>
                <p:nvPr/>
              </p:nvSpPr>
              <p:spPr>
                <a:xfrm rot="18805141">
                  <a:off x="1914076" y="-484903"/>
                  <a:ext cx="1343836" cy="1588884"/>
                </a:xfrm>
                <a:custGeom>
                  <a:avLst/>
                  <a:gdLst>
                    <a:gd name="connsiteX0" fmla="*/ 1341694 w 1343836"/>
                    <a:gd name="connsiteY0" fmla="*/ 143844 h 1588884"/>
                    <a:gd name="connsiteX1" fmla="*/ 1342031 w 1343836"/>
                    <a:gd name="connsiteY1" fmla="*/ 240770 h 1588884"/>
                    <a:gd name="connsiteX2" fmla="*/ 1343836 w 1343836"/>
                    <a:gd name="connsiteY2" fmla="*/ 240763 h 1588884"/>
                    <a:gd name="connsiteX3" fmla="*/ 1311963 w 1343836"/>
                    <a:gd name="connsiteY3" fmla="*/ 1395578 h 1588884"/>
                    <a:gd name="connsiteX4" fmla="*/ 1107764 w 1343836"/>
                    <a:gd name="connsiteY4" fmla="*/ 1588807 h 1588884"/>
                    <a:gd name="connsiteX5" fmla="*/ 0 w 1343836"/>
                    <a:gd name="connsiteY5" fmla="*/ 1558232 h 1588884"/>
                    <a:gd name="connsiteX6" fmla="*/ 0 w 1343836"/>
                    <a:gd name="connsiteY6" fmla="*/ 1130189 h 1588884"/>
                    <a:gd name="connsiteX7" fmla="*/ 775284 w 1343836"/>
                    <a:gd name="connsiteY7" fmla="*/ 1151586 h 1588884"/>
                    <a:gd name="connsiteX8" fmla="*/ 887963 w 1343836"/>
                    <a:gd name="connsiteY8" fmla="*/ 1044958 h 1588884"/>
                    <a:gd name="connsiteX9" fmla="*/ 910964 w 1343836"/>
                    <a:gd name="connsiteY9" fmla="*/ 211629 h 1588884"/>
                    <a:gd name="connsiteX10" fmla="*/ 906084 w 1343836"/>
                    <a:gd name="connsiteY10" fmla="*/ 183478 h 1588884"/>
                    <a:gd name="connsiteX11" fmla="*/ 907033 w 1343836"/>
                    <a:gd name="connsiteY11" fmla="*/ 183476 h 1588884"/>
                    <a:gd name="connsiteX12" fmla="*/ 906396 w 1343836"/>
                    <a:gd name="connsiteY12" fmla="*/ 0 h 1588884"/>
                    <a:gd name="connsiteX13" fmla="*/ 908203 w 1343836"/>
                    <a:gd name="connsiteY13" fmla="*/ 10421 h 1588884"/>
                    <a:gd name="connsiteX14" fmla="*/ 1087949 w 1343836"/>
                    <a:gd name="connsiteY14" fmla="*/ 136841 h 1588884"/>
                    <a:gd name="connsiteX15" fmla="*/ 1341694 w 1343836"/>
                    <a:gd name="connsiteY15" fmla="*/ 143844 h 158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3836" h="1588884">
                      <a:moveTo>
                        <a:pt x="1341694" y="143844"/>
                      </a:moveTo>
                      <a:lnTo>
                        <a:pt x="1342031" y="240770"/>
                      </a:lnTo>
                      <a:lnTo>
                        <a:pt x="1343836" y="240763"/>
                      </a:lnTo>
                      <a:lnTo>
                        <a:pt x="1311963" y="1395578"/>
                      </a:lnTo>
                      <a:cubicBezTo>
                        <a:pt x="1308932" y="1505324"/>
                        <a:pt x="1217511" y="1591835"/>
                        <a:pt x="1107764" y="1588807"/>
                      </a:cubicBezTo>
                      <a:lnTo>
                        <a:pt x="0" y="1558232"/>
                      </a:lnTo>
                      <a:lnTo>
                        <a:pt x="0" y="1130189"/>
                      </a:lnTo>
                      <a:lnTo>
                        <a:pt x="775284" y="1151586"/>
                      </a:lnTo>
                      <a:cubicBezTo>
                        <a:pt x="835843" y="1153259"/>
                        <a:pt x="886292" y="1105520"/>
                        <a:pt x="887963" y="1044958"/>
                      </a:cubicBezTo>
                      <a:lnTo>
                        <a:pt x="910964" y="211629"/>
                      </a:lnTo>
                      <a:lnTo>
                        <a:pt x="906084" y="183478"/>
                      </a:lnTo>
                      <a:lnTo>
                        <a:pt x="907033" y="183476"/>
                      </a:lnTo>
                      <a:lnTo>
                        <a:pt x="906396" y="0"/>
                      </a:lnTo>
                      <a:lnTo>
                        <a:pt x="908203" y="10421"/>
                      </a:lnTo>
                      <a:cubicBezTo>
                        <a:pt x="936400" y="82575"/>
                        <a:pt x="1005640" y="134569"/>
                        <a:pt x="1087949" y="136841"/>
                      </a:cubicBezTo>
                      <a:lnTo>
                        <a:pt x="1341694" y="143844"/>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8" name="Freeform: Shape 57">
                  <a:extLst>
                    <a:ext uri="{FF2B5EF4-FFF2-40B4-BE49-F238E27FC236}">
                      <a16:creationId xmlns:a16="http://schemas.microsoft.com/office/drawing/2014/main" id="{4B3C3EEB-815B-819E-9561-CA856B68D0D3}"/>
                    </a:ext>
                  </a:extLst>
                </p:cNvPr>
                <p:cNvSpPr/>
                <p:nvPr/>
              </p:nvSpPr>
              <p:spPr>
                <a:xfrm rot="18805141">
                  <a:off x="1254361" y="-320613"/>
                  <a:ext cx="1372906" cy="1619812"/>
                </a:xfrm>
                <a:custGeom>
                  <a:avLst/>
                  <a:gdLst>
                    <a:gd name="connsiteX0" fmla="*/ 1371420 w 1372906"/>
                    <a:gd name="connsiteY0" fmla="*/ 31337 h 1619812"/>
                    <a:gd name="connsiteX1" fmla="*/ 1372906 w 1372906"/>
                    <a:gd name="connsiteY1" fmla="*/ 458936 h 1619812"/>
                    <a:gd name="connsiteX2" fmla="*/ 559556 w 1372906"/>
                    <a:gd name="connsiteY2" fmla="*/ 436487 h 1619812"/>
                    <a:gd name="connsiteX3" fmla="*/ 446876 w 1372906"/>
                    <a:gd name="connsiteY3" fmla="*/ 543114 h 1619812"/>
                    <a:gd name="connsiteX4" fmla="*/ 423875 w 1372906"/>
                    <a:gd name="connsiteY4" fmla="*/ 1376445 h 1619812"/>
                    <a:gd name="connsiteX5" fmla="*/ 424719 w 1372906"/>
                    <a:gd name="connsiteY5" fmla="*/ 1381316 h 1619812"/>
                    <a:gd name="connsiteX6" fmla="*/ 424719 w 1372906"/>
                    <a:gd name="connsiteY6" fmla="*/ 1619812 h 1619812"/>
                    <a:gd name="connsiteX7" fmla="*/ 420988 w 1372906"/>
                    <a:gd name="connsiteY7" fmla="*/ 1598284 h 1619812"/>
                    <a:gd name="connsiteX8" fmla="*/ 380145 w 1372906"/>
                    <a:gd name="connsiteY8" fmla="*/ 1533946 h 1619812"/>
                    <a:gd name="connsiteX9" fmla="*/ 241240 w 1372906"/>
                    <a:gd name="connsiteY9" fmla="*/ 1471865 h 1619812"/>
                    <a:gd name="connsiteX10" fmla="*/ 0 w 1372906"/>
                    <a:gd name="connsiteY10" fmla="*/ 1465207 h 1619812"/>
                    <a:gd name="connsiteX11" fmla="*/ 599 w 1372906"/>
                    <a:gd name="connsiteY11" fmla="*/ 1425420 h 1619812"/>
                    <a:gd name="connsiteX12" fmla="*/ 34606 w 1372906"/>
                    <a:gd name="connsiteY12" fmla="*/ 193306 h 1619812"/>
                    <a:gd name="connsiteX13" fmla="*/ 238804 w 1372906"/>
                    <a:gd name="connsiteY13" fmla="*/ 77 h 1619812"/>
                    <a:gd name="connsiteX14" fmla="*/ 1371420 w 1372906"/>
                    <a:gd name="connsiteY14" fmla="*/ 31337 h 1619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2906" h="1619812">
                      <a:moveTo>
                        <a:pt x="1371420" y="31337"/>
                      </a:moveTo>
                      <a:lnTo>
                        <a:pt x="1372906" y="458936"/>
                      </a:lnTo>
                      <a:lnTo>
                        <a:pt x="559556" y="436487"/>
                      </a:lnTo>
                      <a:cubicBezTo>
                        <a:pt x="498995" y="434816"/>
                        <a:pt x="448547" y="482554"/>
                        <a:pt x="446876" y="543114"/>
                      </a:cubicBezTo>
                      <a:lnTo>
                        <a:pt x="423875" y="1376445"/>
                      </a:lnTo>
                      <a:lnTo>
                        <a:pt x="424719" y="1381316"/>
                      </a:lnTo>
                      <a:lnTo>
                        <a:pt x="424719" y="1619812"/>
                      </a:lnTo>
                      <a:lnTo>
                        <a:pt x="420988" y="1598284"/>
                      </a:lnTo>
                      <a:cubicBezTo>
                        <a:pt x="411588" y="1574233"/>
                        <a:pt x="397629" y="1552422"/>
                        <a:pt x="380145" y="1533946"/>
                      </a:cubicBezTo>
                      <a:cubicBezTo>
                        <a:pt x="345177" y="1496993"/>
                        <a:pt x="296113" y="1473379"/>
                        <a:pt x="241240" y="1471865"/>
                      </a:cubicBezTo>
                      <a:lnTo>
                        <a:pt x="0" y="1465207"/>
                      </a:lnTo>
                      <a:lnTo>
                        <a:pt x="599" y="1425420"/>
                      </a:lnTo>
                      <a:lnTo>
                        <a:pt x="34606" y="193306"/>
                      </a:lnTo>
                      <a:cubicBezTo>
                        <a:pt x="37635" y="83560"/>
                        <a:pt x="129058" y="-2952"/>
                        <a:pt x="238804" y="77"/>
                      </a:cubicBezTo>
                      <a:lnTo>
                        <a:pt x="1371420" y="3133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9" name="Freeform: Shape 58">
                  <a:extLst>
                    <a:ext uri="{FF2B5EF4-FFF2-40B4-BE49-F238E27FC236}">
                      <a16:creationId xmlns:a16="http://schemas.microsoft.com/office/drawing/2014/main" id="{DC304EE4-1323-9737-F1D4-830C3E47803C}"/>
                    </a:ext>
                  </a:extLst>
                </p:cNvPr>
                <p:cNvSpPr/>
                <p:nvPr/>
              </p:nvSpPr>
              <p:spPr>
                <a:xfrm rot="18805141">
                  <a:off x="1868169" y="1545298"/>
                  <a:ext cx="1371640" cy="1657560"/>
                </a:xfrm>
                <a:custGeom>
                  <a:avLst/>
                  <a:gdLst>
                    <a:gd name="connsiteX0" fmla="*/ 1371640 w 1371640"/>
                    <a:gd name="connsiteY0" fmla="*/ 192279 h 1657560"/>
                    <a:gd name="connsiteX1" fmla="*/ 1371640 w 1371640"/>
                    <a:gd name="connsiteY1" fmla="*/ 307346 h 1657560"/>
                    <a:gd name="connsiteX2" fmla="*/ 1339709 w 1371640"/>
                    <a:gd name="connsiteY2" fmla="*/ 1464253 h 1657560"/>
                    <a:gd name="connsiteX3" fmla="*/ 1135510 w 1371640"/>
                    <a:gd name="connsiteY3" fmla="*/ 1657483 h 1657560"/>
                    <a:gd name="connsiteX4" fmla="*/ 1488 w 1371640"/>
                    <a:gd name="connsiteY4" fmla="*/ 1626182 h 1657560"/>
                    <a:gd name="connsiteX5" fmla="*/ 0 w 1371640"/>
                    <a:gd name="connsiteY5" fmla="*/ 1198098 h 1657560"/>
                    <a:gd name="connsiteX6" fmla="*/ 803030 w 1371640"/>
                    <a:gd name="connsiteY6" fmla="*/ 1220262 h 1657560"/>
                    <a:gd name="connsiteX7" fmla="*/ 915710 w 1371640"/>
                    <a:gd name="connsiteY7" fmla="*/ 1113635 h 1657560"/>
                    <a:gd name="connsiteX8" fmla="*/ 937938 w 1371640"/>
                    <a:gd name="connsiteY8" fmla="*/ 308312 h 1657560"/>
                    <a:gd name="connsiteX9" fmla="*/ 938408 w 1371640"/>
                    <a:gd name="connsiteY9" fmla="*/ 308319 h 1657560"/>
                    <a:gd name="connsiteX10" fmla="*/ 943053 w 1371640"/>
                    <a:gd name="connsiteY10" fmla="*/ 0 h 1657560"/>
                    <a:gd name="connsiteX11" fmla="*/ 953326 w 1371640"/>
                    <a:gd name="connsiteY11" fmla="*/ 59275 h 1657560"/>
                    <a:gd name="connsiteX12" fmla="*/ 1133074 w 1371640"/>
                    <a:gd name="connsiteY12" fmla="*/ 185694 h 1657560"/>
                    <a:gd name="connsiteX13" fmla="*/ 1371640 w 1371640"/>
                    <a:gd name="connsiteY13" fmla="*/ 192279 h 1657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1640" h="1657560">
                      <a:moveTo>
                        <a:pt x="1371640" y="192279"/>
                      </a:moveTo>
                      <a:lnTo>
                        <a:pt x="1371640" y="307346"/>
                      </a:lnTo>
                      <a:lnTo>
                        <a:pt x="1339709" y="1464253"/>
                      </a:lnTo>
                      <a:cubicBezTo>
                        <a:pt x="1336679" y="1573999"/>
                        <a:pt x="1245257" y="1660510"/>
                        <a:pt x="1135510" y="1657483"/>
                      </a:cubicBezTo>
                      <a:lnTo>
                        <a:pt x="1488" y="1626182"/>
                      </a:lnTo>
                      <a:lnTo>
                        <a:pt x="0" y="1198098"/>
                      </a:lnTo>
                      <a:lnTo>
                        <a:pt x="803030" y="1220262"/>
                      </a:lnTo>
                      <a:cubicBezTo>
                        <a:pt x="863590" y="1221933"/>
                        <a:pt x="914038" y="1174194"/>
                        <a:pt x="915710" y="1113635"/>
                      </a:cubicBezTo>
                      <a:lnTo>
                        <a:pt x="937938" y="308312"/>
                      </a:lnTo>
                      <a:lnTo>
                        <a:pt x="938408" y="308319"/>
                      </a:lnTo>
                      <a:lnTo>
                        <a:pt x="943053" y="0"/>
                      </a:lnTo>
                      <a:lnTo>
                        <a:pt x="953326" y="59275"/>
                      </a:lnTo>
                      <a:cubicBezTo>
                        <a:pt x="981524" y="131428"/>
                        <a:pt x="1050765" y="183422"/>
                        <a:pt x="1133074" y="185694"/>
                      </a:cubicBezTo>
                      <a:lnTo>
                        <a:pt x="1371640" y="192279"/>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60" name="Freeform: Shape 59">
                  <a:extLst>
                    <a:ext uri="{FF2B5EF4-FFF2-40B4-BE49-F238E27FC236}">
                      <a16:creationId xmlns:a16="http://schemas.microsoft.com/office/drawing/2014/main" id="{B68327D3-CE3B-1E4A-9A19-5570D0B8023E}"/>
                    </a:ext>
                  </a:extLst>
                </p:cNvPr>
                <p:cNvSpPr/>
                <p:nvPr/>
              </p:nvSpPr>
              <p:spPr>
                <a:xfrm rot="18805141">
                  <a:off x="1249702" y="1772998"/>
                  <a:ext cx="1340857" cy="1580599"/>
                </a:xfrm>
                <a:custGeom>
                  <a:avLst/>
                  <a:gdLst>
                    <a:gd name="connsiteX0" fmla="*/ 1340857 w 1340857"/>
                    <a:gd name="connsiteY0" fmla="*/ 30581 h 1580599"/>
                    <a:gd name="connsiteX1" fmla="*/ 1334419 w 1340857"/>
                    <a:gd name="connsiteY1" fmla="*/ 457960 h 1580599"/>
                    <a:gd name="connsiteX2" fmla="*/ 556470 w 1340857"/>
                    <a:gd name="connsiteY2" fmla="*/ 436488 h 1580599"/>
                    <a:gd name="connsiteX3" fmla="*/ 443789 w 1340857"/>
                    <a:gd name="connsiteY3" fmla="*/ 543115 h 1580599"/>
                    <a:gd name="connsiteX4" fmla="*/ 420790 w 1340857"/>
                    <a:gd name="connsiteY4" fmla="*/ 1376446 h 1580599"/>
                    <a:gd name="connsiteX5" fmla="*/ 428230 w 1340857"/>
                    <a:gd name="connsiteY5" fmla="*/ 1419366 h 1580599"/>
                    <a:gd name="connsiteX6" fmla="*/ 435129 w 1340857"/>
                    <a:gd name="connsiteY6" fmla="*/ 1430234 h 1580599"/>
                    <a:gd name="connsiteX7" fmla="*/ 435651 w 1340857"/>
                    <a:gd name="connsiteY7" fmla="*/ 1580599 h 1580599"/>
                    <a:gd name="connsiteX8" fmla="*/ 435281 w 1340857"/>
                    <a:gd name="connsiteY8" fmla="*/ 1578463 h 1580599"/>
                    <a:gd name="connsiteX9" fmla="*/ 255534 w 1340857"/>
                    <a:gd name="connsiteY9" fmla="*/ 1452044 h 1580599"/>
                    <a:gd name="connsiteX10" fmla="*/ 382 w 1340857"/>
                    <a:gd name="connsiteY10" fmla="*/ 1445002 h 1580599"/>
                    <a:gd name="connsiteX11" fmla="*/ 0 w 1340857"/>
                    <a:gd name="connsiteY11" fmla="*/ 1335307 h 1580599"/>
                    <a:gd name="connsiteX12" fmla="*/ 31520 w 1340857"/>
                    <a:gd name="connsiteY12" fmla="*/ 193308 h 1580599"/>
                    <a:gd name="connsiteX13" fmla="*/ 235718 w 1340857"/>
                    <a:gd name="connsiteY13" fmla="*/ 78 h 1580599"/>
                    <a:gd name="connsiteX14" fmla="*/ 1340857 w 1340857"/>
                    <a:gd name="connsiteY14" fmla="*/ 30581 h 158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0857" h="1580599">
                      <a:moveTo>
                        <a:pt x="1340857" y="30581"/>
                      </a:moveTo>
                      <a:lnTo>
                        <a:pt x="1334419" y="457960"/>
                      </a:lnTo>
                      <a:lnTo>
                        <a:pt x="556470" y="436488"/>
                      </a:lnTo>
                      <a:cubicBezTo>
                        <a:pt x="495910" y="434817"/>
                        <a:pt x="445462" y="482555"/>
                        <a:pt x="443789" y="543115"/>
                      </a:cubicBezTo>
                      <a:lnTo>
                        <a:pt x="420790" y="1376446"/>
                      </a:lnTo>
                      <a:cubicBezTo>
                        <a:pt x="420371" y="1391586"/>
                        <a:pt x="423042" y="1406094"/>
                        <a:pt x="428230" y="1419366"/>
                      </a:cubicBezTo>
                      <a:lnTo>
                        <a:pt x="435129" y="1430234"/>
                      </a:lnTo>
                      <a:lnTo>
                        <a:pt x="435651" y="1580599"/>
                      </a:lnTo>
                      <a:lnTo>
                        <a:pt x="435281" y="1578463"/>
                      </a:lnTo>
                      <a:cubicBezTo>
                        <a:pt x="407082" y="1506309"/>
                        <a:pt x="337843" y="1454315"/>
                        <a:pt x="255534" y="1452044"/>
                      </a:cubicBezTo>
                      <a:lnTo>
                        <a:pt x="382" y="1445002"/>
                      </a:lnTo>
                      <a:lnTo>
                        <a:pt x="0" y="1335307"/>
                      </a:lnTo>
                      <a:lnTo>
                        <a:pt x="31520" y="193308"/>
                      </a:lnTo>
                      <a:cubicBezTo>
                        <a:pt x="34549" y="83560"/>
                        <a:pt x="125971" y="-2951"/>
                        <a:pt x="235718" y="78"/>
                      </a:cubicBezTo>
                      <a:lnTo>
                        <a:pt x="1340857" y="3058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grpSp>
        </p:grpSp>
        <p:sp>
          <p:nvSpPr>
            <p:cNvPr id="27" name="Rectangle: Rounded Corners 26">
              <a:extLst>
                <a:ext uri="{FF2B5EF4-FFF2-40B4-BE49-F238E27FC236}">
                  <a16:creationId xmlns:a16="http://schemas.microsoft.com/office/drawing/2014/main" id="{CBF78025-163E-FB7F-A343-E7B120C58489}"/>
                </a:ext>
              </a:extLst>
            </p:cNvPr>
            <p:cNvSpPr/>
            <p:nvPr/>
          </p:nvSpPr>
          <p:spPr>
            <a:xfrm rot="2783698">
              <a:off x="2458262" y="2112640"/>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1" name="Rectangle: Rounded Corners 30">
              <a:extLst>
                <a:ext uri="{FF2B5EF4-FFF2-40B4-BE49-F238E27FC236}">
                  <a16:creationId xmlns:a16="http://schemas.microsoft.com/office/drawing/2014/main" id="{95C8FAD1-01A9-EE4F-FCE0-A5C10B9E3DB6}"/>
                </a:ext>
              </a:extLst>
            </p:cNvPr>
            <p:cNvSpPr/>
            <p:nvPr/>
          </p:nvSpPr>
          <p:spPr>
            <a:xfrm rot="2783698">
              <a:off x="2458261" y="4160496"/>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4" name="Rectangle: Rounded Corners 33">
              <a:extLst>
                <a:ext uri="{FF2B5EF4-FFF2-40B4-BE49-F238E27FC236}">
                  <a16:creationId xmlns:a16="http://schemas.microsoft.com/office/drawing/2014/main" id="{D107E365-939A-5FE0-2DB2-D8C0ADF56036}"/>
                </a:ext>
              </a:extLst>
            </p:cNvPr>
            <p:cNvSpPr/>
            <p:nvPr/>
          </p:nvSpPr>
          <p:spPr>
            <a:xfrm rot="2783698">
              <a:off x="2439446" y="6208352"/>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5" name="Rectangle: Rounded Corners 34">
              <a:extLst>
                <a:ext uri="{FF2B5EF4-FFF2-40B4-BE49-F238E27FC236}">
                  <a16:creationId xmlns:a16="http://schemas.microsoft.com/office/drawing/2014/main" id="{7FC540A1-0486-27F6-D4AA-6237497624BE}"/>
                </a:ext>
              </a:extLst>
            </p:cNvPr>
            <p:cNvSpPr/>
            <p:nvPr/>
          </p:nvSpPr>
          <p:spPr>
            <a:xfrm rot="2783698">
              <a:off x="2497495" y="8256207"/>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6" name="Rectangle: Rounded Corners 35">
              <a:extLst>
                <a:ext uri="{FF2B5EF4-FFF2-40B4-BE49-F238E27FC236}">
                  <a16:creationId xmlns:a16="http://schemas.microsoft.com/office/drawing/2014/main" id="{9F472C7A-AB75-3F1B-4B3E-3CCD23E86A81}"/>
                </a:ext>
              </a:extLst>
            </p:cNvPr>
            <p:cNvSpPr/>
            <p:nvPr/>
          </p:nvSpPr>
          <p:spPr>
            <a:xfrm rot="2783698">
              <a:off x="2497494" y="10304063"/>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sp>
        <p:nvSpPr>
          <p:cNvPr id="61" name="TextBox 60">
            <a:extLst>
              <a:ext uri="{FF2B5EF4-FFF2-40B4-BE49-F238E27FC236}">
                <a16:creationId xmlns:a16="http://schemas.microsoft.com/office/drawing/2014/main" id="{BE6770B2-47DC-5CE9-868E-7885C69D7A21}"/>
              </a:ext>
            </a:extLst>
          </p:cNvPr>
          <p:cNvSpPr txBox="1"/>
          <p:nvPr/>
        </p:nvSpPr>
        <p:spPr>
          <a:xfrm>
            <a:off x="1151261" y="2828400"/>
            <a:ext cx="8510081" cy="21268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latin typeface="Times New Roman" panose="02020603050405020304" pitchFamily="18" charset="0"/>
              </a:rPr>
              <a:t>Check if there is any unusual activity or unauthorized logins.</a:t>
            </a:r>
          </a:p>
          <a:p>
            <a:pPr marL="285750" indent="-285750">
              <a:lnSpc>
                <a:spcPct val="150000"/>
              </a:lnSpc>
              <a:buFont typeface="Arial" panose="020B0604020202020204" pitchFamily="34" charset="0"/>
              <a:buChar char="•"/>
            </a:pPr>
            <a:endParaRPr lang="en-US" dirty="0">
              <a:latin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rPr>
              <a:t>See all phones and computers where your account is logged in.</a:t>
            </a:r>
          </a:p>
          <a:p>
            <a:pPr marL="285750" indent="-285750">
              <a:lnSpc>
                <a:spcPct val="150000"/>
              </a:lnSpc>
              <a:buFont typeface="Arial" panose="020B0604020202020204" pitchFamily="34" charset="0"/>
              <a:buChar char="•"/>
            </a:pPr>
            <a:endParaRPr lang="en-US" dirty="0">
              <a:latin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rPr>
              <a:t>Make your account unhackable by adding an extra layer of security.</a:t>
            </a:r>
          </a:p>
        </p:txBody>
      </p:sp>
      <p:sp>
        <p:nvSpPr>
          <p:cNvPr id="62" name="TextBox 61">
            <a:extLst>
              <a:ext uri="{FF2B5EF4-FFF2-40B4-BE49-F238E27FC236}">
                <a16:creationId xmlns:a16="http://schemas.microsoft.com/office/drawing/2014/main" id="{8F9A1E2A-1B47-AB80-1A36-2443E79952B2}"/>
              </a:ext>
            </a:extLst>
          </p:cNvPr>
          <p:cNvSpPr txBox="1"/>
          <p:nvPr/>
        </p:nvSpPr>
        <p:spPr>
          <a:xfrm>
            <a:off x="1174991" y="1152350"/>
            <a:ext cx="2115219" cy="707886"/>
          </a:xfrm>
          <a:prstGeom prst="rect">
            <a:avLst/>
          </a:prstGeom>
          <a:noFill/>
        </p:spPr>
        <p:txBody>
          <a:bodyPr wrap="square" rtlCol="0">
            <a:spAutoFit/>
          </a:bodyPr>
          <a:lstStyle/>
          <a:p>
            <a:r>
              <a:rPr lang="en-US" sz="4000" dirty="0">
                <a:latin typeface="Times New Roman" panose="02020603050405020304" pitchFamily="18" charset="0"/>
              </a:rPr>
              <a:t>Security</a:t>
            </a:r>
          </a:p>
        </p:txBody>
      </p:sp>
      <p:sp>
        <p:nvSpPr>
          <p:cNvPr id="63" name="TextBox 62">
            <a:extLst>
              <a:ext uri="{FF2B5EF4-FFF2-40B4-BE49-F238E27FC236}">
                <a16:creationId xmlns:a16="http://schemas.microsoft.com/office/drawing/2014/main" id="{427F6E93-7142-66F6-6BA1-FAE81B9CCDFA}"/>
              </a:ext>
            </a:extLst>
          </p:cNvPr>
          <p:cNvSpPr txBox="1"/>
          <p:nvPr/>
        </p:nvSpPr>
        <p:spPr>
          <a:xfrm>
            <a:off x="1142817" y="8588886"/>
            <a:ext cx="6924003" cy="337335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b="1" dirty="0">
                <a:latin typeface="Times New Roman" panose="02020603050405020304" pitchFamily="18" charset="0"/>
              </a:rPr>
              <a:t>Data Encryption - </a:t>
            </a:r>
            <a:r>
              <a:rPr lang="en-US" dirty="0">
                <a:latin typeface="Times New Roman" panose="02020603050405020304" pitchFamily="18" charset="0"/>
              </a:rPr>
              <a:t>TikTok uses advanced technology to hide your data from hackers.</a:t>
            </a:r>
          </a:p>
          <a:p>
            <a:pPr marL="285750" indent="-285750">
              <a:lnSpc>
                <a:spcPct val="150000"/>
              </a:lnSpc>
              <a:buFont typeface="Arial" panose="020B0604020202020204" pitchFamily="34" charset="0"/>
              <a:buChar char="•"/>
            </a:pPr>
            <a:endParaRPr lang="en-US" dirty="0">
              <a:latin typeface="Times New Roman" panose="02020603050405020304" pitchFamily="18" charset="0"/>
            </a:endParaRPr>
          </a:p>
          <a:p>
            <a:pPr marL="285750" indent="-285750">
              <a:lnSpc>
                <a:spcPct val="150000"/>
              </a:lnSpc>
              <a:buFont typeface="Arial" panose="020B0604020202020204" pitchFamily="34" charset="0"/>
              <a:buChar char="•"/>
            </a:pPr>
            <a:r>
              <a:rPr lang="en-US" b="1" dirty="0">
                <a:latin typeface="Times New Roman" panose="02020603050405020304" pitchFamily="18" charset="0"/>
              </a:rPr>
              <a:t>Privacy Controls - </a:t>
            </a:r>
            <a:r>
              <a:rPr lang="en-US" dirty="0">
                <a:latin typeface="Times New Roman" panose="02020603050405020304" pitchFamily="18" charset="0"/>
              </a:rPr>
              <a:t>Tools to decide who can see your videos, comment, or send messages.</a:t>
            </a:r>
          </a:p>
          <a:p>
            <a:pPr marL="285750" indent="-285750">
              <a:lnSpc>
                <a:spcPct val="150000"/>
              </a:lnSpc>
              <a:buFont typeface="Arial" panose="020B0604020202020204" pitchFamily="34" charset="0"/>
              <a:buChar char="•"/>
            </a:pPr>
            <a:endParaRPr lang="en-US" dirty="0">
              <a:latin typeface="Times New Roman" panose="02020603050405020304" pitchFamily="18" charset="0"/>
            </a:endParaRPr>
          </a:p>
          <a:p>
            <a:pPr marL="285750" indent="-285750">
              <a:lnSpc>
                <a:spcPct val="150000"/>
              </a:lnSpc>
              <a:buFont typeface="Arial" panose="020B0604020202020204" pitchFamily="34" charset="0"/>
              <a:buChar char="•"/>
            </a:pPr>
            <a:r>
              <a:rPr lang="en-US" b="1" dirty="0">
                <a:latin typeface="Times New Roman" panose="02020603050405020304" pitchFamily="18" charset="0"/>
              </a:rPr>
              <a:t>Proactive Monitoring - </a:t>
            </a:r>
            <a:r>
              <a:rPr lang="en-US" dirty="0">
                <a:latin typeface="Times New Roman" panose="02020603050405020304" pitchFamily="18" charset="0"/>
              </a:rPr>
              <a:t>The system blocks millions of fake accounts and phishing links daily.</a:t>
            </a:r>
          </a:p>
        </p:txBody>
      </p:sp>
      <p:sp>
        <p:nvSpPr>
          <p:cNvPr id="64" name="TextBox 63">
            <a:extLst>
              <a:ext uri="{FF2B5EF4-FFF2-40B4-BE49-F238E27FC236}">
                <a16:creationId xmlns:a16="http://schemas.microsoft.com/office/drawing/2014/main" id="{5AB56E7E-3A8C-CD47-F910-2FB5A2E0B4D2}"/>
              </a:ext>
            </a:extLst>
          </p:cNvPr>
          <p:cNvSpPr txBox="1"/>
          <p:nvPr/>
        </p:nvSpPr>
        <p:spPr>
          <a:xfrm>
            <a:off x="1233767" y="7186075"/>
            <a:ext cx="2067176"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Tree>
    <p:extLst>
      <p:ext uri="{BB962C8B-B14F-4D97-AF65-F5344CB8AC3E}">
        <p14:creationId xmlns:p14="http://schemas.microsoft.com/office/powerpoint/2010/main" val="641153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46DBA-4D58-4500-88B3-5578C2D2F4C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D39B4AB-B61E-82B1-0EB6-9A1C5BB1B978}"/>
              </a:ext>
            </a:extLst>
          </p:cNvPr>
          <p:cNvSpPr/>
          <p:nvPr/>
        </p:nvSpPr>
        <p:spPr>
          <a:xfrm>
            <a:off x="0" y="2063"/>
            <a:ext cx="9823937" cy="6858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4" name="Rectangle 23">
            <a:extLst>
              <a:ext uri="{FF2B5EF4-FFF2-40B4-BE49-F238E27FC236}">
                <a16:creationId xmlns:a16="http://schemas.microsoft.com/office/drawing/2014/main" id="{623CFE9D-0864-FC42-534A-263FEECA4146}"/>
              </a:ext>
            </a:extLst>
          </p:cNvPr>
          <p:cNvSpPr/>
          <p:nvPr/>
        </p:nvSpPr>
        <p:spPr>
          <a:xfrm rot="5240265" flipH="1">
            <a:off x="3797370" y="5796688"/>
            <a:ext cx="551850" cy="545556"/>
          </a:xfrm>
          <a:prstGeom prst="rect">
            <a:avLst/>
          </a:prstGeom>
          <a:solidFill>
            <a:srgbClr val="FFC000"/>
          </a:solidFill>
          <a:ln>
            <a:noFill/>
          </a:ln>
          <a:effectLst>
            <a:outerShdw blurRad="50800" dist="508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5" name="Rectangle 24">
            <a:extLst>
              <a:ext uri="{FF2B5EF4-FFF2-40B4-BE49-F238E27FC236}">
                <a16:creationId xmlns:a16="http://schemas.microsoft.com/office/drawing/2014/main" id="{2D96EB75-80FA-0FDF-6123-4E5188C6F728}"/>
              </a:ext>
            </a:extLst>
          </p:cNvPr>
          <p:cNvSpPr/>
          <p:nvPr/>
        </p:nvSpPr>
        <p:spPr>
          <a:xfrm rot="4553330" flipH="1">
            <a:off x="3958538" y="5651972"/>
            <a:ext cx="545721" cy="542908"/>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1" name="Rectangle 20">
            <a:extLst>
              <a:ext uri="{FF2B5EF4-FFF2-40B4-BE49-F238E27FC236}">
                <a16:creationId xmlns:a16="http://schemas.microsoft.com/office/drawing/2014/main" id="{2A4C9083-5561-6C2A-DF56-6BA58BD5F19F}"/>
              </a:ext>
            </a:extLst>
          </p:cNvPr>
          <p:cNvSpPr/>
          <p:nvPr/>
        </p:nvSpPr>
        <p:spPr>
          <a:xfrm rot="7811090" flipH="1">
            <a:off x="5377295" y="529297"/>
            <a:ext cx="317410" cy="315774"/>
          </a:xfrm>
          <a:prstGeom prst="rect">
            <a:avLst/>
          </a:prstGeom>
          <a:solidFill>
            <a:schemeClr val="tx1"/>
          </a:solidFill>
          <a:ln>
            <a:noFill/>
          </a:ln>
          <a:effectLst>
            <a:outerShdw blurRad="50800" dist="50800" dir="5400000" algn="ctr" rotWithShape="0">
              <a:srgbClr val="000000">
                <a:alpha val="8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2" name="Rectangle 21">
            <a:extLst>
              <a:ext uri="{FF2B5EF4-FFF2-40B4-BE49-F238E27FC236}">
                <a16:creationId xmlns:a16="http://schemas.microsoft.com/office/drawing/2014/main" id="{D5EBE95E-354F-AB56-7897-174445F69397}"/>
              </a:ext>
            </a:extLst>
          </p:cNvPr>
          <p:cNvSpPr/>
          <p:nvPr/>
        </p:nvSpPr>
        <p:spPr>
          <a:xfrm rot="19063259" flipH="1">
            <a:off x="6539349" y="329292"/>
            <a:ext cx="528682" cy="525957"/>
          </a:xfrm>
          <a:prstGeom prst="rect">
            <a:avLst/>
          </a:prstGeom>
          <a:solidFill>
            <a:schemeClr val="bg1"/>
          </a:solidFill>
          <a:ln>
            <a:noFill/>
          </a:ln>
          <a:effectLst>
            <a:outerShdw blurRad="50800" dist="50800" dir="5400000" algn="ctr" rotWithShape="0">
              <a:srgbClr val="000000">
                <a:alpha val="9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8" name="Rectangle 17">
            <a:extLst>
              <a:ext uri="{FF2B5EF4-FFF2-40B4-BE49-F238E27FC236}">
                <a16:creationId xmlns:a16="http://schemas.microsoft.com/office/drawing/2014/main" id="{29631AA8-ED13-C0FC-55FA-E29DA2FE244D}"/>
              </a:ext>
            </a:extLst>
          </p:cNvPr>
          <p:cNvSpPr/>
          <p:nvPr/>
        </p:nvSpPr>
        <p:spPr>
          <a:xfrm rot="2559342" flipH="1">
            <a:off x="759484" y="1355525"/>
            <a:ext cx="328716" cy="327022"/>
          </a:xfrm>
          <a:prstGeom prst="rect">
            <a:avLst/>
          </a:prstGeom>
          <a:solidFill>
            <a:schemeClr val="bg1"/>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9" name="Rectangle 18">
            <a:extLst>
              <a:ext uri="{FF2B5EF4-FFF2-40B4-BE49-F238E27FC236}">
                <a16:creationId xmlns:a16="http://schemas.microsoft.com/office/drawing/2014/main" id="{5ACE70BB-C80D-D5FD-AF39-A14EFC85D19C}"/>
              </a:ext>
            </a:extLst>
          </p:cNvPr>
          <p:cNvSpPr/>
          <p:nvPr/>
        </p:nvSpPr>
        <p:spPr>
          <a:xfrm rot="7957583" flipH="1">
            <a:off x="1013783" y="1003611"/>
            <a:ext cx="1007438" cy="1030849"/>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7" name="Rectangle 16">
            <a:extLst>
              <a:ext uri="{FF2B5EF4-FFF2-40B4-BE49-F238E27FC236}">
                <a16:creationId xmlns:a16="http://schemas.microsoft.com/office/drawing/2014/main" id="{1BE167CE-2000-9F4F-87E9-8F3F141A8C91}"/>
              </a:ext>
            </a:extLst>
          </p:cNvPr>
          <p:cNvSpPr/>
          <p:nvPr/>
        </p:nvSpPr>
        <p:spPr>
          <a:xfrm rot="2992157" flipH="1">
            <a:off x="1771159" y="1305930"/>
            <a:ext cx="661080" cy="557821"/>
          </a:xfrm>
          <a:prstGeom prst="rect">
            <a:avLst/>
          </a:prstGeom>
          <a:solidFill>
            <a:srgbClr val="FFC000"/>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23" name="Group 22">
            <a:extLst>
              <a:ext uri="{FF2B5EF4-FFF2-40B4-BE49-F238E27FC236}">
                <a16:creationId xmlns:a16="http://schemas.microsoft.com/office/drawing/2014/main" id="{901449E2-8394-6C27-86C4-EEEB04245609}"/>
              </a:ext>
            </a:extLst>
          </p:cNvPr>
          <p:cNvGrpSpPr/>
          <p:nvPr/>
        </p:nvGrpSpPr>
        <p:grpSpPr>
          <a:xfrm>
            <a:off x="8680416" y="-6089080"/>
            <a:ext cx="3111918" cy="12190023"/>
            <a:chOff x="503251" y="686803"/>
            <a:chExt cx="3111918" cy="12190023"/>
          </a:xfrm>
        </p:grpSpPr>
        <p:grpSp>
          <p:nvGrpSpPr>
            <p:cNvPr id="26" name="Group 25">
              <a:extLst>
                <a:ext uri="{FF2B5EF4-FFF2-40B4-BE49-F238E27FC236}">
                  <a16:creationId xmlns:a16="http://schemas.microsoft.com/office/drawing/2014/main" id="{1905E33B-731D-2C24-D979-D329FC187478}"/>
                </a:ext>
              </a:extLst>
            </p:cNvPr>
            <p:cNvGrpSpPr/>
            <p:nvPr/>
          </p:nvGrpSpPr>
          <p:grpSpPr>
            <a:xfrm>
              <a:off x="503251" y="686803"/>
              <a:ext cx="2252938" cy="12190023"/>
              <a:chOff x="1129831" y="-2607606"/>
              <a:chExt cx="2252938" cy="12190023"/>
            </a:xfrm>
            <a:effectLst>
              <a:outerShdw blurRad="228600" dist="76200" dir="7620000" algn="ctr" rotWithShape="0">
                <a:srgbClr val="000000">
                  <a:alpha val="81000"/>
                </a:srgbClr>
              </a:outerShdw>
            </a:effectLst>
            <a:scene3d>
              <a:camera prst="orthographicFront">
                <a:rot lat="0" lon="0" rev="0"/>
              </a:camera>
              <a:lightRig rig="threePt" dir="t"/>
            </a:scene3d>
          </p:grpSpPr>
          <p:sp>
            <p:nvSpPr>
              <p:cNvPr id="37" name="Freeform: Shape 36">
                <a:extLst>
                  <a:ext uri="{FF2B5EF4-FFF2-40B4-BE49-F238E27FC236}">
                    <a16:creationId xmlns:a16="http://schemas.microsoft.com/office/drawing/2014/main" id="{23B6C06C-1928-FE8E-EA9B-10FB9AC53145}"/>
                  </a:ext>
                </a:extLst>
              </p:cNvPr>
              <p:cNvSpPr/>
              <p:nvPr/>
            </p:nvSpPr>
            <p:spPr>
              <a:xfrm rot="18900000">
                <a:off x="2054245" y="3149353"/>
                <a:ext cx="449222" cy="753409"/>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38" name="Freeform: Shape 37">
                <a:extLst>
                  <a:ext uri="{FF2B5EF4-FFF2-40B4-BE49-F238E27FC236}">
                    <a16:creationId xmlns:a16="http://schemas.microsoft.com/office/drawing/2014/main" id="{8EBE3CD4-BE71-8E20-F716-57C64422560E}"/>
                  </a:ext>
                </a:extLst>
              </p:cNvPr>
              <p:cNvSpPr/>
              <p:nvPr/>
            </p:nvSpPr>
            <p:spPr>
              <a:xfrm rot="18900000">
                <a:off x="2004188" y="-1066606"/>
                <a:ext cx="449222" cy="830275"/>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39" name="Freeform: Shape 38">
                <a:extLst>
                  <a:ext uri="{FF2B5EF4-FFF2-40B4-BE49-F238E27FC236}">
                    <a16:creationId xmlns:a16="http://schemas.microsoft.com/office/drawing/2014/main" id="{3353A5B0-0571-FC69-1704-EC743A53AA09}"/>
                  </a:ext>
                </a:extLst>
              </p:cNvPr>
              <p:cNvSpPr/>
              <p:nvPr/>
            </p:nvSpPr>
            <p:spPr>
              <a:xfrm rot="18900000">
                <a:off x="1299576" y="-2607606"/>
                <a:ext cx="1908313" cy="1908314"/>
              </a:xfrm>
              <a:custGeom>
                <a:avLst/>
                <a:gdLst>
                  <a:gd name="connsiteX0" fmla="*/ 1850089 w 1908313"/>
                  <a:gd name="connsiteY0" fmla="*/ 58225 h 1908314"/>
                  <a:gd name="connsiteX1" fmla="*/ 1908313 w 1908313"/>
                  <a:gd name="connsiteY1" fmla="*/ 198790 h 1908314"/>
                  <a:gd name="connsiteX2" fmla="*/ 1908313 w 1908313"/>
                  <a:gd name="connsiteY2" fmla="*/ 1709525 h 1908314"/>
                  <a:gd name="connsiteX3" fmla="*/ 1709524 w 1908313"/>
                  <a:gd name="connsiteY3" fmla="*/ 1908314 h 1908314"/>
                  <a:gd name="connsiteX4" fmla="*/ 575069 w 1908313"/>
                  <a:gd name="connsiteY4" fmla="*/ 1908314 h 1908314"/>
                  <a:gd name="connsiteX5" fmla="*/ 561771 w 1908313"/>
                  <a:gd name="connsiteY5" fmla="*/ 1480433 h 1908314"/>
                  <a:gd name="connsiteX6" fmla="*/ 1365107 w 1908313"/>
                  <a:gd name="connsiteY6" fmla="*/ 1480433 h 1908314"/>
                  <a:gd name="connsiteX7" fmla="*/ 1474802 w 1908313"/>
                  <a:gd name="connsiteY7" fmla="*/ 1370738 h 1908314"/>
                  <a:gd name="connsiteX8" fmla="*/ 1474802 w 1908313"/>
                  <a:gd name="connsiteY8" fmla="*/ 537090 h 1908314"/>
                  <a:gd name="connsiteX9" fmla="*/ 1365107 w 1908313"/>
                  <a:gd name="connsiteY9" fmla="*/ 427395 h 1908314"/>
                  <a:gd name="connsiteX10" fmla="*/ 531459 w 1908313"/>
                  <a:gd name="connsiteY10" fmla="*/ 427395 h 1908314"/>
                  <a:gd name="connsiteX11" fmla="*/ 421764 w 1908313"/>
                  <a:gd name="connsiteY11" fmla="*/ 537090 h 1908314"/>
                  <a:gd name="connsiteX12" fmla="*/ 421764 w 1908313"/>
                  <a:gd name="connsiteY12" fmla="*/ 1370739 h 1908314"/>
                  <a:gd name="connsiteX13" fmla="*/ 430385 w 1908313"/>
                  <a:gd name="connsiteY13" fmla="*/ 1413436 h 1908314"/>
                  <a:gd name="connsiteX14" fmla="*/ 437581 w 1908313"/>
                  <a:gd name="connsiteY14" fmla="*/ 1424110 h 1908314"/>
                  <a:gd name="connsiteX15" fmla="*/ 442252 w 1908313"/>
                  <a:gd name="connsiteY15" fmla="*/ 1574404 h 1908314"/>
                  <a:gd name="connsiteX16" fmla="*/ 441823 w 1908313"/>
                  <a:gd name="connsiteY16" fmla="*/ 1572278 h 1908314"/>
                  <a:gd name="connsiteX17" fmla="*/ 258656 w 1908313"/>
                  <a:gd name="connsiteY17" fmla="*/ 1450867 h 1908314"/>
                  <a:gd name="connsiteX18" fmla="*/ 3408 w 1908313"/>
                  <a:gd name="connsiteY18" fmla="*/ 1450867 h 1908314"/>
                  <a:gd name="connsiteX19" fmla="*/ 0 w 1908313"/>
                  <a:gd name="connsiteY19" fmla="*/ 1341225 h 1908314"/>
                  <a:gd name="connsiteX20" fmla="*/ 0 w 1908313"/>
                  <a:gd name="connsiteY20" fmla="*/ 198790 h 1908314"/>
                  <a:gd name="connsiteX21" fmla="*/ 198789 w 1908313"/>
                  <a:gd name="connsiteY21" fmla="*/ 1 h 1908314"/>
                  <a:gd name="connsiteX22" fmla="*/ 1709524 w 1908313"/>
                  <a:gd name="connsiteY22" fmla="*/ 1 h 1908314"/>
                  <a:gd name="connsiteX23" fmla="*/ 1850089 w 1908313"/>
                  <a:gd name="connsiteY23" fmla="*/ 58225 h 190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4">
                    <a:moveTo>
                      <a:pt x="1850089" y="58225"/>
                    </a:moveTo>
                    <a:cubicBezTo>
                      <a:pt x="1886063" y="94198"/>
                      <a:pt x="1908313" y="143896"/>
                      <a:pt x="1908313" y="198790"/>
                    </a:cubicBezTo>
                    <a:lnTo>
                      <a:pt x="1908313" y="1709525"/>
                    </a:lnTo>
                    <a:cubicBezTo>
                      <a:pt x="1908313" y="1819312"/>
                      <a:pt x="1819312" y="1908313"/>
                      <a:pt x="1709524" y="1908314"/>
                    </a:cubicBezTo>
                    <a:lnTo>
                      <a:pt x="575069" y="1908314"/>
                    </a:lnTo>
                    <a:lnTo>
                      <a:pt x="561771" y="1480433"/>
                    </a:lnTo>
                    <a:lnTo>
                      <a:pt x="1365107" y="1480433"/>
                    </a:lnTo>
                    <a:cubicBezTo>
                      <a:pt x="1425690" y="1480433"/>
                      <a:pt x="1474802" y="1431321"/>
                      <a:pt x="1474802" y="1370738"/>
                    </a:cubicBezTo>
                    <a:lnTo>
                      <a:pt x="1474802" y="537090"/>
                    </a:lnTo>
                    <a:cubicBezTo>
                      <a:pt x="1474802" y="476507"/>
                      <a:pt x="1425691" y="427395"/>
                      <a:pt x="1365107" y="427395"/>
                    </a:cubicBezTo>
                    <a:lnTo>
                      <a:pt x="531459" y="427395"/>
                    </a:lnTo>
                    <a:cubicBezTo>
                      <a:pt x="470876" y="427395"/>
                      <a:pt x="421764" y="476507"/>
                      <a:pt x="421764" y="537090"/>
                    </a:cubicBezTo>
                    <a:lnTo>
                      <a:pt x="421764" y="1370739"/>
                    </a:lnTo>
                    <a:cubicBezTo>
                      <a:pt x="421764" y="1385884"/>
                      <a:pt x="424834" y="1400313"/>
                      <a:pt x="430385" y="1413436"/>
                    </a:cubicBezTo>
                    <a:lnTo>
                      <a:pt x="437581" y="1424110"/>
                    </a:lnTo>
                    <a:lnTo>
                      <a:pt x="442252" y="1574404"/>
                    </a:lnTo>
                    <a:lnTo>
                      <a:pt x="441823" y="1572278"/>
                    </a:lnTo>
                    <a:cubicBezTo>
                      <a:pt x="411645" y="1500930"/>
                      <a:pt x="340997" y="1450867"/>
                      <a:pt x="258656" y="1450867"/>
                    </a:cubicBezTo>
                    <a:lnTo>
                      <a:pt x="3408" y="1450867"/>
                    </a:lnTo>
                    <a:lnTo>
                      <a:pt x="0" y="1341225"/>
                    </a:lnTo>
                    <a:lnTo>
                      <a:pt x="0" y="198790"/>
                    </a:lnTo>
                    <a:cubicBezTo>
                      <a:pt x="0" y="89001"/>
                      <a:pt x="89001" y="0"/>
                      <a:pt x="198789" y="1"/>
                    </a:cubicBezTo>
                    <a:lnTo>
                      <a:pt x="1709524" y="1"/>
                    </a:lnTo>
                    <a:cubicBezTo>
                      <a:pt x="1764418" y="0"/>
                      <a:pt x="1814115" y="22251"/>
                      <a:pt x="1850089" y="58225"/>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0" name="Freeform: Shape 39">
                <a:extLst>
                  <a:ext uri="{FF2B5EF4-FFF2-40B4-BE49-F238E27FC236}">
                    <a16:creationId xmlns:a16="http://schemas.microsoft.com/office/drawing/2014/main" id="{DD8ECE21-98C7-E8B9-091B-858B78FBC4E5}"/>
                  </a:ext>
                </a:extLst>
              </p:cNvPr>
              <p:cNvSpPr/>
              <p:nvPr/>
            </p:nvSpPr>
            <p:spPr>
              <a:xfrm rot="18900000">
                <a:off x="2007074" y="7298477"/>
                <a:ext cx="449222" cy="604820"/>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1" name="Freeform: Shape 40">
                <a:extLst>
                  <a:ext uri="{FF2B5EF4-FFF2-40B4-BE49-F238E27FC236}">
                    <a16:creationId xmlns:a16="http://schemas.microsoft.com/office/drawing/2014/main" id="{6499E7A1-6323-B2AC-7EB0-F2E7AB87D73C}"/>
                  </a:ext>
                </a:extLst>
              </p:cNvPr>
              <p:cNvSpPr/>
              <p:nvPr/>
            </p:nvSpPr>
            <p:spPr>
              <a:xfrm rot="18900000">
                <a:off x="2041265" y="5193291"/>
                <a:ext cx="438308" cy="752915"/>
              </a:xfrm>
              <a:custGeom>
                <a:avLst/>
                <a:gdLst>
                  <a:gd name="connsiteX0" fmla="*/ 384675 w 438308"/>
                  <a:gd name="connsiteY0" fmla="*/ 58224 h 475665"/>
                  <a:gd name="connsiteX1" fmla="*/ 427276 w 438308"/>
                  <a:gd name="connsiteY1" fmla="*/ 121412 h 475665"/>
                  <a:gd name="connsiteX2" fmla="*/ 428729 w 438308"/>
                  <a:gd name="connsiteY2" fmla="*/ 128605 h 475665"/>
                  <a:gd name="connsiteX3" fmla="*/ 438308 w 438308"/>
                  <a:gd name="connsiteY3" fmla="*/ 475665 h 475665"/>
                  <a:gd name="connsiteX4" fmla="*/ 197201 w 438308"/>
                  <a:gd name="connsiteY4" fmla="*/ 475665 h 475665"/>
                  <a:gd name="connsiteX5" fmla="*/ 14033 w 438308"/>
                  <a:gd name="connsiteY5" fmla="*/ 354253 h 475665"/>
                  <a:gd name="connsiteX6" fmla="*/ 3805 w 438308"/>
                  <a:gd name="connsiteY6" fmla="*/ 303589 h 475665"/>
                  <a:gd name="connsiteX7" fmla="*/ 0 w 438308"/>
                  <a:gd name="connsiteY7" fmla="*/ 1 h 475665"/>
                  <a:gd name="connsiteX8" fmla="*/ 244110 w 438308"/>
                  <a:gd name="connsiteY8" fmla="*/ 1 h 475665"/>
                  <a:gd name="connsiteX9" fmla="*/ 384675 w 438308"/>
                  <a:gd name="connsiteY9" fmla="*/ 58224 h 4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8308" h="475665">
                    <a:moveTo>
                      <a:pt x="384675" y="58224"/>
                    </a:moveTo>
                    <a:cubicBezTo>
                      <a:pt x="402662" y="76211"/>
                      <a:pt x="417218" y="97629"/>
                      <a:pt x="427276" y="121412"/>
                    </a:cubicBezTo>
                    <a:lnTo>
                      <a:pt x="428729" y="128605"/>
                    </a:lnTo>
                    <a:lnTo>
                      <a:pt x="438308" y="475665"/>
                    </a:lnTo>
                    <a:lnTo>
                      <a:pt x="197201" y="475665"/>
                    </a:lnTo>
                    <a:cubicBezTo>
                      <a:pt x="114860" y="475665"/>
                      <a:pt x="44211" y="425602"/>
                      <a:pt x="14033" y="354253"/>
                    </a:cubicBezTo>
                    <a:lnTo>
                      <a:pt x="3805" y="303589"/>
                    </a:lnTo>
                    <a:lnTo>
                      <a:pt x="0" y="1"/>
                    </a:lnTo>
                    <a:lnTo>
                      <a:pt x="244110" y="1"/>
                    </a:lnTo>
                    <a:cubicBezTo>
                      <a:pt x="299004" y="-1"/>
                      <a:pt x="348701" y="22250"/>
                      <a:pt x="384675"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2" name="Freeform: Shape 41">
                <a:extLst>
                  <a:ext uri="{FF2B5EF4-FFF2-40B4-BE49-F238E27FC236}">
                    <a16:creationId xmlns:a16="http://schemas.microsoft.com/office/drawing/2014/main" id="{7919D69E-1FF8-67DD-FD49-96E9DC58979F}"/>
                  </a:ext>
                </a:extLst>
              </p:cNvPr>
              <p:cNvSpPr/>
              <p:nvPr/>
            </p:nvSpPr>
            <p:spPr>
              <a:xfrm rot="18900000">
                <a:off x="1886938" y="5461917"/>
                <a:ext cx="1588" cy="92397"/>
              </a:xfrm>
              <a:custGeom>
                <a:avLst/>
                <a:gdLst>
                  <a:gd name="connsiteX0" fmla="*/ 431 w 1588"/>
                  <a:gd name="connsiteY0" fmla="*/ 0 h 92397"/>
                  <a:gd name="connsiteX1" fmla="*/ 1588 w 1588"/>
                  <a:gd name="connsiteY1" fmla="*/ 92397 h 92397"/>
                  <a:gd name="connsiteX2" fmla="*/ 0 w 1588"/>
                  <a:gd name="connsiteY2" fmla="*/ 92397 h 92397"/>
                  <a:gd name="connsiteX3" fmla="*/ 0 w 1588"/>
                  <a:gd name="connsiteY3" fmla="*/ 6 h 92397"/>
                  <a:gd name="connsiteX4" fmla="*/ 431 w 1588"/>
                  <a:gd name="connsiteY4" fmla="*/ 0 h 92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 h="92397">
                    <a:moveTo>
                      <a:pt x="431" y="0"/>
                    </a:moveTo>
                    <a:lnTo>
                      <a:pt x="1588" y="92397"/>
                    </a:lnTo>
                    <a:lnTo>
                      <a:pt x="0" y="92397"/>
                    </a:lnTo>
                    <a:lnTo>
                      <a:pt x="0" y="6"/>
                    </a:lnTo>
                    <a:lnTo>
                      <a:pt x="43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3" name="Freeform: Shape 42">
                <a:extLst>
                  <a:ext uri="{FF2B5EF4-FFF2-40B4-BE49-F238E27FC236}">
                    <a16:creationId xmlns:a16="http://schemas.microsoft.com/office/drawing/2014/main" id="{DF988BB9-FD20-D9D7-0843-C37643D5D45D}"/>
                  </a:ext>
                </a:extLst>
              </p:cNvPr>
              <p:cNvSpPr/>
              <p:nvPr/>
            </p:nvSpPr>
            <p:spPr>
              <a:xfrm rot="18900000">
                <a:off x="2601109" y="5550703"/>
                <a:ext cx="4591" cy="97710"/>
              </a:xfrm>
              <a:custGeom>
                <a:avLst/>
                <a:gdLst>
                  <a:gd name="connsiteX0" fmla="*/ 4591 w 4591"/>
                  <a:gd name="connsiteY0" fmla="*/ 0 h 97710"/>
                  <a:gd name="connsiteX1" fmla="*/ 4591 w 4591"/>
                  <a:gd name="connsiteY1" fmla="*/ 97658 h 97710"/>
                  <a:gd name="connsiteX2" fmla="*/ 2697 w 4591"/>
                  <a:gd name="connsiteY2" fmla="*/ 97710 h 97710"/>
                  <a:gd name="connsiteX3" fmla="*/ 0 w 4591"/>
                  <a:gd name="connsiteY3" fmla="*/ 0 h 97710"/>
                  <a:gd name="connsiteX4" fmla="*/ 4591 w 4591"/>
                  <a:gd name="connsiteY4" fmla="*/ 0 h 97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1" h="97710">
                    <a:moveTo>
                      <a:pt x="4591" y="0"/>
                    </a:moveTo>
                    <a:lnTo>
                      <a:pt x="4591" y="97658"/>
                    </a:lnTo>
                    <a:lnTo>
                      <a:pt x="2697" y="97710"/>
                    </a:lnTo>
                    <a:lnTo>
                      <a:pt x="0" y="0"/>
                    </a:lnTo>
                    <a:lnTo>
                      <a:pt x="459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4" name="Freeform: Shape 43">
                <a:extLst>
                  <a:ext uri="{FF2B5EF4-FFF2-40B4-BE49-F238E27FC236}">
                    <a16:creationId xmlns:a16="http://schemas.microsoft.com/office/drawing/2014/main" id="{D7D0AA2A-C75D-F8B0-854C-4F6C9AF6D686}"/>
                  </a:ext>
                </a:extLst>
              </p:cNvPr>
              <p:cNvSpPr/>
              <p:nvPr/>
            </p:nvSpPr>
            <p:spPr>
              <a:xfrm rot="18900000">
                <a:off x="1922453" y="3642829"/>
                <a:ext cx="1316334" cy="1582646"/>
              </a:xfrm>
              <a:custGeom>
                <a:avLst/>
                <a:gdLst>
                  <a:gd name="connsiteX0" fmla="*/ 1311519 w 1316334"/>
                  <a:gd name="connsiteY0" fmla="*/ 131780 h 1582646"/>
                  <a:gd name="connsiteX1" fmla="*/ 1314529 w 1316334"/>
                  <a:gd name="connsiteY1" fmla="*/ 228660 h 1582646"/>
                  <a:gd name="connsiteX2" fmla="*/ 1316334 w 1316334"/>
                  <a:gd name="connsiteY2" fmla="*/ 228603 h 1582646"/>
                  <a:gd name="connsiteX3" fmla="*/ 1316334 w 1316334"/>
                  <a:gd name="connsiteY3" fmla="*/ 1383857 h 1582646"/>
                  <a:gd name="connsiteX4" fmla="*/ 1117545 w 1316334"/>
                  <a:gd name="connsiteY4" fmla="*/ 1582646 h 1582646"/>
                  <a:gd name="connsiteX5" fmla="*/ 11809 w 1316334"/>
                  <a:gd name="connsiteY5" fmla="*/ 1582646 h 1582646"/>
                  <a:gd name="connsiteX6" fmla="*/ 0 w 1316334"/>
                  <a:gd name="connsiteY6" fmla="*/ 1154766 h 1582646"/>
                  <a:gd name="connsiteX7" fmla="*/ 773127 w 1316334"/>
                  <a:gd name="connsiteY7" fmla="*/ 1154766 h 1582646"/>
                  <a:gd name="connsiteX8" fmla="*/ 882822 w 1316334"/>
                  <a:gd name="connsiteY8" fmla="*/ 1045069 h 1582646"/>
                  <a:gd name="connsiteX9" fmla="*/ 882823 w 1316334"/>
                  <a:gd name="connsiteY9" fmla="*/ 211422 h 1582646"/>
                  <a:gd name="connsiteX10" fmla="*/ 877169 w 1316334"/>
                  <a:gd name="connsiteY10" fmla="*/ 183417 h 1582646"/>
                  <a:gd name="connsiteX11" fmla="*/ 878117 w 1316334"/>
                  <a:gd name="connsiteY11" fmla="*/ 183388 h 1582646"/>
                  <a:gd name="connsiteX12" fmla="*/ 872418 w 1316334"/>
                  <a:gd name="connsiteY12" fmla="*/ 0 h 1582646"/>
                  <a:gd name="connsiteX13" fmla="*/ 874511 w 1316334"/>
                  <a:gd name="connsiteY13" fmla="*/ 10367 h 1582646"/>
                  <a:gd name="connsiteX14" fmla="*/ 1057678 w 1316334"/>
                  <a:gd name="connsiteY14" fmla="*/ 131780 h 1582646"/>
                  <a:gd name="connsiteX15" fmla="*/ 1311519 w 1316334"/>
                  <a:gd name="connsiteY15" fmla="*/ 131780 h 1582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6334" h="1582646">
                    <a:moveTo>
                      <a:pt x="1311519" y="131780"/>
                    </a:moveTo>
                    <a:lnTo>
                      <a:pt x="1314529" y="228660"/>
                    </a:lnTo>
                    <a:lnTo>
                      <a:pt x="1316334" y="228603"/>
                    </a:lnTo>
                    <a:lnTo>
                      <a:pt x="1316334" y="1383857"/>
                    </a:lnTo>
                    <a:cubicBezTo>
                      <a:pt x="1316333" y="1493645"/>
                      <a:pt x="1227333" y="1582645"/>
                      <a:pt x="1117545" y="1582646"/>
                    </a:cubicBezTo>
                    <a:lnTo>
                      <a:pt x="11809" y="1582646"/>
                    </a:lnTo>
                    <a:lnTo>
                      <a:pt x="0" y="1154766"/>
                    </a:lnTo>
                    <a:lnTo>
                      <a:pt x="773127" y="1154766"/>
                    </a:lnTo>
                    <a:cubicBezTo>
                      <a:pt x="833711" y="1154766"/>
                      <a:pt x="882823" y="1105654"/>
                      <a:pt x="882822" y="1045069"/>
                    </a:cubicBezTo>
                    <a:lnTo>
                      <a:pt x="882823" y="211422"/>
                    </a:lnTo>
                    <a:lnTo>
                      <a:pt x="877169" y="183417"/>
                    </a:lnTo>
                    <a:lnTo>
                      <a:pt x="878117" y="183388"/>
                    </a:lnTo>
                    <a:lnTo>
                      <a:pt x="872418" y="0"/>
                    </a:lnTo>
                    <a:lnTo>
                      <a:pt x="874511" y="10367"/>
                    </a:lnTo>
                    <a:cubicBezTo>
                      <a:pt x="904689" y="81716"/>
                      <a:pt x="975337" y="131779"/>
                      <a:pt x="1057678" y="131780"/>
                    </a:cubicBezTo>
                    <a:lnTo>
                      <a:pt x="1311519" y="13178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5" name="Freeform: Shape 44">
                <a:extLst>
                  <a:ext uri="{FF2B5EF4-FFF2-40B4-BE49-F238E27FC236}">
                    <a16:creationId xmlns:a16="http://schemas.microsoft.com/office/drawing/2014/main" id="{14290B56-ED50-5428-F9E2-8DF2B67D204F}"/>
                  </a:ext>
                </a:extLst>
              </p:cNvPr>
              <p:cNvSpPr/>
              <p:nvPr/>
            </p:nvSpPr>
            <p:spPr>
              <a:xfrm rot="18900000">
                <a:off x="1261799" y="3824095"/>
                <a:ext cx="1345120" cy="1561254"/>
              </a:xfrm>
              <a:custGeom>
                <a:avLst/>
                <a:gdLst>
                  <a:gd name="connsiteX0" fmla="*/ 1331836 w 1345120"/>
                  <a:gd name="connsiteY0" fmla="*/ 0 h 1561254"/>
                  <a:gd name="connsiteX1" fmla="*/ 1345120 w 1345120"/>
                  <a:gd name="connsiteY1" fmla="*/ 427395 h 1561254"/>
                  <a:gd name="connsiteX2" fmla="*/ 531459 w 1345120"/>
                  <a:gd name="connsiteY2" fmla="*/ 427395 h 1561254"/>
                  <a:gd name="connsiteX3" fmla="*/ 421764 w 1345120"/>
                  <a:gd name="connsiteY3" fmla="*/ 537091 h 1561254"/>
                  <a:gd name="connsiteX4" fmla="*/ 421764 w 1345120"/>
                  <a:gd name="connsiteY4" fmla="*/ 1370739 h 1561254"/>
                  <a:gd name="connsiteX5" fmla="*/ 425580 w 1345120"/>
                  <a:gd name="connsiteY5" fmla="*/ 1389640 h 1561254"/>
                  <a:gd name="connsiteX6" fmla="*/ 430317 w 1345120"/>
                  <a:gd name="connsiteY6" fmla="*/ 1561254 h 1561254"/>
                  <a:gd name="connsiteX7" fmla="*/ 428864 w 1345120"/>
                  <a:gd name="connsiteY7" fmla="*/ 1554061 h 1561254"/>
                  <a:gd name="connsiteX8" fmla="*/ 386263 w 1345120"/>
                  <a:gd name="connsiteY8" fmla="*/ 1490873 h 1561254"/>
                  <a:gd name="connsiteX9" fmla="*/ 245698 w 1345120"/>
                  <a:gd name="connsiteY9" fmla="*/ 1432650 h 1561254"/>
                  <a:gd name="connsiteX10" fmla="*/ 1588 w 1345120"/>
                  <a:gd name="connsiteY10" fmla="*/ 1432650 h 1561254"/>
                  <a:gd name="connsiteX11" fmla="*/ 431 w 1345120"/>
                  <a:gd name="connsiteY11" fmla="*/ 1340253 h 1561254"/>
                  <a:gd name="connsiteX12" fmla="*/ 0 w 1345120"/>
                  <a:gd name="connsiteY12" fmla="*/ 1340259 h 1561254"/>
                  <a:gd name="connsiteX13" fmla="*/ 0 w 1345120"/>
                  <a:gd name="connsiteY13" fmla="*/ 198790 h 1561254"/>
                  <a:gd name="connsiteX14" fmla="*/ 198789 w 1345120"/>
                  <a:gd name="connsiteY14" fmla="*/ 1 h 1561254"/>
                  <a:gd name="connsiteX15" fmla="*/ 1331836 w 1345120"/>
                  <a:gd name="connsiteY15" fmla="*/ 0 h 1561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5120" h="1561254">
                    <a:moveTo>
                      <a:pt x="1331836" y="0"/>
                    </a:moveTo>
                    <a:lnTo>
                      <a:pt x="1345120" y="427395"/>
                    </a:lnTo>
                    <a:lnTo>
                      <a:pt x="531459" y="427395"/>
                    </a:lnTo>
                    <a:cubicBezTo>
                      <a:pt x="470876" y="427395"/>
                      <a:pt x="421764" y="476508"/>
                      <a:pt x="421764" y="537091"/>
                    </a:cubicBezTo>
                    <a:lnTo>
                      <a:pt x="421764" y="1370739"/>
                    </a:lnTo>
                    <a:lnTo>
                      <a:pt x="425580" y="1389640"/>
                    </a:lnTo>
                    <a:lnTo>
                      <a:pt x="430317" y="1561254"/>
                    </a:lnTo>
                    <a:lnTo>
                      <a:pt x="428864" y="1554061"/>
                    </a:lnTo>
                    <a:cubicBezTo>
                      <a:pt x="418806" y="1530278"/>
                      <a:pt x="404250" y="1508860"/>
                      <a:pt x="386263" y="1490873"/>
                    </a:cubicBezTo>
                    <a:cubicBezTo>
                      <a:pt x="350289" y="1454899"/>
                      <a:pt x="300592" y="1432648"/>
                      <a:pt x="245698" y="1432650"/>
                    </a:cubicBezTo>
                    <a:lnTo>
                      <a:pt x="1588" y="1432650"/>
                    </a:lnTo>
                    <a:lnTo>
                      <a:pt x="431" y="1340253"/>
                    </a:lnTo>
                    <a:lnTo>
                      <a:pt x="0" y="1340259"/>
                    </a:lnTo>
                    <a:lnTo>
                      <a:pt x="0" y="198790"/>
                    </a:lnTo>
                    <a:cubicBezTo>
                      <a:pt x="0" y="89002"/>
                      <a:pt x="89001" y="1"/>
                      <a:pt x="198789" y="1"/>
                    </a:cubicBezTo>
                    <a:lnTo>
                      <a:pt x="1331836"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6" name="Freeform: Shape 45">
                <a:extLst>
                  <a:ext uri="{FF2B5EF4-FFF2-40B4-BE49-F238E27FC236}">
                    <a16:creationId xmlns:a16="http://schemas.microsoft.com/office/drawing/2014/main" id="{F1020E72-2605-5C42-E5CC-4BDCA89D171E}"/>
                  </a:ext>
                </a:extLst>
              </p:cNvPr>
              <p:cNvSpPr/>
              <p:nvPr/>
            </p:nvSpPr>
            <p:spPr>
              <a:xfrm rot="18900000">
                <a:off x="2435684" y="5272165"/>
                <a:ext cx="14170" cy="347060"/>
              </a:xfrm>
              <a:custGeom>
                <a:avLst/>
                <a:gdLst>
                  <a:gd name="connsiteX0" fmla="*/ 0 w 14170"/>
                  <a:gd name="connsiteY0" fmla="*/ 0 h 347060"/>
                  <a:gd name="connsiteX1" fmla="*/ 14170 w 14170"/>
                  <a:gd name="connsiteY1" fmla="*/ 70185 h 347060"/>
                  <a:gd name="connsiteX2" fmla="*/ 14170 w 14170"/>
                  <a:gd name="connsiteY2" fmla="*/ 347060 h 347060"/>
                  <a:gd name="connsiteX3" fmla="*/ 9579 w 14170"/>
                  <a:gd name="connsiteY3" fmla="*/ 347060 h 347060"/>
                  <a:gd name="connsiteX4" fmla="*/ 0 w 14170"/>
                  <a:gd name="connsiteY4" fmla="*/ 0 h 34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70" h="347060">
                    <a:moveTo>
                      <a:pt x="0" y="0"/>
                    </a:moveTo>
                    <a:lnTo>
                      <a:pt x="14170" y="70185"/>
                    </a:lnTo>
                    <a:lnTo>
                      <a:pt x="14170" y="347060"/>
                    </a:lnTo>
                    <a:lnTo>
                      <a:pt x="9579" y="347060"/>
                    </a:lnTo>
                    <a:lnTo>
                      <a:pt x="0"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7" name="Freeform: Shape 46">
                <a:extLst>
                  <a:ext uri="{FF2B5EF4-FFF2-40B4-BE49-F238E27FC236}">
                    <a16:creationId xmlns:a16="http://schemas.microsoft.com/office/drawing/2014/main" id="{09E873DD-CF60-DCE1-443F-A7840B45A36A}"/>
                  </a:ext>
                </a:extLst>
              </p:cNvPr>
              <p:cNvSpPr/>
              <p:nvPr/>
            </p:nvSpPr>
            <p:spPr>
              <a:xfrm rot="18900000">
                <a:off x="2026383" y="5494977"/>
                <a:ext cx="5393" cy="303588"/>
              </a:xfrm>
              <a:custGeom>
                <a:avLst/>
                <a:gdLst>
                  <a:gd name="connsiteX0" fmla="*/ 1588 w 5393"/>
                  <a:gd name="connsiteY0" fmla="*/ 0 h 303588"/>
                  <a:gd name="connsiteX1" fmla="*/ 5393 w 5393"/>
                  <a:gd name="connsiteY1" fmla="*/ 303588 h 303588"/>
                  <a:gd name="connsiteX2" fmla="*/ 0 w 5393"/>
                  <a:gd name="connsiteY2" fmla="*/ 276875 h 303588"/>
                  <a:gd name="connsiteX3" fmla="*/ 0 w 5393"/>
                  <a:gd name="connsiteY3" fmla="*/ 0 h 303588"/>
                  <a:gd name="connsiteX4" fmla="*/ 1588 w 5393"/>
                  <a:gd name="connsiteY4" fmla="*/ 0 h 303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3" h="303588">
                    <a:moveTo>
                      <a:pt x="1588" y="0"/>
                    </a:moveTo>
                    <a:lnTo>
                      <a:pt x="5393" y="303588"/>
                    </a:lnTo>
                    <a:lnTo>
                      <a:pt x="0" y="276875"/>
                    </a:lnTo>
                    <a:lnTo>
                      <a:pt x="0" y="0"/>
                    </a:lnTo>
                    <a:lnTo>
                      <a:pt x="1588"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8" name="Freeform: Shape 47">
                <a:extLst>
                  <a:ext uri="{FF2B5EF4-FFF2-40B4-BE49-F238E27FC236}">
                    <a16:creationId xmlns:a16="http://schemas.microsoft.com/office/drawing/2014/main" id="{4464174A-726A-2FE0-EFB4-F82C5A7B0CD9}"/>
                  </a:ext>
                </a:extLst>
              </p:cNvPr>
              <p:cNvSpPr/>
              <p:nvPr/>
            </p:nvSpPr>
            <p:spPr>
              <a:xfrm rot="18900000">
                <a:off x="1866818" y="5682781"/>
                <a:ext cx="1346542" cy="1604725"/>
              </a:xfrm>
              <a:custGeom>
                <a:avLst/>
                <a:gdLst>
                  <a:gd name="connsiteX0" fmla="*/ 1341951 w 1346542"/>
                  <a:gd name="connsiteY0" fmla="*/ 172076 h 1604725"/>
                  <a:gd name="connsiteX1" fmla="*/ 1344648 w 1346542"/>
                  <a:gd name="connsiteY1" fmla="*/ 269786 h 1604725"/>
                  <a:gd name="connsiteX2" fmla="*/ 1346542 w 1346542"/>
                  <a:gd name="connsiteY2" fmla="*/ 269734 h 1604725"/>
                  <a:gd name="connsiteX3" fmla="*/ 1346542 w 1346542"/>
                  <a:gd name="connsiteY3" fmla="*/ 1405936 h 1604725"/>
                  <a:gd name="connsiteX4" fmla="*/ 1147753 w 1346542"/>
                  <a:gd name="connsiteY4" fmla="*/ 1604725 h 1604725"/>
                  <a:gd name="connsiteX5" fmla="*/ 13298 w 1346542"/>
                  <a:gd name="connsiteY5" fmla="*/ 1604724 h 1604725"/>
                  <a:gd name="connsiteX6" fmla="*/ 0 w 1346542"/>
                  <a:gd name="connsiteY6" fmla="*/ 1176844 h 1604725"/>
                  <a:gd name="connsiteX7" fmla="*/ 803336 w 1346542"/>
                  <a:gd name="connsiteY7" fmla="*/ 1176844 h 1604725"/>
                  <a:gd name="connsiteX8" fmla="*/ 913031 w 1346542"/>
                  <a:gd name="connsiteY8" fmla="*/ 1067149 h 1604725"/>
                  <a:gd name="connsiteX9" fmla="*/ 913031 w 1346542"/>
                  <a:gd name="connsiteY9" fmla="*/ 233500 h 1604725"/>
                  <a:gd name="connsiteX10" fmla="*/ 910198 w 1346542"/>
                  <a:gd name="connsiteY10" fmla="*/ 219466 h 1604725"/>
                  <a:gd name="connsiteX11" fmla="*/ 907448 w 1346542"/>
                  <a:gd name="connsiteY11" fmla="*/ 0 h 1604725"/>
                  <a:gd name="connsiteX12" fmla="*/ 917676 w 1346542"/>
                  <a:gd name="connsiteY12" fmla="*/ 50664 h 1604725"/>
                  <a:gd name="connsiteX13" fmla="*/ 1100844 w 1346542"/>
                  <a:gd name="connsiteY13" fmla="*/ 172076 h 1604725"/>
                  <a:gd name="connsiteX14" fmla="*/ 1341951 w 1346542"/>
                  <a:gd name="connsiteY14" fmla="*/ 172076 h 1604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6542" h="1604725">
                    <a:moveTo>
                      <a:pt x="1341951" y="172076"/>
                    </a:moveTo>
                    <a:lnTo>
                      <a:pt x="1344648" y="269786"/>
                    </a:lnTo>
                    <a:lnTo>
                      <a:pt x="1346542" y="269734"/>
                    </a:lnTo>
                    <a:lnTo>
                      <a:pt x="1346542" y="1405936"/>
                    </a:lnTo>
                    <a:cubicBezTo>
                      <a:pt x="1346542" y="1515722"/>
                      <a:pt x="1257541" y="1604723"/>
                      <a:pt x="1147753" y="1604725"/>
                    </a:cubicBezTo>
                    <a:lnTo>
                      <a:pt x="13298" y="1604724"/>
                    </a:lnTo>
                    <a:lnTo>
                      <a:pt x="0" y="1176844"/>
                    </a:lnTo>
                    <a:lnTo>
                      <a:pt x="803336" y="1176844"/>
                    </a:lnTo>
                    <a:cubicBezTo>
                      <a:pt x="863919" y="1176843"/>
                      <a:pt x="913031" y="1127731"/>
                      <a:pt x="913031" y="1067149"/>
                    </a:cubicBezTo>
                    <a:lnTo>
                      <a:pt x="913031" y="233500"/>
                    </a:lnTo>
                    <a:lnTo>
                      <a:pt x="910198" y="219466"/>
                    </a:lnTo>
                    <a:lnTo>
                      <a:pt x="907448" y="0"/>
                    </a:lnTo>
                    <a:lnTo>
                      <a:pt x="917676" y="50664"/>
                    </a:lnTo>
                    <a:cubicBezTo>
                      <a:pt x="947854" y="122013"/>
                      <a:pt x="1018503" y="172076"/>
                      <a:pt x="1100844" y="172076"/>
                    </a:cubicBezTo>
                    <a:lnTo>
                      <a:pt x="1341951" y="172076"/>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9" name="Freeform: Shape 48">
                <a:extLst>
                  <a:ext uri="{FF2B5EF4-FFF2-40B4-BE49-F238E27FC236}">
                    <a16:creationId xmlns:a16="http://schemas.microsoft.com/office/drawing/2014/main" id="{DF2FDDD5-F298-B7BF-4E1F-C0EA0FF5E141}"/>
                  </a:ext>
                </a:extLst>
              </p:cNvPr>
              <p:cNvSpPr/>
              <p:nvPr/>
            </p:nvSpPr>
            <p:spPr>
              <a:xfrm rot="18900000">
                <a:off x="1249997" y="5883791"/>
                <a:ext cx="1306927" cy="1574403"/>
              </a:xfrm>
              <a:custGeom>
                <a:avLst/>
                <a:gdLst>
                  <a:gd name="connsiteX0" fmla="*/ 1301571 w 1306927"/>
                  <a:gd name="connsiteY0" fmla="*/ 1 h 1574403"/>
                  <a:gd name="connsiteX1" fmla="*/ 1306927 w 1306927"/>
                  <a:gd name="connsiteY1" fmla="*/ 427395 h 1574403"/>
                  <a:gd name="connsiteX2" fmla="*/ 531458 w 1306927"/>
                  <a:gd name="connsiteY2" fmla="*/ 427394 h 1574403"/>
                  <a:gd name="connsiteX3" fmla="*/ 421763 w 1306927"/>
                  <a:gd name="connsiteY3" fmla="*/ 537089 h 1574403"/>
                  <a:gd name="connsiteX4" fmla="*/ 421763 w 1306927"/>
                  <a:gd name="connsiteY4" fmla="*/ 1370738 h 1574403"/>
                  <a:gd name="connsiteX5" fmla="*/ 430385 w 1306927"/>
                  <a:gd name="connsiteY5" fmla="*/ 1413436 h 1574403"/>
                  <a:gd name="connsiteX6" fmla="*/ 437581 w 1306927"/>
                  <a:gd name="connsiteY6" fmla="*/ 1424109 h 1574403"/>
                  <a:gd name="connsiteX7" fmla="*/ 442252 w 1306927"/>
                  <a:gd name="connsiteY7" fmla="*/ 1574403 h 1574403"/>
                  <a:gd name="connsiteX8" fmla="*/ 441823 w 1306927"/>
                  <a:gd name="connsiteY8" fmla="*/ 1572277 h 1574403"/>
                  <a:gd name="connsiteX9" fmla="*/ 258656 w 1306927"/>
                  <a:gd name="connsiteY9" fmla="*/ 1450866 h 1574403"/>
                  <a:gd name="connsiteX10" fmla="*/ 3408 w 1306927"/>
                  <a:gd name="connsiteY10" fmla="*/ 1450866 h 1574403"/>
                  <a:gd name="connsiteX11" fmla="*/ 0 w 1306927"/>
                  <a:gd name="connsiteY11" fmla="*/ 1341224 h 1574403"/>
                  <a:gd name="connsiteX12" fmla="*/ 0 w 1306927"/>
                  <a:gd name="connsiteY12" fmla="*/ 198790 h 1574403"/>
                  <a:gd name="connsiteX13" fmla="*/ 198789 w 1306927"/>
                  <a:gd name="connsiteY13" fmla="*/ 1 h 1574403"/>
                  <a:gd name="connsiteX14" fmla="*/ 1301571 w 1306927"/>
                  <a:gd name="connsiteY14" fmla="*/ 1 h 1574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06927" h="1574403">
                    <a:moveTo>
                      <a:pt x="1301571" y="1"/>
                    </a:moveTo>
                    <a:lnTo>
                      <a:pt x="1306927" y="427395"/>
                    </a:lnTo>
                    <a:lnTo>
                      <a:pt x="531458" y="427394"/>
                    </a:lnTo>
                    <a:cubicBezTo>
                      <a:pt x="470876" y="427394"/>
                      <a:pt x="421764" y="476506"/>
                      <a:pt x="421763" y="537089"/>
                    </a:cubicBezTo>
                    <a:lnTo>
                      <a:pt x="421763" y="1370738"/>
                    </a:lnTo>
                    <a:cubicBezTo>
                      <a:pt x="421763" y="1385883"/>
                      <a:pt x="424834" y="1400312"/>
                      <a:pt x="430385" y="1413436"/>
                    </a:cubicBezTo>
                    <a:lnTo>
                      <a:pt x="437581" y="1424109"/>
                    </a:lnTo>
                    <a:lnTo>
                      <a:pt x="442252" y="1574403"/>
                    </a:lnTo>
                    <a:lnTo>
                      <a:pt x="441823" y="1572277"/>
                    </a:lnTo>
                    <a:cubicBezTo>
                      <a:pt x="411645" y="1500930"/>
                      <a:pt x="340997" y="1450866"/>
                      <a:pt x="258656" y="1450866"/>
                    </a:cubicBezTo>
                    <a:lnTo>
                      <a:pt x="3408" y="1450866"/>
                    </a:lnTo>
                    <a:lnTo>
                      <a:pt x="0" y="1341224"/>
                    </a:lnTo>
                    <a:lnTo>
                      <a:pt x="0" y="198790"/>
                    </a:lnTo>
                    <a:cubicBezTo>
                      <a:pt x="0" y="89000"/>
                      <a:pt x="89000" y="-1"/>
                      <a:pt x="198789" y="1"/>
                    </a:cubicBezTo>
                    <a:lnTo>
                      <a:pt x="1301571" y="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0" name="Freeform: Shape 49">
                <a:extLst>
                  <a:ext uri="{FF2B5EF4-FFF2-40B4-BE49-F238E27FC236}">
                    <a16:creationId xmlns:a16="http://schemas.microsoft.com/office/drawing/2014/main" id="{53B83313-A882-3B4F-E9AC-E7207C23531C}"/>
                  </a:ext>
                </a:extLst>
              </p:cNvPr>
              <p:cNvSpPr/>
              <p:nvPr/>
            </p:nvSpPr>
            <p:spPr>
              <a:xfrm rot="18900000">
                <a:off x="1279979" y="7674104"/>
                <a:ext cx="1908313" cy="1908313"/>
              </a:xfrm>
              <a:custGeom>
                <a:avLst/>
                <a:gdLst>
                  <a:gd name="connsiteX0" fmla="*/ 1903498 w 1908313"/>
                  <a:gd name="connsiteY0" fmla="*/ 457447 h 1908313"/>
                  <a:gd name="connsiteX1" fmla="*/ 1906509 w 1908313"/>
                  <a:gd name="connsiteY1" fmla="*/ 554327 h 1908313"/>
                  <a:gd name="connsiteX2" fmla="*/ 1908313 w 1908313"/>
                  <a:gd name="connsiteY2" fmla="*/ 554270 h 1908313"/>
                  <a:gd name="connsiteX3" fmla="*/ 1908313 w 1908313"/>
                  <a:gd name="connsiteY3" fmla="*/ 1709524 h 1908313"/>
                  <a:gd name="connsiteX4" fmla="*/ 1709524 w 1908313"/>
                  <a:gd name="connsiteY4" fmla="*/ 1908313 h 1908313"/>
                  <a:gd name="connsiteX5" fmla="*/ 198789 w 1908313"/>
                  <a:gd name="connsiteY5" fmla="*/ 1908313 h 1908313"/>
                  <a:gd name="connsiteX6" fmla="*/ 0 w 1908313"/>
                  <a:gd name="connsiteY6" fmla="*/ 1709524 h 1908313"/>
                  <a:gd name="connsiteX7" fmla="*/ 0 w 1908313"/>
                  <a:gd name="connsiteY7" fmla="*/ 198789 h 1908313"/>
                  <a:gd name="connsiteX8" fmla="*/ 198789 w 1908313"/>
                  <a:gd name="connsiteY8" fmla="*/ 0 h 1908313"/>
                  <a:gd name="connsiteX9" fmla="*/ 1331837 w 1908313"/>
                  <a:gd name="connsiteY9" fmla="*/ 0 h 1908313"/>
                  <a:gd name="connsiteX10" fmla="*/ 1345120 w 1908313"/>
                  <a:gd name="connsiteY10" fmla="*/ 427395 h 1908313"/>
                  <a:gd name="connsiteX11" fmla="*/ 531460 w 1908313"/>
                  <a:gd name="connsiteY11" fmla="*/ 427395 h 1908313"/>
                  <a:gd name="connsiteX12" fmla="*/ 421764 w 1908313"/>
                  <a:gd name="connsiteY12" fmla="*/ 537090 h 1908313"/>
                  <a:gd name="connsiteX13" fmla="*/ 421764 w 1908313"/>
                  <a:gd name="connsiteY13" fmla="*/ 1370738 h 1908313"/>
                  <a:gd name="connsiteX14" fmla="*/ 531459 w 1908313"/>
                  <a:gd name="connsiteY14" fmla="*/ 1480433 h 1908313"/>
                  <a:gd name="connsiteX15" fmla="*/ 1365107 w 1908313"/>
                  <a:gd name="connsiteY15" fmla="*/ 1480433 h 1908313"/>
                  <a:gd name="connsiteX16" fmla="*/ 1474802 w 1908313"/>
                  <a:gd name="connsiteY16" fmla="*/ 1370737 h 1908313"/>
                  <a:gd name="connsiteX17" fmla="*/ 1474802 w 1908313"/>
                  <a:gd name="connsiteY17" fmla="*/ 537090 h 1908313"/>
                  <a:gd name="connsiteX18" fmla="*/ 1469148 w 1908313"/>
                  <a:gd name="connsiteY18" fmla="*/ 509084 h 1908313"/>
                  <a:gd name="connsiteX19" fmla="*/ 1470096 w 1908313"/>
                  <a:gd name="connsiteY19" fmla="*/ 509055 h 1908313"/>
                  <a:gd name="connsiteX20" fmla="*/ 1464397 w 1908313"/>
                  <a:gd name="connsiteY20" fmla="*/ 325667 h 1908313"/>
                  <a:gd name="connsiteX21" fmla="*/ 1466490 w 1908313"/>
                  <a:gd name="connsiteY21" fmla="*/ 336034 h 1908313"/>
                  <a:gd name="connsiteX22" fmla="*/ 1649657 w 1908313"/>
                  <a:gd name="connsiteY22" fmla="*/ 457447 h 1908313"/>
                  <a:gd name="connsiteX23" fmla="*/ 1903498 w 1908313"/>
                  <a:gd name="connsiteY23" fmla="*/ 457447 h 1908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3">
                    <a:moveTo>
                      <a:pt x="1903498" y="457447"/>
                    </a:moveTo>
                    <a:lnTo>
                      <a:pt x="1906509" y="554327"/>
                    </a:lnTo>
                    <a:lnTo>
                      <a:pt x="1908313" y="554270"/>
                    </a:lnTo>
                    <a:lnTo>
                      <a:pt x="1908313" y="1709524"/>
                    </a:lnTo>
                    <a:cubicBezTo>
                      <a:pt x="1908312" y="1819312"/>
                      <a:pt x="1819312" y="1908312"/>
                      <a:pt x="1709524" y="1908313"/>
                    </a:cubicBezTo>
                    <a:lnTo>
                      <a:pt x="198789" y="1908313"/>
                    </a:lnTo>
                    <a:cubicBezTo>
                      <a:pt x="89001" y="1908313"/>
                      <a:pt x="-1" y="1819312"/>
                      <a:pt x="0" y="1709524"/>
                    </a:cubicBezTo>
                    <a:lnTo>
                      <a:pt x="0" y="198789"/>
                    </a:lnTo>
                    <a:cubicBezTo>
                      <a:pt x="0" y="89001"/>
                      <a:pt x="89001" y="0"/>
                      <a:pt x="198789" y="0"/>
                    </a:cubicBezTo>
                    <a:lnTo>
                      <a:pt x="1331837" y="0"/>
                    </a:lnTo>
                    <a:lnTo>
                      <a:pt x="1345120" y="427395"/>
                    </a:lnTo>
                    <a:lnTo>
                      <a:pt x="531460" y="427395"/>
                    </a:lnTo>
                    <a:cubicBezTo>
                      <a:pt x="470876" y="427395"/>
                      <a:pt x="421764" y="476507"/>
                      <a:pt x="421764" y="537090"/>
                    </a:cubicBezTo>
                    <a:lnTo>
                      <a:pt x="421764" y="1370738"/>
                    </a:lnTo>
                    <a:cubicBezTo>
                      <a:pt x="421765" y="1431321"/>
                      <a:pt x="470876" y="1480432"/>
                      <a:pt x="531459" y="1480433"/>
                    </a:cubicBezTo>
                    <a:lnTo>
                      <a:pt x="1365107" y="1480433"/>
                    </a:lnTo>
                    <a:cubicBezTo>
                      <a:pt x="1425690" y="1480433"/>
                      <a:pt x="1474802" y="1431321"/>
                      <a:pt x="1474802" y="1370737"/>
                    </a:cubicBezTo>
                    <a:lnTo>
                      <a:pt x="1474802" y="537090"/>
                    </a:lnTo>
                    <a:lnTo>
                      <a:pt x="1469148" y="509084"/>
                    </a:lnTo>
                    <a:lnTo>
                      <a:pt x="1470096" y="509055"/>
                    </a:lnTo>
                    <a:lnTo>
                      <a:pt x="1464397" y="325667"/>
                    </a:lnTo>
                    <a:lnTo>
                      <a:pt x="1466490" y="336034"/>
                    </a:lnTo>
                    <a:cubicBezTo>
                      <a:pt x="1496668" y="407383"/>
                      <a:pt x="1567316" y="457446"/>
                      <a:pt x="1649657" y="457447"/>
                    </a:cubicBezTo>
                    <a:lnTo>
                      <a:pt x="1903498" y="45744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1" name="Freeform: Shape 50">
                <a:extLst>
                  <a:ext uri="{FF2B5EF4-FFF2-40B4-BE49-F238E27FC236}">
                    <a16:creationId xmlns:a16="http://schemas.microsoft.com/office/drawing/2014/main" id="{ED95E9D9-6E9E-0047-D228-1F0D63EC69BA}"/>
                  </a:ext>
                </a:extLst>
              </p:cNvPr>
              <p:cNvSpPr/>
              <p:nvPr/>
            </p:nvSpPr>
            <p:spPr>
              <a:xfrm rot="18805141">
                <a:off x="1930007" y="1404700"/>
                <a:ext cx="1098" cy="39787"/>
              </a:xfrm>
              <a:custGeom>
                <a:avLst/>
                <a:gdLst>
                  <a:gd name="connsiteX0" fmla="*/ 1098 w 1098"/>
                  <a:gd name="connsiteY0" fmla="*/ 0 h 39787"/>
                  <a:gd name="connsiteX1" fmla="*/ 499 w 1098"/>
                  <a:gd name="connsiteY1" fmla="*/ 39787 h 39787"/>
                  <a:gd name="connsiteX2" fmla="*/ 0 w 1098"/>
                  <a:gd name="connsiteY2" fmla="*/ 39773 h 39787"/>
                  <a:gd name="connsiteX3" fmla="*/ 1098 w 1098"/>
                  <a:gd name="connsiteY3" fmla="*/ 0 h 39787"/>
                </a:gdLst>
                <a:ahLst/>
                <a:cxnLst>
                  <a:cxn ang="0">
                    <a:pos x="connsiteX0" y="connsiteY0"/>
                  </a:cxn>
                  <a:cxn ang="0">
                    <a:pos x="connsiteX1" y="connsiteY1"/>
                  </a:cxn>
                  <a:cxn ang="0">
                    <a:pos x="connsiteX2" y="connsiteY2"/>
                  </a:cxn>
                  <a:cxn ang="0">
                    <a:pos x="connsiteX3" y="connsiteY3"/>
                  </a:cxn>
                </a:cxnLst>
                <a:rect l="l" t="t" r="r" b="b"/>
                <a:pathLst>
                  <a:path w="1098" h="39787">
                    <a:moveTo>
                      <a:pt x="1098" y="0"/>
                    </a:moveTo>
                    <a:lnTo>
                      <a:pt x="499" y="39787"/>
                    </a:lnTo>
                    <a:lnTo>
                      <a:pt x="0" y="39773"/>
                    </a:lnTo>
                    <a:lnTo>
                      <a:pt x="1098"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2" name="Freeform: Shape 51">
                <a:extLst>
                  <a:ext uri="{FF2B5EF4-FFF2-40B4-BE49-F238E27FC236}">
                    <a16:creationId xmlns:a16="http://schemas.microsoft.com/office/drawing/2014/main" id="{5FBE6150-E19E-A21D-E751-B476EBF7313F}"/>
                  </a:ext>
                </a:extLst>
              </p:cNvPr>
              <p:cNvSpPr/>
              <p:nvPr/>
            </p:nvSpPr>
            <p:spPr>
              <a:xfrm rot="18805141">
                <a:off x="2604346" y="1419307"/>
                <a:ext cx="3174" cy="115067"/>
              </a:xfrm>
              <a:custGeom>
                <a:avLst/>
                <a:gdLst>
                  <a:gd name="connsiteX0" fmla="*/ 3174 w 3174"/>
                  <a:gd name="connsiteY0" fmla="*/ 87 h 115067"/>
                  <a:gd name="connsiteX1" fmla="*/ 0 w 3174"/>
                  <a:gd name="connsiteY1" fmla="*/ 115067 h 115067"/>
                  <a:gd name="connsiteX2" fmla="*/ 0 w 3174"/>
                  <a:gd name="connsiteY2" fmla="*/ 0 h 115067"/>
                  <a:gd name="connsiteX3" fmla="*/ 3174 w 3174"/>
                  <a:gd name="connsiteY3" fmla="*/ 87 h 115067"/>
                </a:gdLst>
                <a:ahLst/>
                <a:cxnLst>
                  <a:cxn ang="0">
                    <a:pos x="connsiteX0" y="connsiteY0"/>
                  </a:cxn>
                  <a:cxn ang="0">
                    <a:pos x="connsiteX1" y="connsiteY1"/>
                  </a:cxn>
                  <a:cxn ang="0">
                    <a:pos x="connsiteX2" y="connsiteY2"/>
                  </a:cxn>
                  <a:cxn ang="0">
                    <a:pos x="connsiteX3" y="connsiteY3"/>
                  </a:cxn>
                </a:cxnLst>
                <a:rect l="l" t="t" r="r" b="b"/>
                <a:pathLst>
                  <a:path w="3174" h="115067">
                    <a:moveTo>
                      <a:pt x="3174" y="87"/>
                    </a:moveTo>
                    <a:lnTo>
                      <a:pt x="0" y="115067"/>
                    </a:lnTo>
                    <a:lnTo>
                      <a:pt x="0" y="0"/>
                    </a:lnTo>
                    <a:lnTo>
                      <a:pt x="3174" y="87"/>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3" name="Freeform: Shape 52">
                <a:extLst>
                  <a:ext uri="{FF2B5EF4-FFF2-40B4-BE49-F238E27FC236}">
                    <a16:creationId xmlns:a16="http://schemas.microsoft.com/office/drawing/2014/main" id="{CAE3CF24-354E-FCD7-EFA4-3DEE12D21396}"/>
                  </a:ext>
                </a:extLst>
              </p:cNvPr>
              <p:cNvSpPr/>
              <p:nvPr/>
            </p:nvSpPr>
            <p:spPr>
              <a:xfrm rot="18805141">
                <a:off x="2454629" y="1186489"/>
                <a:ext cx="9750" cy="294524"/>
              </a:xfrm>
              <a:custGeom>
                <a:avLst/>
                <a:gdLst>
                  <a:gd name="connsiteX0" fmla="*/ 0 w 9750"/>
                  <a:gd name="connsiteY0" fmla="*/ 0 h 294524"/>
                  <a:gd name="connsiteX1" fmla="*/ 9750 w 9750"/>
                  <a:gd name="connsiteY1" fmla="*/ 56251 h 294524"/>
                  <a:gd name="connsiteX2" fmla="*/ 3174 w 9750"/>
                  <a:gd name="connsiteY2" fmla="*/ 294524 h 294524"/>
                  <a:gd name="connsiteX3" fmla="*/ 0 w 9750"/>
                  <a:gd name="connsiteY3" fmla="*/ 294437 h 294524"/>
                  <a:gd name="connsiteX4" fmla="*/ 0 w 9750"/>
                  <a:gd name="connsiteY4" fmla="*/ 0 h 29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0" h="294524">
                    <a:moveTo>
                      <a:pt x="0" y="0"/>
                    </a:moveTo>
                    <a:lnTo>
                      <a:pt x="9750" y="56251"/>
                    </a:lnTo>
                    <a:lnTo>
                      <a:pt x="3174" y="294524"/>
                    </a:lnTo>
                    <a:lnTo>
                      <a:pt x="0" y="294437"/>
                    </a:lnTo>
                    <a:lnTo>
                      <a:pt x="0"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4" name="Freeform: Shape 53">
                <a:extLst>
                  <a:ext uri="{FF2B5EF4-FFF2-40B4-BE49-F238E27FC236}">
                    <a16:creationId xmlns:a16="http://schemas.microsoft.com/office/drawing/2014/main" id="{41BBC7C7-FC08-F607-3B5F-A95F8E4567EE}"/>
                  </a:ext>
                </a:extLst>
              </p:cNvPr>
              <p:cNvSpPr/>
              <p:nvPr/>
            </p:nvSpPr>
            <p:spPr>
              <a:xfrm rot="18805141">
                <a:off x="2032248" y="1400720"/>
                <a:ext cx="7075" cy="256777"/>
              </a:xfrm>
              <a:custGeom>
                <a:avLst/>
                <a:gdLst>
                  <a:gd name="connsiteX0" fmla="*/ 7075 w 7075"/>
                  <a:gd name="connsiteY0" fmla="*/ 14 h 256777"/>
                  <a:gd name="connsiteX1" fmla="*/ 3207 w 7075"/>
                  <a:gd name="connsiteY1" fmla="*/ 256777 h 256777"/>
                  <a:gd name="connsiteX2" fmla="*/ 0 w 7075"/>
                  <a:gd name="connsiteY2" fmla="*/ 238273 h 256777"/>
                  <a:gd name="connsiteX3" fmla="*/ 6576 w 7075"/>
                  <a:gd name="connsiteY3" fmla="*/ 0 h 256777"/>
                  <a:gd name="connsiteX4" fmla="*/ 7075 w 7075"/>
                  <a:gd name="connsiteY4" fmla="*/ 14 h 256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 h="256777">
                    <a:moveTo>
                      <a:pt x="7075" y="14"/>
                    </a:moveTo>
                    <a:lnTo>
                      <a:pt x="3207" y="256777"/>
                    </a:lnTo>
                    <a:lnTo>
                      <a:pt x="0" y="238273"/>
                    </a:lnTo>
                    <a:lnTo>
                      <a:pt x="6576" y="0"/>
                    </a:lnTo>
                    <a:lnTo>
                      <a:pt x="7075" y="14"/>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grpSp>
            <p:nvGrpSpPr>
              <p:cNvPr id="55" name="Group 54">
                <a:extLst>
                  <a:ext uri="{FF2B5EF4-FFF2-40B4-BE49-F238E27FC236}">
                    <a16:creationId xmlns:a16="http://schemas.microsoft.com/office/drawing/2014/main" id="{4BACD382-A4B5-F869-C372-7C14BF06369F}"/>
                  </a:ext>
                </a:extLst>
              </p:cNvPr>
              <p:cNvGrpSpPr/>
              <p:nvPr/>
            </p:nvGrpSpPr>
            <p:grpSpPr>
              <a:xfrm>
                <a:off x="1129831" y="-362379"/>
                <a:ext cx="2252938" cy="3596105"/>
                <a:chOff x="1129831" y="-362379"/>
                <a:chExt cx="2252938" cy="3596105"/>
              </a:xfrm>
            </p:grpSpPr>
            <p:sp>
              <p:nvSpPr>
                <p:cNvPr id="56" name="Freeform: Shape 55">
                  <a:extLst>
                    <a:ext uri="{FF2B5EF4-FFF2-40B4-BE49-F238E27FC236}">
                      <a16:creationId xmlns:a16="http://schemas.microsoft.com/office/drawing/2014/main" id="{39E7D814-089F-AFE4-72E0-DA7ABC2CDEAE}"/>
                    </a:ext>
                  </a:extLst>
                </p:cNvPr>
                <p:cNvSpPr/>
                <p:nvPr/>
              </p:nvSpPr>
              <p:spPr>
                <a:xfrm rot="18805141">
                  <a:off x="2036107" y="1028973"/>
                  <a:ext cx="428587" cy="817294"/>
                </a:xfrm>
                <a:custGeom>
                  <a:avLst/>
                  <a:gdLst>
                    <a:gd name="connsiteX0" fmla="*/ 384013 w 428587"/>
                    <a:gd name="connsiteY0" fmla="*/ 68739 h 449042"/>
                    <a:gd name="connsiteX1" fmla="*/ 424856 w 428587"/>
                    <a:gd name="connsiteY1" fmla="*/ 133077 h 449042"/>
                    <a:gd name="connsiteX2" fmla="*/ 428587 w 428587"/>
                    <a:gd name="connsiteY2" fmla="*/ 154605 h 449042"/>
                    <a:gd name="connsiteX3" fmla="*/ 428587 w 428587"/>
                    <a:gd name="connsiteY3" fmla="*/ 449042 h 449042"/>
                    <a:gd name="connsiteX4" fmla="*/ 190021 w 428587"/>
                    <a:gd name="connsiteY4" fmla="*/ 442457 h 449042"/>
                    <a:gd name="connsiteX5" fmla="*/ 10273 w 428587"/>
                    <a:gd name="connsiteY5" fmla="*/ 316038 h 449042"/>
                    <a:gd name="connsiteX6" fmla="*/ 0 w 428587"/>
                    <a:gd name="connsiteY6" fmla="*/ 256763 h 449042"/>
                    <a:gd name="connsiteX7" fmla="*/ 3868 w 428587"/>
                    <a:gd name="connsiteY7" fmla="*/ 0 h 449042"/>
                    <a:gd name="connsiteX8" fmla="*/ 245108 w 428587"/>
                    <a:gd name="connsiteY8" fmla="*/ 6658 h 449042"/>
                    <a:gd name="connsiteX9" fmla="*/ 384013 w 428587"/>
                    <a:gd name="connsiteY9" fmla="*/ 68739 h 449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8587" h="449042">
                      <a:moveTo>
                        <a:pt x="384013" y="68739"/>
                      </a:moveTo>
                      <a:cubicBezTo>
                        <a:pt x="401497" y="87215"/>
                        <a:pt x="415456" y="109026"/>
                        <a:pt x="424856" y="133077"/>
                      </a:cubicBezTo>
                      <a:lnTo>
                        <a:pt x="428587" y="154605"/>
                      </a:lnTo>
                      <a:lnTo>
                        <a:pt x="428587" y="449042"/>
                      </a:lnTo>
                      <a:lnTo>
                        <a:pt x="190021" y="442457"/>
                      </a:lnTo>
                      <a:cubicBezTo>
                        <a:pt x="107712" y="440185"/>
                        <a:pt x="38471" y="388191"/>
                        <a:pt x="10273" y="316038"/>
                      </a:cubicBezTo>
                      <a:lnTo>
                        <a:pt x="0" y="256763"/>
                      </a:lnTo>
                      <a:lnTo>
                        <a:pt x="3868" y="0"/>
                      </a:lnTo>
                      <a:lnTo>
                        <a:pt x="245108" y="6658"/>
                      </a:lnTo>
                      <a:cubicBezTo>
                        <a:pt x="299981" y="8172"/>
                        <a:pt x="349045" y="31786"/>
                        <a:pt x="384013" y="68739"/>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7" name="Freeform: Shape 56">
                  <a:extLst>
                    <a:ext uri="{FF2B5EF4-FFF2-40B4-BE49-F238E27FC236}">
                      <a16:creationId xmlns:a16="http://schemas.microsoft.com/office/drawing/2014/main" id="{8880C096-2E15-CF17-769B-09A8ED4C5CE3}"/>
                    </a:ext>
                  </a:extLst>
                </p:cNvPr>
                <p:cNvSpPr/>
                <p:nvPr/>
              </p:nvSpPr>
              <p:spPr>
                <a:xfrm rot="18805141">
                  <a:off x="1914076" y="-484903"/>
                  <a:ext cx="1343836" cy="1588884"/>
                </a:xfrm>
                <a:custGeom>
                  <a:avLst/>
                  <a:gdLst>
                    <a:gd name="connsiteX0" fmla="*/ 1341694 w 1343836"/>
                    <a:gd name="connsiteY0" fmla="*/ 143844 h 1588884"/>
                    <a:gd name="connsiteX1" fmla="*/ 1342031 w 1343836"/>
                    <a:gd name="connsiteY1" fmla="*/ 240770 h 1588884"/>
                    <a:gd name="connsiteX2" fmla="*/ 1343836 w 1343836"/>
                    <a:gd name="connsiteY2" fmla="*/ 240763 h 1588884"/>
                    <a:gd name="connsiteX3" fmla="*/ 1311963 w 1343836"/>
                    <a:gd name="connsiteY3" fmla="*/ 1395578 h 1588884"/>
                    <a:gd name="connsiteX4" fmla="*/ 1107764 w 1343836"/>
                    <a:gd name="connsiteY4" fmla="*/ 1588807 h 1588884"/>
                    <a:gd name="connsiteX5" fmla="*/ 0 w 1343836"/>
                    <a:gd name="connsiteY5" fmla="*/ 1558232 h 1588884"/>
                    <a:gd name="connsiteX6" fmla="*/ 0 w 1343836"/>
                    <a:gd name="connsiteY6" fmla="*/ 1130189 h 1588884"/>
                    <a:gd name="connsiteX7" fmla="*/ 775284 w 1343836"/>
                    <a:gd name="connsiteY7" fmla="*/ 1151586 h 1588884"/>
                    <a:gd name="connsiteX8" fmla="*/ 887963 w 1343836"/>
                    <a:gd name="connsiteY8" fmla="*/ 1044958 h 1588884"/>
                    <a:gd name="connsiteX9" fmla="*/ 910964 w 1343836"/>
                    <a:gd name="connsiteY9" fmla="*/ 211629 h 1588884"/>
                    <a:gd name="connsiteX10" fmla="*/ 906084 w 1343836"/>
                    <a:gd name="connsiteY10" fmla="*/ 183478 h 1588884"/>
                    <a:gd name="connsiteX11" fmla="*/ 907033 w 1343836"/>
                    <a:gd name="connsiteY11" fmla="*/ 183476 h 1588884"/>
                    <a:gd name="connsiteX12" fmla="*/ 906396 w 1343836"/>
                    <a:gd name="connsiteY12" fmla="*/ 0 h 1588884"/>
                    <a:gd name="connsiteX13" fmla="*/ 908203 w 1343836"/>
                    <a:gd name="connsiteY13" fmla="*/ 10421 h 1588884"/>
                    <a:gd name="connsiteX14" fmla="*/ 1087949 w 1343836"/>
                    <a:gd name="connsiteY14" fmla="*/ 136841 h 1588884"/>
                    <a:gd name="connsiteX15" fmla="*/ 1341694 w 1343836"/>
                    <a:gd name="connsiteY15" fmla="*/ 143844 h 158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3836" h="1588884">
                      <a:moveTo>
                        <a:pt x="1341694" y="143844"/>
                      </a:moveTo>
                      <a:lnTo>
                        <a:pt x="1342031" y="240770"/>
                      </a:lnTo>
                      <a:lnTo>
                        <a:pt x="1343836" y="240763"/>
                      </a:lnTo>
                      <a:lnTo>
                        <a:pt x="1311963" y="1395578"/>
                      </a:lnTo>
                      <a:cubicBezTo>
                        <a:pt x="1308932" y="1505324"/>
                        <a:pt x="1217511" y="1591835"/>
                        <a:pt x="1107764" y="1588807"/>
                      </a:cubicBezTo>
                      <a:lnTo>
                        <a:pt x="0" y="1558232"/>
                      </a:lnTo>
                      <a:lnTo>
                        <a:pt x="0" y="1130189"/>
                      </a:lnTo>
                      <a:lnTo>
                        <a:pt x="775284" y="1151586"/>
                      </a:lnTo>
                      <a:cubicBezTo>
                        <a:pt x="835843" y="1153259"/>
                        <a:pt x="886292" y="1105520"/>
                        <a:pt x="887963" y="1044958"/>
                      </a:cubicBezTo>
                      <a:lnTo>
                        <a:pt x="910964" y="211629"/>
                      </a:lnTo>
                      <a:lnTo>
                        <a:pt x="906084" y="183478"/>
                      </a:lnTo>
                      <a:lnTo>
                        <a:pt x="907033" y="183476"/>
                      </a:lnTo>
                      <a:lnTo>
                        <a:pt x="906396" y="0"/>
                      </a:lnTo>
                      <a:lnTo>
                        <a:pt x="908203" y="10421"/>
                      </a:lnTo>
                      <a:cubicBezTo>
                        <a:pt x="936400" y="82575"/>
                        <a:pt x="1005640" y="134569"/>
                        <a:pt x="1087949" y="136841"/>
                      </a:cubicBezTo>
                      <a:lnTo>
                        <a:pt x="1341694" y="143844"/>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8" name="Freeform: Shape 57">
                  <a:extLst>
                    <a:ext uri="{FF2B5EF4-FFF2-40B4-BE49-F238E27FC236}">
                      <a16:creationId xmlns:a16="http://schemas.microsoft.com/office/drawing/2014/main" id="{C72DEB20-E9F6-2589-8C32-A0368E6C1AF8}"/>
                    </a:ext>
                  </a:extLst>
                </p:cNvPr>
                <p:cNvSpPr/>
                <p:nvPr/>
              </p:nvSpPr>
              <p:spPr>
                <a:xfrm rot="18805141">
                  <a:off x="1254361" y="-320613"/>
                  <a:ext cx="1372906" cy="1619812"/>
                </a:xfrm>
                <a:custGeom>
                  <a:avLst/>
                  <a:gdLst>
                    <a:gd name="connsiteX0" fmla="*/ 1371420 w 1372906"/>
                    <a:gd name="connsiteY0" fmla="*/ 31337 h 1619812"/>
                    <a:gd name="connsiteX1" fmla="*/ 1372906 w 1372906"/>
                    <a:gd name="connsiteY1" fmla="*/ 458936 h 1619812"/>
                    <a:gd name="connsiteX2" fmla="*/ 559556 w 1372906"/>
                    <a:gd name="connsiteY2" fmla="*/ 436487 h 1619812"/>
                    <a:gd name="connsiteX3" fmla="*/ 446876 w 1372906"/>
                    <a:gd name="connsiteY3" fmla="*/ 543114 h 1619812"/>
                    <a:gd name="connsiteX4" fmla="*/ 423875 w 1372906"/>
                    <a:gd name="connsiteY4" fmla="*/ 1376445 h 1619812"/>
                    <a:gd name="connsiteX5" fmla="*/ 424719 w 1372906"/>
                    <a:gd name="connsiteY5" fmla="*/ 1381316 h 1619812"/>
                    <a:gd name="connsiteX6" fmla="*/ 424719 w 1372906"/>
                    <a:gd name="connsiteY6" fmla="*/ 1619812 h 1619812"/>
                    <a:gd name="connsiteX7" fmla="*/ 420988 w 1372906"/>
                    <a:gd name="connsiteY7" fmla="*/ 1598284 h 1619812"/>
                    <a:gd name="connsiteX8" fmla="*/ 380145 w 1372906"/>
                    <a:gd name="connsiteY8" fmla="*/ 1533946 h 1619812"/>
                    <a:gd name="connsiteX9" fmla="*/ 241240 w 1372906"/>
                    <a:gd name="connsiteY9" fmla="*/ 1471865 h 1619812"/>
                    <a:gd name="connsiteX10" fmla="*/ 0 w 1372906"/>
                    <a:gd name="connsiteY10" fmla="*/ 1465207 h 1619812"/>
                    <a:gd name="connsiteX11" fmla="*/ 599 w 1372906"/>
                    <a:gd name="connsiteY11" fmla="*/ 1425420 h 1619812"/>
                    <a:gd name="connsiteX12" fmla="*/ 34606 w 1372906"/>
                    <a:gd name="connsiteY12" fmla="*/ 193306 h 1619812"/>
                    <a:gd name="connsiteX13" fmla="*/ 238804 w 1372906"/>
                    <a:gd name="connsiteY13" fmla="*/ 77 h 1619812"/>
                    <a:gd name="connsiteX14" fmla="*/ 1371420 w 1372906"/>
                    <a:gd name="connsiteY14" fmla="*/ 31337 h 1619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2906" h="1619812">
                      <a:moveTo>
                        <a:pt x="1371420" y="31337"/>
                      </a:moveTo>
                      <a:lnTo>
                        <a:pt x="1372906" y="458936"/>
                      </a:lnTo>
                      <a:lnTo>
                        <a:pt x="559556" y="436487"/>
                      </a:lnTo>
                      <a:cubicBezTo>
                        <a:pt x="498995" y="434816"/>
                        <a:pt x="448547" y="482554"/>
                        <a:pt x="446876" y="543114"/>
                      </a:cubicBezTo>
                      <a:lnTo>
                        <a:pt x="423875" y="1376445"/>
                      </a:lnTo>
                      <a:lnTo>
                        <a:pt x="424719" y="1381316"/>
                      </a:lnTo>
                      <a:lnTo>
                        <a:pt x="424719" y="1619812"/>
                      </a:lnTo>
                      <a:lnTo>
                        <a:pt x="420988" y="1598284"/>
                      </a:lnTo>
                      <a:cubicBezTo>
                        <a:pt x="411588" y="1574233"/>
                        <a:pt x="397629" y="1552422"/>
                        <a:pt x="380145" y="1533946"/>
                      </a:cubicBezTo>
                      <a:cubicBezTo>
                        <a:pt x="345177" y="1496993"/>
                        <a:pt x="296113" y="1473379"/>
                        <a:pt x="241240" y="1471865"/>
                      </a:cubicBezTo>
                      <a:lnTo>
                        <a:pt x="0" y="1465207"/>
                      </a:lnTo>
                      <a:lnTo>
                        <a:pt x="599" y="1425420"/>
                      </a:lnTo>
                      <a:lnTo>
                        <a:pt x="34606" y="193306"/>
                      </a:lnTo>
                      <a:cubicBezTo>
                        <a:pt x="37635" y="83560"/>
                        <a:pt x="129058" y="-2952"/>
                        <a:pt x="238804" y="77"/>
                      </a:cubicBezTo>
                      <a:lnTo>
                        <a:pt x="1371420" y="3133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9" name="Freeform: Shape 58">
                  <a:extLst>
                    <a:ext uri="{FF2B5EF4-FFF2-40B4-BE49-F238E27FC236}">
                      <a16:creationId xmlns:a16="http://schemas.microsoft.com/office/drawing/2014/main" id="{AC6078DE-4735-C67C-A2A0-177673831E36}"/>
                    </a:ext>
                  </a:extLst>
                </p:cNvPr>
                <p:cNvSpPr/>
                <p:nvPr/>
              </p:nvSpPr>
              <p:spPr>
                <a:xfrm rot="18805141">
                  <a:off x="1868169" y="1545298"/>
                  <a:ext cx="1371640" cy="1657560"/>
                </a:xfrm>
                <a:custGeom>
                  <a:avLst/>
                  <a:gdLst>
                    <a:gd name="connsiteX0" fmla="*/ 1371640 w 1371640"/>
                    <a:gd name="connsiteY0" fmla="*/ 192279 h 1657560"/>
                    <a:gd name="connsiteX1" fmla="*/ 1371640 w 1371640"/>
                    <a:gd name="connsiteY1" fmla="*/ 307346 h 1657560"/>
                    <a:gd name="connsiteX2" fmla="*/ 1339709 w 1371640"/>
                    <a:gd name="connsiteY2" fmla="*/ 1464253 h 1657560"/>
                    <a:gd name="connsiteX3" fmla="*/ 1135510 w 1371640"/>
                    <a:gd name="connsiteY3" fmla="*/ 1657483 h 1657560"/>
                    <a:gd name="connsiteX4" fmla="*/ 1488 w 1371640"/>
                    <a:gd name="connsiteY4" fmla="*/ 1626182 h 1657560"/>
                    <a:gd name="connsiteX5" fmla="*/ 0 w 1371640"/>
                    <a:gd name="connsiteY5" fmla="*/ 1198098 h 1657560"/>
                    <a:gd name="connsiteX6" fmla="*/ 803030 w 1371640"/>
                    <a:gd name="connsiteY6" fmla="*/ 1220262 h 1657560"/>
                    <a:gd name="connsiteX7" fmla="*/ 915710 w 1371640"/>
                    <a:gd name="connsiteY7" fmla="*/ 1113635 h 1657560"/>
                    <a:gd name="connsiteX8" fmla="*/ 937938 w 1371640"/>
                    <a:gd name="connsiteY8" fmla="*/ 308312 h 1657560"/>
                    <a:gd name="connsiteX9" fmla="*/ 938408 w 1371640"/>
                    <a:gd name="connsiteY9" fmla="*/ 308319 h 1657560"/>
                    <a:gd name="connsiteX10" fmla="*/ 943053 w 1371640"/>
                    <a:gd name="connsiteY10" fmla="*/ 0 h 1657560"/>
                    <a:gd name="connsiteX11" fmla="*/ 953326 w 1371640"/>
                    <a:gd name="connsiteY11" fmla="*/ 59275 h 1657560"/>
                    <a:gd name="connsiteX12" fmla="*/ 1133074 w 1371640"/>
                    <a:gd name="connsiteY12" fmla="*/ 185694 h 1657560"/>
                    <a:gd name="connsiteX13" fmla="*/ 1371640 w 1371640"/>
                    <a:gd name="connsiteY13" fmla="*/ 192279 h 1657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1640" h="1657560">
                      <a:moveTo>
                        <a:pt x="1371640" y="192279"/>
                      </a:moveTo>
                      <a:lnTo>
                        <a:pt x="1371640" y="307346"/>
                      </a:lnTo>
                      <a:lnTo>
                        <a:pt x="1339709" y="1464253"/>
                      </a:lnTo>
                      <a:cubicBezTo>
                        <a:pt x="1336679" y="1573999"/>
                        <a:pt x="1245257" y="1660510"/>
                        <a:pt x="1135510" y="1657483"/>
                      </a:cubicBezTo>
                      <a:lnTo>
                        <a:pt x="1488" y="1626182"/>
                      </a:lnTo>
                      <a:lnTo>
                        <a:pt x="0" y="1198098"/>
                      </a:lnTo>
                      <a:lnTo>
                        <a:pt x="803030" y="1220262"/>
                      </a:lnTo>
                      <a:cubicBezTo>
                        <a:pt x="863590" y="1221933"/>
                        <a:pt x="914038" y="1174194"/>
                        <a:pt x="915710" y="1113635"/>
                      </a:cubicBezTo>
                      <a:lnTo>
                        <a:pt x="937938" y="308312"/>
                      </a:lnTo>
                      <a:lnTo>
                        <a:pt x="938408" y="308319"/>
                      </a:lnTo>
                      <a:lnTo>
                        <a:pt x="943053" y="0"/>
                      </a:lnTo>
                      <a:lnTo>
                        <a:pt x="953326" y="59275"/>
                      </a:lnTo>
                      <a:cubicBezTo>
                        <a:pt x="981524" y="131428"/>
                        <a:pt x="1050765" y="183422"/>
                        <a:pt x="1133074" y="185694"/>
                      </a:cubicBezTo>
                      <a:lnTo>
                        <a:pt x="1371640" y="192279"/>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60" name="Freeform: Shape 59">
                  <a:extLst>
                    <a:ext uri="{FF2B5EF4-FFF2-40B4-BE49-F238E27FC236}">
                      <a16:creationId xmlns:a16="http://schemas.microsoft.com/office/drawing/2014/main" id="{4FD92956-1EB8-714D-4351-5685AB7C4560}"/>
                    </a:ext>
                  </a:extLst>
                </p:cNvPr>
                <p:cNvSpPr/>
                <p:nvPr/>
              </p:nvSpPr>
              <p:spPr>
                <a:xfrm rot="18805141">
                  <a:off x="1249702" y="1772998"/>
                  <a:ext cx="1340857" cy="1580599"/>
                </a:xfrm>
                <a:custGeom>
                  <a:avLst/>
                  <a:gdLst>
                    <a:gd name="connsiteX0" fmla="*/ 1340857 w 1340857"/>
                    <a:gd name="connsiteY0" fmla="*/ 30581 h 1580599"/>
                    <a:gd name="connsiteX1" fmla="*/ 1334419 w 1340857"/>
                    <a:gd name="connsiteY1" fmla="*/ 457960 h 1580599"/>
                    <a:gd name="connsiteX2" fmla="*/ 556470 w 1340857"/>
                    <a:gd name="connsiteY2" fmla="*/ 436488 h 1580599"/>
                    <a:gd name="connsiteX3" fmla="*/ 443789 w 1340857"/>
                    <a:gd name="connsiteY3" fmla="*/ 543115 h 1580599"/>
                    <a:gd name="connsiteX4" fmla="*/ 420790 w 1340857"/>
                    <a:gd name="connsiteY4" fmla="*/ 1376446 h 1580599"/>
                    <a:gd name="connsiteX5" fmla="*/ 428230 w 1340857"/>
                    <a:gd name="connsiteY5" fmla="*/ 1419366 h 1580599"/>
                    <a:gd name="connsiteX6" fmla="*/ 435129 w 1340857"/>
                    <a:gd name="connsiteY6" fmla="*/ 1430234 h 1580599"/>
                    <a:gd name="connsiteX7" fmla="*/ 435651 w 1340857"/>
                    <a:gd name="connsiteY7" fmla="*/ 1580599 h 1580599"/>
                    <a:gd name="connsiteX8" fmla="*/ 435281 w 1340857"/>
                    <a:gd name="connsiteY8" fmla="*/ 1578463 h 1580599"/>
                    <a:gd name="connsiteX9" fmla="*/ 255534 w 1340857"/>
                    <a:gd name="connsiteY9" fmla="*/ 1452044 h 1580599"/>
                    <a:gd name="connsiteX10" fmla="*/ 382 w 1340857"/>
                    <a:gd name="connsiteY10" fmla="*/ 1445002 h 1580599"/>
                    <a:gd name="connsiteX11" fmla="*/ 0 w 1340857"/>
                    <a:gd name="connsiteY11" fmla="*/ 1335307 h 1580599"/>
                    <a:gd name="connsiteX12" fmla="*/ 31520 w 1340857"/>
                    <a:gd name="connsiteY12" fmla="*/ 193308 h 1580599"/>
                    <a:gd name="connsiteX13" fmla="*/ 235718 w 1340857"/>
                    <a:gd name="connsiteY13" fmla="*/ 78 h 1580599"/>
                    <a:gd name="connsiteX14" fmla="*/ 1340857 w 1340857"/>
                    <a:gd name="connsiteY14" fmla="*/ 30581 h 158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0857" h="1580599">
                      <a:moveTo>
                        <a:pt x="1340857" y="30581"/>
                      </a:moveTo>
                      <a:lnTo>
                        <a:pt x="1334419" y="457960"/>
                      </a:lnTo>
                      <a:lnTo>
                        <a:pt x="556470" y="436488"/>
                      </a:lnTo>
                      <a:cubicBezTo>
                        <a:pt x="495910" y="434817"/>
                        <a:pt x="445462" y="482555"/>
                        <a:pt x="443789" y="543115"/>
                      </a:cubicBezTo>
                      <a:lnTo>
                        <a:pt x="420790" y="1376446"/>
                      </a:lnTo>
                      <a:cubicBezTo>
                        <a:pt x="420371" y="1391586"/>
                        <a:pt x="423042" y="1406094"/>
                        <a:pt x="428230" y="1419366"/>
                      </a:cubicBezTo>
                      <a:lnTo>
                        <a:pt x="435129" y="1430234"/>
                      </a:lnTo>
                      <a:lnTo>
                        <a:pt x="435651" y="1580599"/>
                      </a:lnTo>
                      <a:lnTo>
                        <a:pt x="435281" y="1578463"/>
                      </a:lnTo>
                      <a:cubicBezTo>
                        <a:pt x="407082" y="1506309"/>
                        <a:pt x="337843" y="1454315"/>
                        <a:pt x="255534" y="1452044"/>
                      </a:cubicBezTo>
                      <a:lnTo>
                        <a:pt x="382" y="1445002"/>
                      </a:lnTo>
                      <a:lnTo>
                        <a:pt x="0" y="1335307"/>
                      </a:lnTo>
                      <a:lnTo>
                        <a:pt x="31520" y="193308"/>
                      </a:lnTo>
                      <a:cubicBezTo>
                        <a:pt x="34549" y="83560"/>
                        <a:pt x="125971" y="-2951"/>
                        <a:pt x="235718" y="78"/>
                      </a:cubicBezTo>
                      <a:lnTo>
                        <a:pt x="1340857" y="3058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grpSp>
        </p:grpSp>
        <p:sp>
          <p:nvSpPr>
            <p:cNvPr id="27" name="Rectangle: Rounded Corners 26">
              <a:extLst>
                <a:ext uri="{FF2B5EF4-FFF2-40B4-BE49-F238E27FC236}">
                  <a16:creationId xmlns:a16="http://schemas.microsoft.com/office/drawing/2014/main" id="{51171D9C-62AC-B396-79C7-2B28459A18BB}"/>
                </a:ext>
              </a:extLst>
            </p:cNvPr>
            <p:cNvSpPr/>
            <p:nvPr/>
          </p:nvSpPr>
          <p:spPr>
            <a:xfrm rot="2783698">
              <a:off x="2458262" y="2112640"/>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1" name="Rectangle: Rounded Corners 30">
              <a:extLst>
                <a:ext uri="{FF2B5EF4-FFF2-40B4-BE49-F238E27FC236}">
                  <a16:creationId xmlns:a16="http://schemas.microsoft.com/office/drawing/2014/main" id="{B9D30D7D-07AB-50CD-6868-EE0859A1ED1E}"/>
                </a:ext>
              </a:extLst>
            </p:cNvPr>
            <p:cNvSpPr/>
            <p:nvPr/>
          </p:nvSpPr>
          <p:spPr>
            <a:xfrm rot="2783698">
              <a:off x="2458261" y="4160496"/>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4" name="Rectangle: Rounded Corners 33">
              <a:extLst>
                <a:ext uri="{FF2B5EF4-FFF2-40B4-BE49-F238E27FC236}">
                  <a16:creationId xmlns:a16="http://schemas.microsoft.com/office/drawing/2014/main" id="{0B88B067-0E9B-AAA8-A745-926FA6D24534}"/>
                </a:ext>
              </a:extLst>
            </p:cNvPr>
            <p:cNvSpPr/>
            <p:nvPr/>
          </p:nvSpPr>
          <p:spPr>
            <a:xfrm rot="2783698">
              <a:off x="2439446" y="6208352"/>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5" name="Rectangle: Rounded Corners 34">
              <a:extLst>
                <a:ext uri="{FF2B5EF4-FFF2-40B4-BE49-F238E27FC236}">
                  <a16:creationId xmlns:a16="http://schemas.microsoft.com/office/drawing/2014/main" id="{79329135-5A55-A126-5A67-EA03F9949E22}"/>
                </a:ext>
              </a:extLst>
            </p:cNvPr>
            <p:cNvSpPr/>
            <p:nvPr/>
          </p:nvSpPr>
          <p:spPr>
            <a:xfrm rot="2783698">
              <a:off x="2497495" y="8256207"/>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6" name="Rectangle: Rounded Corners 35">
              <a:extLst>
                <a:ext uri="{FF2B5EF4-FFF2-40B4-BE49-F238E27FC236}">
                  <a16:creationId xmlns:a16="http://schemas.microsoft.com/office/drawing/2014/main" id="{6FFB4C88-DB74-1B47-0785-8FF2A1641C59}"/>
                </a:ext>
              </a:extLst>
            </p:cNvPr>
            <p:cNvSpPr/>
            <p:nvPr/>
          </p:nvSpPr>
          <p:spPr>
            <a:xfrm rot="2783698">
              <a:off x="2497494" y="10304063"/>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sp>
        <p:nvSpPr>
          <p:cNvPr id="61" name="TextBox 60">
            <a:extLst>
              <a:ext uri="{FF2B5EF4-FFF2-40B4-BE49-F238E27FC236}">
                <a16:creationId xmlns:a16="http://schemas.microsoft.com/office/drawing/2014/main" id="{D237772D-47B1-26B3-2675-8BC012EA095C}"/>
              </a:ext>
            </a:extLst>
          </p:cNvPr>
          <p:cNvSpPr txBox="1"/>
          <p:nvPr/>
        </p:nvSpPr>
        <p:spPr>
          <a:xfrm>
            <a:off x="1151261" y="-3206640"/>
            <a:ext cx="8510081" cy="21268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latin typeface="Times New Roman" panose="02020603050405020304" pitchFamily="18" charset="0"/>
              </a:rPr>
              <a:t>Check if there is any unusual activity or unauthorized logins.</a:t>
            </a:r>
          </a:p>
          <a:p>
            <a:pPr marL="285750" indent="-285750">
              <a:lnSpc>
                <a:spcPct val="150000"/>
              </a:lnSpc>
              <a:buFont typeface="Arial" panose="020B0604020202020204" pitchFamily="34" charset="0"/>
              <a:buChar char="•"/>
            </a:pPr>
            <a:endParaRPr lang="en-US" dirty="0">
              <a:latin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rPr>
              <a:t>See all phones and computers where your account is logged in.</a:t>
            </a:r>
          </a:p>
          <a:p>
            <a:pPr marL="285750" indent="-285750">
              <a:lnSpc>
                <a:spcPct val="150000"/>
              </a:lnSpc>
              <a:buFont typeface="Arial" panose="020B0604020202020204" pitchFamily="34" charset="0"/>
              <a:buChar char="•"/>
            </a:pPr>
            <a:endParaRPr lang="en-US" dirty="0">
              <a:latin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rPr>
              <a:t>Make your account unhackable by adding an extra layer of security.</a:t>
            </a:r>
          </a:p>
        </p:txBody>
      </p:sp>
      <p:sp>
        <p:nvSpPr>
          <p:cNvPr id="62" name="TextBox 61">
            <a:extLst>
              <a:ext uri="{FF2B5EF4-FFF2-40B4-BE49-F238E27FC236}">
                <a16:creationId xmlns:a16="http://schemas.microsoft.com/office/drawing/2014/main" id="{E65DC686-24AD-4DA1-72E5-3AB595309680}"/>
              </a:ext>
            </a:extLst>
          </p:cNvPr>
          <p:cNvSpPr txBox="1"/>
          <p:nvPr/>
        </p:nvSpPr>
        <p:spPr>
          <a:xfrm>
            <a:off x="1174991" y="-4136904"/>
            <a:ext cx="2115219" cy="707886"/>
          </a:xfrm>
          <a:prstGeom prst="rect">
            <a:avLst/>
          </a:prstGeom>
          <a:noFill/>
        </p:spPr>
        <p:txBody>
          <a:bodyPr wrap="square" rtlCol="0">
            <a:spAutoFit/>
          </a:bodyPr>
          <a:lstStyle/>
          <a:p>
            <a:r>
              <a:rPr lang="en-US" sz="4000" dirty="0">
                <a:latin typeface="Times New Roman" panose="02020603050405020304" pitchFamily="18" charset="0"/>
              </a:rPr>
              <a:t>Security</a:t>
            </a:r>
          </a:p>
        </p:txBody>
      </p:sp>
      <p:sp>
        <p:nvSpPr>
          <p:cNvPr id="8" name="TextBox 7">
            <a:extLst>
              <a:ext uri="{FF2B5EF4-FFF2-40B4-BE49-F238E27FC236}">
                <a16:creationId xmlns:a16="http://schemas.microsoft.com/office/drawing/2014/main" id="{9231BBF4-6EA3-F17F-FC01-A2B692C80325}"/>
              </a:ext>
            </a:extLst>
          </p:cNvPr>
          <p:cNvSpPr txBox="1"/>
          <p:nvPr/>
        </p:nvSpPr>
        <p:spPr>
          <a:xfrm>
            <a:off x="1142817" y="2553846"/>
            <a:ext cx="6924003" cy="337335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b="1" dirty="0">
                <a:latin typeface="Times New Roman" panose="02020603050405020304" pitchFamily="18" charset="0"/>
              </a:rPr>
              <a:t>Data Encryption - </a:t>
            </a:r>
            <a:r>
              <a:rPr lang="en-US" dirty="0">
                <a:latin typeface="Times New Roman" panose="02020603050405020304" pitchFamily="18" charset="0"/>
              </a:rPr>
              <a:t>TikTok uses advanced technology to hide your data from hackers.</a:t>
            </a:r>
          </a:p>
          <a:p>
            <a:pPr marL="285750" indent="-285750">
              <a:lnSpc>
                <a:spcPct val="150000"/>
              </a:lnSpc>
              <a:buFont typeface="Arial" panose="020B0604020202020204" pitchFamily="34" charset="0"/>
              <a:buChar char="•"/>
            </a:pPr>
            <a:endParaRPr lang="en-US" dirty="0">
              <a:latin typeface="Times New Roman" panose="02020603050405020304" pitchFamily="18" charset="0"/>
            </a:endParaRPr>
          </a:p>
          <a:p>
            <a:pPr marL="285750" indent="-285750">
              <a:lnSpc>
                <a:spcPct val="150000"/>
              </a:lnSpc>
              <a:buFont typeface="Arial" panose="020B0604020202020204" pitchFamily="34" charset="0"/>
              <a:buChar char="•"/>
            </a:pPr>
            <a:r>
              <a:rPr lang="en-US" b="1" dirty="0">
                <a:latin typeface="Times New Roman" panose="02020603050405020304" pitchFamily="18" charset="0"/>
              </a:rPr>
              <a:t>Privacy Controls - </a:t>
            </a:r>
            <a:r>
              <a:rPr lang="en-US" dirty="0">
                <a:latin typeface="Times New Roman" panose="02020603050405020304" pitchFamily="18" charset="0"/>
              </a:rPr>
              <a:t>Tools to decide who can see your videos, comment, or send messages.</a:t>
            </a:r>
          </a:p>
          <a:p>
            <a:pPr marL="285750" indent="-285750">
              <a:lnSpc>
                <a:spcPct val="150000"/>
              </a:lnSpc>
              <a:buFont typeface="Arial" panose="020B0604020202020204" pitchFamily="34" charset="0"/>
              <a:buChar char="•"/>
            </a:pPr>
            <a:endParaRPr lang="en-US" dirty="0">
              <a:latin typeface="Times New Roman" panose="02020603050405020304" pitchFamily="18" charset="0"/>
            </a:endParaRPr>
          </a:p>
          <a:p>
            <a:pPr marL="285750" indent="-285750">
              <a:lnSpc>
                <a:spcPct val="150000"/>
              </a:lnSpc>
              <a:buFont typeface="Arial" panose="020B0604020202020204" pitchFamily="34" charset="0"/>
              <a:buChar char="•"/>
            </a:pPr>
            <a:r>
              <a:rPr lang="en-US" b="1" dirty="0">
                <a:latin typeface="Times New Roman" panose="02020603050405020304" pitchFamily="18" charset="0"/>
              </a:rPr>
              <a:t>Proactive Monitoring - </a:t>
            </a:r>
            <a:r>
              <a:rPr lang="en-US" dirty="0">
                <a:latin typeface="Times New Roman" panose="02020603050405020304" pitchFamily="18" charset="0"/>
              </a:rPr>
              <a:t>The system blocks millions of fake accounts and phishing links daily.</a:t>
            </a:r>
          </a:p>
        </p:txBody>
      </p:sp>
      <p:sp>
        <p:nvSpPr>
          <p:cNvPr id="9" name="TextBox 8">
            <a:extLst>
              <a:ext uri="{FF2B5EF4-FFF2-40B4-BE49-F238E27FC236}">
                <a16:creationId xmlns:a16="http://schemas.microsoft.com/office/drawing/2014/main" id="{47F2BAF8-22F4-7464-CE42-5C917A94EC7B}"/>
              </a:ext>
            </a:extLst>
          </p:cNvPr>
          <p:cNvSpPr txBox="1"/>
          <p:nvPr/>
        </p:nvSpPr>
        <p:spPr>
          <a:xfrm>
            <a:off x="1233767" y="1151035"/>
            <a:ext cx="2067176"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10" name="TextBox 9">
            <a:extLst>
              <a:ext uri="{FF2B5EF4-FFF2-40B4-BE49-F238E27FC236}">
                <a16:creationId xmlns:a16="http://schemas.microsoft.com/office/drawing/2014/main" id="{5E7FE8FF-0964-D9C1-CF28-6590BD77549A}"/>
              </a:ext>
            </a:extLst>
          </p:cNvPr>
          <p:cNvSpPr txBox="1"/>
          <p:nvPr/>
        </p:nvSpPr>
        <p:spPr>
          <a:xfrm>
            <a:off x="13037860" y="2577292"/>
            <a:ext cx="7390054" cy="2957861"/>
          </a:xfrm>
          <a:prstGeom prst="rect">
            <a:avLst/>
          </a:prstGeom>
          <a:noFill/>
        </p:spPr>
        <p:txBody>
          <a:bodyPr wrap="square" rtlCol="0">
            <a:spAutoFit/>
          </a:bodyPr>
          <a:lstStyle/>
          <a:p>
            <a:pPr algn="dist">
              <a:lnSpc>
                <a:spcPct val="150000"/>
              </a:lnSpc>
            </a:pPr>
            <a:r>
              <a:rPr lang="en-US" dirty="0">
                <a:latin typeface="Times New Roman" panose="02020603050405020304" pitchFamily="18" charset="0"/>
              </a:rPr>
              <a:t>	TikTok is a very powerful platform that connects people through music and short videos. It has changed the world of business and learning because it focuses on real people and honest content rather than famous celebrities. Although there are some worries about privacy and fake news, the app provides tools like privacy controls and encryption to keep accounts safe. TikTok’s future is bright as it continues to give a voice to everyone and creates new ways for us to experience the world through our screens.</a:t>
            </a:r>
          </a:p>
        </p:txBody>
      </p:sp>
      <p:sp>
        <p:nvSpPr>
          <p:cNvPr id="15" name="TextBox 14">
            <a:extLst>
              <a:ext uri="{FF2B5EF4-FFF2-40B4-BE49-F238E27FC236}">
                <a16:creationId xmlns:a16="http://schemas.microsoft.com/office/drawing/2014/main" id="{37F485C7-6420-84C6-A84B-2A5F022AC5EF}"/>
              </a:ext>
            </a:extLst>
          </p:cNvPr>
          <p:cNvSpPr txBox="1"/>
          <p:nvPr/>
        </p:nvSpPr>
        <p:spPr>
          <a:xfrm>
            <a:off x="13037860" y="1360018"/>
            <a:ext cx="2857229" cy="707886"/>
          </a:xfrm>
          <a:prstGeom prst="rect">
            <a:avLst/>
          </a:prstGeom>
          <a:noFill/>
        </p:spPr>
        <p:txBody>
          <a:bodyPr wrap="square" rtlCol="0">
            <a:spAutoFit/>
          </a:bodyPr>
          <a:lstStyle/>
          <a:p>
            <a:pPr algn="ctr"/>
            <a:r>
              <a:rPr lang="en-US" sz="4000" dirty="0">
                <a:latin typeface="Times New Roman" panose="02020603050405020304" pitchFamily="18" charset="0"/>
              </a:rPr>
              <a:t>Conclusion</a:t>
            </a:r>
          </a:p>
        </p:txBody>
      </p:sp>
    </p:spTree>
    <p:extLst>
      <p:ext uri="{BB962C8B-B14F-4D97-AF65-F5344CB8AC3E}">
        <p14:creationId xmlns:p14="http://schemas.microsoft.com/office/powerpoint/2010/main" val="25975568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07F74-9773-3CFE-F65C-E9B5F6FCE9D0}"/>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9E6B8A78-0746-69DB-904D-060927FC853F}"/>
              </a:ext>
            </a:extLst>
          </p:cNvPr>
          <p:cNvGrpSpPr/>
          <p:nvPr/>
        </p:nvGrpSpPr>
        <p:grpSpPr>
          <a:xfrm>
            <a:off x="-15829669" y="-12406950"/>
            <a:ext cx="45349068" cy="32908100"/>
            <a:chOff x="2480580" y="693346"/>
            <a:chExt cx="9121160" cy="5389025"/>
          </a:xfrm>
          <a:scene3d>
            <a:camera prst="isometricOffAxis1Top">
              <a:rot lat="20400000" lon="19800000" rev="600000"/>
            </a:camera>
            <a:lightRig rig="threePt" dir="t"/>
          </a:scene3d>
        </p:grpSpPr>
        <p:pic>
          <p:nvPicPr>
            <p:cNvPr id="10" name="Picture 9">
              <a:extLst>
                <a:ext uri="{FF2B5EF4-FFF2-40B4-BE49-F238E27FC236}">
                  <a16:creationId xmlns:a16="http://schemas.microsoft.com/office/drawing/2014/main" id="{85B7AEF3-B5F2-238B-16DD-92E0D81740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04802" y="4453504"/>
              <a:ext cx="2896938" cy="1628867"/>
            </a:xfrm>
            <a:prstGeom prst="rect">
              <a:avLst/>
            </a:prstGeom>
            <a:effectLst>
              <a:outerShdw blurRad="76200" dist="50800" dir="3060000" algn="ctr" rotWithShape="0">
                <a:srgbClr val="000000">
                  <a:alpha val="94000"/>
                </a:srgbClr>
              </a:outerShdw>
            </a:effectLst>
          </p:spPr>
        </p:pic>
        <p:pic>
          <p:nvPicPr>
            <p:cNvPr id="11" name="Picture 10">
              <a:extLst>
                <a:ext uri="{FF2B5EF4-FFF2-40B4-BE49-F238E27FC236}">
                  <a16:creationId xmlns:a16="http://schemas.microsoft.com/office/drawing/2014/main" id="{DE384B5E-33F7-804E-6710-C1A0EA1A49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2691" y="4449090"/>
              <a:ext cx="2896938" cy="1628867"/>
            </a:xfrm>
            <a:prstGeom prst="rect">
              <a:avLst/>
            </a:prstGeom>
            <a:effectLst>
              <a:outerShdw blurRad="76200" dist="50800" dir="3060000" algn="ctr" rotWithShape="0">
                <a:srgbClr val="000000">
                  <a:alpha val="94000"/>
                </a:srgbClr>
              </a:outerShdw>
            </a:effectLst>
          </p:spPr>
        </p:pic>
        <p:pic>
          <p:nvPicPr>
            <p:cNvPr id="12" name="Picture 11">
              <a:extLst>
                <a:ext uri="{FF2B5EF4-FFF2-40B4-BE49-F238E27FC236}">
                  <a16:creationId xmlns:a16="http://schemas.microsoft.com/office/drawing/2014/main" id="{99FC1C6A-959F-D041-2294-F7BFDE7AAD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80580" y="4419711"/>
              <a:ext cx="2896938" cy="1628867"/>
            </a:xfrm>
            <a:prstGeom prst="rect">
              <a:avLst/>
            </a:prstGeom>
            <a:effectLst>
              <a:outerShdw blurRad="76200" dist="50800" dir="3060000" algn="ctr" rotWithShape="0">
                <a:srgbClr val="000000">
                  <a:alpha val="94000"/>
                </a:srgbClr>
              </a:outerShdw>
            </a:effectLst>
          </p:spPr>
        </p:pic>
        <p:pic>
          <p:nvPicPr>
            <p:cNvPr id="13" name="Picture 12">
              <a:extLst>
                <a:ext uri="{FF2B5EF4-FFF2-40B4-BE49-F238E27FC236}">
                  <a16:creationId xmlns:a16="http://schemas.microsoft.com/office/drawing/2014/main" id="{BB3171AD-0CB6-3EC0-EF9D-27E943B621E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80580" y="2546796"/>
              <a:ext cx="2896938" cy="1628867"/>
            </a:xfrm>
            <a:prstGeom prst="rect">
              <a:avLst/>
            </a:prstGeom>
            <a:effectLst>
              <a:outerShdw blurRad="76200" dist="50800" dir="3060000" algn="ctr" rotWithShape="0">
                <a:srgbClr val="000000">
                  <a:alpha val="94000"/>
                </a:srgbClr>
              </a:outerShdw>
            </a:effectLst>
          </p:spPr>
        </p:pic>
        <p:pic>
          <p:nvPicPr>
            <p:cNvPr id="14" name="Picture 13">
              <a:extLst>
                <a:ext uri="{FF2B5EF4-FFF2-40B4-BE49-F238E27FC236}">
                  <a16:creationId xmlns:a16="http://schemas.microsoft.com/office/drawing/2014/main" id="{B141041F-E032-4D50-5705-7C2EBC97D5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04802" y="693346"/>
              <a:ext cx="2896938" cy="1628867"/>
            </a:xfrm>
            <a:prstGeom prst="rect">
              <a:avLst/>
            </a:prstGeom>
            <a:effectLst>
              <a:outerShdw blurRad="76200" dist="50800" dir="3060000" algn="ctr" rotWithShape="0">
                <a:srgbClr val="000000">
                  <a:alpha val="94000"/>
                </a:srgbClr>
              </a:outerShdw>
            </a:effectLst>
          </p:spPr>
        </p:pic>
        <p:pic>
          <p:nvPicPr>
            <p:cNvPr id="15" name="Picture 14">
              <a:extLst>
                <a:ext uri="{FF2B5EF4-FFF2-40B4-BE49-F238E27FC236}">
                  <a16:creationId xmlns:a16="http://schemas.microsoft.com/office/drawing/2014/main" id="{FCD4A286-C983-EB7A-52A2-2E4329E170C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92691" y="693347"/>
              <a:ext cx="2896938" cy="1628867"/>
            </a:xfrm>
            <a:prstGeom prst="rect">
              <a:avLst/>
            </a:prstGeom>
            <a:effectLst>
              <a:outerShdw blurRad="76200" dist="50800" dir="3060000" algn="ctr" rotWithShape="0">
                <a:srgbClr val="000000">
                  <a:alpha val="94000"/>
                </a:srgbClr>
              </a:outerShdw>
            </a:effectLst>
          </p:spPr>
        </p:pic>
        <p:pic>
          <p:nvPicPr>
            <p:cNvPr id="16" name="Picture 15">
              <a:extLst>
                <a:ext uri="{FF2B5EF4-FFF2-40B4-BE49-F238E27FC236}">
                  <a16:creationId xmlns:a16="http://schemas.microsoft.com/office/drawing/2014/main" id="{0ADACCC4-CD65-4A42-B440-0430261AE98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480580" y="693349"/>
              <a:ext cx="2896938" cy="1628867"/>
            </a:xfrm>
            <a:prstGeom prst="rect">
              <a:avLst/>
            </a:prstGeom>
            <a:effectLst>
              <a:outerShdw blurRad="76200" dist="50800" dir="3060000" algn="ctr" rotWithShape="0">
                <a:srgbClr val="000000">
                  <a:alpha val="94000"/>
                </a:srgbClr>
              </a:outerShdw>
            </a:effectLst>
          </p:spPr>
        </p:pic>
        <p:pic>
          <p:nvPicPr>
            <p:cNvPr id="20" name="Picture 19">
              <a:extLst>
                <a:ext uri="{FF2B5EF4-FFF2-40B4-BE49-F238E27FC236}">
                  <a16:creationId xmlns:a16="http://schemas.microsoft.com/office/drawing/2014/main" id="{C28F60B5-8CBB-1224-1618-4ACE8DD00F6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704803" y="2577624"/>
              <a:ext cx="2896937" cy="1628867"/>
            </a:xfrm>
            <a:prstGeom prst="rect">
              <a:avLst/>
            </a:prstGeom>
            <a:effectLst>
              <a:outerShdw blurRad="50800" dist="50800" dir="2700000" algn="ctr" rotWithShape="0">
                <a:srgbClr val="000000">
                  <a:alpha val="81000"/>
                </a:srgbClr>
              </a:outerShdw>
            </a:effectLst>
          </p:spPr>
        </p:pic>
      </p:grpSp>
      <p:sp>
        <p:nvSpPr>
          <p:cNvPr id="3" name="TextBox 2">
            <a:extLst>
              <a:ext uri="{FF2B5EF4-FFF2-40B4-BE49-F238E27FC236}">
                <a16:creationId xmlns:a16="http://schemas.microsoft.com/office/drawing/2014/main" id="{D2363D2A-62C1-7F70-1031-9318864B65E7}"/>
              </a:ext>
            </a:extLst>
          </p:cNvPr>
          <p:cNvSpPr txBox="1"/>
          <p:nvPr/>
        </p:nvSpPr>
        <p:spPr>
          <a:xfrm>
            <a:off x="3987636" y="2577292"/>
            <a:ext cx="7390054" cy="2957861"/>
          </a:xfrm>
          <a:prstGeom prst="rect">
            <a:avLst/>
          </a:prstGeom>
          <a:noFill/>
        </p:spPr>
        <p:txBody>
          <a:bodyPr wrap="square" rtlCol="0">
            <a:spAutoFit/>
          </a:bodyPr>
          <a:lstStyle/>
          <a:p>
            <a:pPr algn="dist">
              <a:lnSpc>
                <a:spcPct val="150000"/>
              </a:lnSpc>
            </a:pPr>
            <a:r>
              <a:rPr lang="en-US" dirty="0">
                <a:latin typeface="Times New Roman" panose="02020603050405020304" pitchFamily="18" charset="0"/>
              </a:rPr>
              <a:t>	TikTok is a very powerful platform that connects people through music and short videos. It has changed the world of business and learning because it focuses on real people and honest content rather than famous celebrities. Although there are some worries about privacy and fake news, the app provides tools like privacy controls and encryption to keep accounts safe. TikTok’s future is bright as it continues to give a voice to everyone and creates new ways for us to experience the world through our screens.</a:t>
            </a:r>
          </a:p>
        </p:txBody>
      </p:sp>
      <p:sp>
        <p:nvSpPr>
          <p:cNvPr id="28" name="Rectangle 27">
            <a:extLst>
              <a:ext uri="{FF2B5EF4-FFF2-40B4-BE49-F238E27FC236}">
                <a16:creationId xmlns:a16="http://schemas.microsoft.com/office/drawing/2014/main" id="{38207401-20A2-E3FC-A970-F338206DA09B}"/>
              </a:ext>
            </a:extLst>
          </p:cNvPr>
          <p:cNvSpPr/>
          <p:nvPr/>
        </p:nvSpPr>
        <p:spPr>
          <a:xfrm>
            <a:off x="-5991127" y="-162014"/>
            <a:ext cx="5679660" cy="7148128"/>
          </a:xfrm>
          <a:prstGeom prst="rect">
            <a:avLst/>
          </a:prstGeom>
          <a:solidFill>
            <a:schemeClr val="bg1">
              <a:alpha val="77000"/>
            </a:schemeClr>
          </a:solidFill>
          <a:ln>
            <a:noFill/>
          </a:ln>
          <a:effectLst>
            <a:softEdge rad="431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4" name="TextBox 3">
            <a:extLst>
              <a:ext uri="{FF2B5EF4-FFF2-40B4-BE49-F238E27FC236}">
                <a16:creationId xmlns:a16="http://schemas.microsoft.com/office/drawing/2014/main" id="{720E7B53-29CD-FDC2-9110-9EFA83C9FE2C}"/>
              </a:ext>
            </a:extLst>
          </p:cNvPr>
          <p:cNvSpPr txBox="1"/>
          <p:nvPr/>
        </p:nvSpPr>
        <p:spPr>
          <a:xfrm>
            <a:off x="3987636" y="1360018"/>
            <a:ext cx="2857229" cy="707886"/>
          </a:xfrm>
          <a:prstGeom prst="rect">
            <a:avLst/>
          </a:prstGeom>
          <a:noFill/>
        </p:spPr>
        <p:txBody>
          <a:bodyPr wrap="square" rtlCol="0">
            <a:spAutoFit/>
          </a:bodyPr>
          <a:lstStyle/>
          <a:p>
            <a:pPr algn="ctr"/>
            <a:r>
              <a:rPr lang="en-US" sz="4000" dirty="0">
                <a:latin typeface="Times New Roman" panose="02020603050405020304" pitchFamily="18" charset="0"/>
              </a:rPr>
              <a:t>Conclusion</a:t>
            </a:r>
          </a:p>
        </p:txBody>
      </p:sp>
      <p:sp>
        <p:nvSpPr>
          <p:cNvPr id="2" name="Rectangle 1">
            <a:extLst>
              <a:ext uri="{FF2B5EF4-FFF2-40B4-BE49-F238E27FC236}">
                <a16:creationId xmlns:a16="http://schemas.microsoft.com/office/drawing/2014/main" id="{F526EC20-0577-BCEA-7603-B83C32854FCA}"/>
              </a:ext>
            </a:extLst>
          </p:cNvPr>
          <p:cNvSpPr/>
          <p:nvPr/>
        </p:nvSpPr>
        <p:spPr>
          <a:xfrm>
            <a:off x="-8353859" y="2063"/>
            <a:ext cx="9823937" cy="6858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8" name="Rectangle 17">
            <a:extLst>
              <a:ext uri="{FF2B5EF4-FFF2-40B4-BE49-F238E27FC236}">
                <a16:creationId xmlns:a16="http://schemas.microsoft.com/office/drawing/2014/main" id="{25CDFDAA-D45E-2697-72F7-6C2A57ED477E}"/>
              </a:ext>
            </a:extLst>
          </p:cNvPr>
          <p:cNvSpPr/>
          <p:nvPr/>
        </p:nvSpPr>
        <p:spPr>
          <a:xfrm rot="2559342" flipH="1">
            <a:off x="-7594375" y="1355525"/>
            <a:ext cx="328716" cy="327022"/>
          </a:xfrm>
          <a:prstGeom prst="rect">
            <a:avLst/>
          </a:prstGeom>
          <a:solidFill>
            <a:schemeClr val="bg1"/>
          </a:solidFill>
          <a:ln>
            <a:noFill/>
          </a:ln>
          <a:effectLst>
            <a:outerShdw blurRad="50800" dist="50800" dir="5400000" algn="ctr" rotWithShape="0">
              <a:srgbClr val="000000">
                <a:alpha val="9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9" name="Rectangle 18">
            <a:extLst>
              <a:ext uri="{FF2B5EF4-FFF2-40B4-BE49-F238E27FC236}">
                <a16:creationId xmlns:a16="http://schemas.microsoft.com/office/drawing/2014/main" id="{B07FBA06-E421-8105-FB3B-008226F8F97E}"/>
              </a:ext>
            </a:extLst>
          </p:cNvPr>
          <p:cNvSpPr/>
          <p:nvPr/>
        </p:nvSpPr>
        <p:spPr>
          <a:xfrm rot="7957583" flipH="1">
            <a:off x="-7340076" y="1003611"/>
            <a:ext cx="1007438" cy="1030849"/>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7" name="Rectangle 16">
            <a:extLst>
              <a:ext uri="{FF2B5EF4-FFF2-40B4-BE49-F238E27FC236}">
                <a16:creationId xmlns:a16="http://schemas.microsoft.com/office/drawing/2014/main" id="{C9837775-E445-9301-CBD9-9930AAC380F2}"/>
              </a:ext>
            </a:extLst>
          </p:cNvPr>
          <p:cNvSpPr/>
          <p:nvPr/>
        </p:nvSpPr>
        <p:spPr>
          <a:xfrm rot="2992157" flipH="1">
            <a:off x="-6582700" y="1305930"/>
            <a:ext cx="661080" cy="557821"/>
          </a:xfrm>
          <a:prstGeom prst="rect">
            <a:avLst/>
          </a:prstGeom>
          <a:solidFill>
            <a:srgbClr val="FFC000"/>
          </a:solidFill>
          <a:ln>
            <a:noFill/>
          </a:ln>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nvGrpSpPr>
          <p:cNvPr id="23" name="Group 22">
            <a:extLst>
              <a:ext uri="{FF2B5EF4-FFF2-40B4-BE49-F238E27FC236}">
                <a16:creationId xmlns:a16="http://schemas.microsoft.com/office/drawing/2014/main" id="{843C4D7E-1D39-CA00-88D5-8932ACA47F78}"/>
              </a:ext>
            </a:extLst>
          </p:cNvPr>
          <p:cNvGrpSpPr/>
          <p:nvPr/>
        </p:nvGrpSpPr>
        <p:grpSpPr>
          <a:xfrm>
            <a:off x="326557" y="-6089080"/>
            <a:ext cx="3111918" cy="12190023"/>
            <a:chOff x="503251" y="686803"/>
            <a:chExt cx="3111918" cy="12190023"/>
          </a:xfrm>
        </p:grpSpPr>
        <p:grpSp>
          <p:nvGrpSpPr>
            <p:cNvPr id="26" name="Group 25">
              <a:extLst>
                <a:ext uri="{FF2B5EF4-FFF2-40B4-BE49-F238E27FC236}">
                  <a16:creationId xmlns:a16="http://schemas.microsoft.com/office/drawing/2014/main" id="{D9DDE44B-7786-3AC5-271A-9EAE7B4703D1}"/>
                </a:ext>
              </a:extLst>
            </p:cNvPr>
            <p:cNvGrpSpPr/>
            <p:nvPr/>
          </p:nvGrpSpPr>
          <p:grpSpPr>
            <a:xfrm>
              <a:off x="503251" y="686803"/>
              <a:ext cx="2252938" cy="12190023"/>
              <a:chOff x="1129831" y="-2607606"/>
              <a:chExt cx="2252938" cy="12190023"/>
            </a:xfrm>
            <a:effectLst>
              <a:outerShdw blurRad="228600" dist="76200" dir="7620000" algn="ctr" rotWithShape="0">
                <a:srgbClr val="000000">
                  <a:alpha val="81000"/>
                </a:srgbClr>
              </a:outerShdw>
            </a:effectLst>
            <a:scene3d>
              <a:camera prst="orthographicFront">
                <a:rot lat="0" lon="0" rev="0"/>
              </a:camera>
              <a:lightRig rig="threePt" dir="t"/>
            </a:scene3d>
          </p:grpSpPr>
          <p:sp>
            <p:nvSpPr>
              <p:cNvPr id="37" name="Freeform: Shape 36">
                <a:extLst>
                  <a:ext uri="{FF2B5EF4-FFF2-40B4-BE49-F238E27FC236}">
                    <a16:creationId xmlns:a16="http://schemas.microsoft.com/office/drawing/2014/main" id="{A93864F1-4C92-4D14-D028-1E78252FD09C}"/>
                  </a:ext>
                </a:extLst>
              </p:cNvPr>
              <p:cNvSpPr/>
              <p:nvPr/>
            </p:nvSpPr>
            <p:spPr>
              <a:xfrm rot="18900000">
                <a:off x="2054245" y="3149353"/>
                <a:ext cx="449222" cy="753409"/>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38" name="Freeform: Shape 37">
                <a:extLst>
                  <a:ext uri="{FF2B5EF4-FFF2-40B4-BE49-F238E27FC236}">
                    <a16:creationId xmlns:a16="http://schemas.microsoft.com/office/drawing/2014/main" id="{18DA4771-B21A-CFA8-859F-BE0C67A7A109}"/>
                  </a:ext>
                </a:extLst>
              </p:cNvPr>
              <p:cNvSpPr/>
              <p:nvPr/>
            </p:nvSpPr>
            <p:spPr>
              <a:xfrm rot="18900000">
                <a:off x="2004188" y="-1066606"/>
                <a:ext cx="449222" cy="830275"/>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39" name="Freeform: Shape 38">
                <a:extLst>
                  <a:ext uri="{FF2B5EF4-FFF2-40B4-BE49-F238E27FC236}">
                    <a16:creationId xmlns:a16="http://schemas.microsoft.com/office/drawing/2014/main" id="{873B5CEB-A830-A9C5-47C2-82A69FAB3D73}"/>
                  </a:ext>
                </a:extLst>
              </p:cNvPr>
              <p:cNvSpPr/>
              <p:nvPr/>
            </p:nvSpPr>
            <p:spPr>
              <a:xfrm rot="18900000">
                <a:off x="1299576" y="-2607606"/>
                <a:ext cx="1908313" cy="1908314"/>
              </a:xfrm>
              <a:custGeom>
                <a:avLst/>
                <a:gdLst>
                  <a:gd name="connsiteX0" fmla="*/ 1850089 w 1908313"/>
                  <a:gd name="connsiteY0" fmla="*/ 58225 h 1908314"/>
                  <a:gd name="connsiteX1" fmla="*/ 1908313 w 1908313"/>
                  <a:gd name="connsiteY1" fmla="*/ 198790 h 1908314"/>
                  <a:gd name="connsiteX2" fmla="*/ 1908313 w 1908313"/>
                  <a:gd name="connsiteY2" fmla="*/ 1709525 h 1908314"/>
                  <a:gd name="connsiteX3" fmla="*/ 1709524 w 1908313"/>
                  <a:gd name="connsiteY3" fmla="*/ 1908314 h 1908314"/>
                  <a:gd name="connsiteX4" fmla="*/ 575069 w 1908313"/>
                  <a:gd name="connsiteY4" fmla="*/ 1908314 h 1908314"/>
                  <a:gd name="connsiteX5" fmla="*/ 561771 w 1908313"/>
                  <a:gd name="connsiteY5" fmla="*/ 1480433 h 1908314"/>
                  <a:gd name="connsiteX6" fmla="*/ 1365107 w 1908313"/>
                  <a:gd name="connsiteY6" fmla="*/ 1480433 h 1908314"/>
                  <a:gd name="connsiteX7" fmla="*/ 1474802 w 1908313"/>
                  <a:gd name="connsiteY7" fmla="*/ 1370738 h 1908314"/>
                  <a:gd name="connsiteX8" fmla="*/ 1474802 w 1908313"/>
                  <a:gd name="connsiteY8" fmla="*/ 537090 h 1908314"/>
                  <a:gd name="connsiteX9" fmla="*/ 1365107 w 1908313"/>
                  <a:gd name="connsiteY9" fmla="*/ 427395 h 1908314"/>
                  <a:gd name="connsiteX10" fmla="*/ 531459 w 1908313"/>
                  <a:gd name="connsiteY10" fmla="*/ 427395 h 1908314"/>
                  <a:gd name="connsiteX11" fmla="*/ 421764 w 1908313"/>
                  <a:gd name="connsiteY11" fmla="*/ 537090 h 1908314"/>
                  <a:gd name="connsiteX12" fmla="*/ 421764 w 1908313"/>
                  <a:gd name="connsiteY12" fmla="*/ 1370739 h 1908314"/>
                  <a:gd name="connsiteX13" fmla="*/ 430385 w 1908313"/>
                  <a:gd name="connsiteY13" fmla="*/ 1413436 h 1908314"/>
                  <a:gd name="connsiteX14" fmla="*/ 437581 w 1908313"/>
                  <a:gd name="connsiteY14" fmla="*/ 1424110 h 1908314"/>
                  <a:gd name="connsiteX15" fmla="*/ 442252 w 1908313"/>
                  <a:gd name="connsiteY15" fmla="*/ 1574404 h 1908314"/>
                  <a:gd name="connsiteX16" fmla="*/ 441823 w 1908313"/>
                  <a:gd name="connsiteY16" fmla="*/ 1572278 h 1908314"/>
                  <a:gd name="connsiteX17" fmla="*/ 258656 w 1908313"/>
                  <a:gd name="connsiteY17" fmla="*/ 1450867 h 1908314"/>
                  <a:gd name="connsiteX18" fmla="*/ 3408 w 1908313"/>
                  <a:gd name="connsiteY18" fmla="*/ 1450867 h 1908314"/>
                  <a:gd name="connsiteX19" fmla="*/ 0 w 1908313"/>
                  <a:gd name="connsiteY19" fmla="*/ 1341225 h 1908314"/>
                  <a:gd name="connsiteX20" fmla="*/ 0 w 1908313"/>
                  <a:gd name="connsiteY20" fmla="*/ 198790 h 1908314"/>
                  <a:gd name="connsiteX21" fmla="*/ 198789 w 1908313"/>
                  <a:gd name="connsiteY21" fmla="*/ 1 h 1908314"/>
                  <a:gd name="connsiteX22" fmla="*/ 1709524 w 1908313"/>
                  <a:gd name="connsiteY22" fmla="*/ 1 h 1908314"/>
                  <a:gd name="connsiteX23" fmla="*/ 1850089 w 1908313"/>
                  <a:gd name="connsiteY23" fmla="*/ 58225 h 190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4">
                    <a:moveTo>
                      <a:pt x="1850089" y="58225"/>
                    </a:moveTo>
                    <a:cubicBezTo>
                      <a:pt x="1886063" y="94198"/>
                      <a:pt x="1908313" y="143896"/>
                      <a:pt x="1908313" y="198790"/>
                    </a:cubicBezTo>
                    <a:lnTo>
                      <a:pt x="1908313" y="1709525"/>
                    </a:lnTo>
                    <a:cubicBezTo>
                      <a:pt x="1908313" y="1819312"/>
                      <a:pt x="1819312" y="1908313"/>
                      <a:pt x="1709524" y="1908314"/>
                    </a:cubicBezTo>
                    <a:lnTo>
                      <a:pt x="575069" y="1908314"/>
                    </a:lnTo>
                    <a:lnTo>
                      <a:pt x="561771" y="1480433"/>
                    </a:lnTo>
                    <a:lnTo>
                      <a:pt x="1365107" y="1480433"/>
                    </a:lnTo>
                    <a:cubicBezTo>
                      <a:pt x="1425690" y="1480433"/>
                      <a:pt x="1474802" y="1431321"/>
                      <a:pt x="1474802" y="1370738"/>
                    </a:cubicBezTo>
                    <a:lnTo>
                      <a:pt x="1474802" y="537090"/>
                    </a:lnTo>
                    <a:cubicBezTo>
                      <a:pt x="1474802" y="476507"/>
                      <a:pt x="1425691" y="427395"/>
                      <a:pt x="1365107" y="427395"/>
                    </a:cubicBezTo>
                    <a:lnTo>
                      <a:pt x="531459" y="427395"/>
                    </a:lnTo>
                    <a:cubicBezTo>
                      <a:pt x="470876" y="427395"/>
                      <a:pt x="421764" y="476507"/>
                      <a:pt x="421764" y="537090"/>
                    </a:cubicBezTo>
                    <a:lnTo>
                      <a:pt x="421764" y="1370739"/>
                    </a:lnTo>
                    <a:cubicBezTo>
                      <a:pt x="421764" y="1385884"/>
                      <a:pt x="424834" y="1400313"/>
                      <a:pt x="430385" y="1413436"/>
                    </a:cubicBezTo>
                    <a:lnTo>
                      <a:pt x="437581" y="1424110"/>
                    </a:lnTo>
                    <a:lnTo>
                      <a:pt x="442252" y="1574404"/>
                    </a:lnTo>
                    <a:lnTo>
                      <a:pt x="441823" y="1572278"/>
                    </a:lnTo>
                    <a:cubicBezTo>
                      <a:pt x="411645" y="1500930"/>
                      <a:pt x="340997" y="1450867"/>
                      <a:pt x="258656" y="1450867"/>
                    </a:cubicBezTo>
                    <a:lnTo>
                      <a:pt x="3408" y="1450867"/>
                    </a:lnTo>
                    <a:lnTo>
                      <a:pt x="0" y="1341225"/>
                    </a:lnTo>
                    <a:lnTo>
                      <a:pt x="0" y="198790"/>
                    </a:lnTo>
                    <a:cubicBezTo>
                      <a:pt x="0" y="89001"/>
                      <a:pt x="89001" y="0"/>
                      <a:pt x="198789" y="1"/>
                    </a:cubicBezTo>
                    <a:lnTo>
                      <a:pt x="1709524" y="1"/>
                    </a:lnTo>
                    <a:cubicBezTo>
                      <a:pt x="1764418" y="0"/>
                      <a:pt x="1814115" y="22251"/>
                      <a:pt x="1850089" y="58225"/>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0" name="Freeform: Shape 39">
                <a:extLst>
                  <a:ext uri="{FF2B5EF4-FFF2-40B4-BE49-F238E27FC236}">
                    <a16:creationId xmlns:a16="http://schemas.microsoft.com/office/drawing/2014/main" id="{6F206BD8-6E6A-AA5A-58C6-EFEE9829691F}"/>
                  </a:ext>
                </a:extLst>
              </p:cNvPr>
              <p:cNvSpPr/>
              <p:nvPr/>
            </p:nvSpPr>
            <p:spPr>
              <a:xfrm rot="18900000">
                <a:off x="2007074" y="7298477"/>
                <a:ext cx="449222" cy="604820"/>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1" name="Freeform: Shape 40">
                <a:extLst>
                  <a:ext uri="{FF2B5EF4-FFF2-40B4-BE49-F238E27FC236}">
                    <a16:creationId xmlns:a16="http://schemas.microsoft.com/office/drawing/2014/main" id="{B4333F8B-BA6E-A2D0-9845-AD599039EED5}"/>
                  </a:ext>
                </a:extLst>
              </p:cNvPr>
              <p:cNvSpPr/>
              <p:nvPr/>
            </p:nvSpPr>
            <p:spPr>
              <a:xfrm rot="18900000">
                <a:off x="2041265" y="5193291"/>
                <a:ext cx="438308" cy="752915"/>
              </a:xfrm>
              <a:custGeom>
                <a:avLst/>
                <a:gdLst>
                  <a:gd name="connsiteX0" fmla="*/ 384675 w 438308"/>
                  <a:gd name="connsiteY0" fmla="*/ 58224 h 475665"/>
                  <a:gd name="connsiteX1" fmla="*/ 427276 w 438308"/>
                  <a:gd name="connsiteY1" fmla="*/ 121412 h 475665"/>
                  <a:gd name="connsiteX2" fmla="*/ 428729 w 438308"/>
                  <a:gd name="connsiteY2" fmla="*/ 128605 h 475665"/>
                  <a:gd name="connsiteX3" fmla="*/ 438308 w 438308"/>
                  <a:gd name="connsiteY3" fmla="*/ 475665 h 475665"/>
                  <a:gd name="connsiteX4" fmla="*/ 197201 w 438308"/>
                  <a:gd name="connsiteY4" fmla="*/ 475665 h 475665"/>
                  <a:gd name="connsiteX5" fmla="*/ 14033 w 438308"/>
                  <a:gd name="connsiteY5" fmla="*/ 354253 h 475665"/>
                  <a:gd name="connsiteX6" fmla="*/ 3805 w 438308"/>
                  <a:gd name="connsiteY6" fmla="*/ 303589 h 475665"/>
                  <a:gd name="connsiteX7" fmla="*/ 0 w 438308"/>
                  <a:gd name="connsiteY7" fmla="*/ 1 h 475665"/>
                  <a:gd name="connsiteX8" fmla="*/ 244110 w 438308"/>
                  <a:gd name="connsiteY8" fmla="*/ 1 h 475665"/>
                  <a:gd name="connsiteX9" fmla="*/ 384675 w 438308"/>
                  <a:gd name="connsiteY9" fmla="*/ 58224 h 4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8308" h="475665">
                    <a:moveTo>
                      <a:pt x="384675" y="58224"/>
                    </a:moveTo>
                    <a:cubicBezTo>
                      <a:pt x="402662" y="76211"/>
                      <a:pt x="417218" y="97629"/>
                      <a:pt x="427276" y="121412"/>
                    </a:cubicBezTo>
                    <a:lnTo>
                      <a:pt x="428729" y="128605"/>
                    </a:lnTo>
                    <a:lnTo>
                      <a:pt x="438308" y="475665"/>
                    </a:lnTo>
                    <a:lnTo>
                      <a:pt x="197201" y="475665"/>
                    </a:lnTo>
                    <a:cubicBezTo>
                      <a:pt x="114860" y="475665"/>
                      <a:pt x="44211" y="425602"/>
                      <a:pt x="14033" y="354253"/>
                    </a:cubicBezTo>
                    <a:lnTo>
                      <a:pt x="3805" y="303589"/>
                    </a:lnTo>
                    <a:lnTo>
                      <a:pt x="0" y="1"/>
                    </a:lnTo>
                    <a:lnTo>
                      <a:pt x="244110" y="1"/>
                    </a:lnTo>
                    <a:cubicBezTo>
                      <a:pt x="299004" y="-1"/>
                      <a:pt x="348701" y="22250"/>
                      <a:pt x="384675"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2" name="Freeform: Shape 41">
                <a:extLst>
                  <a:ext uri="{FF2B5EF4-FFF2-40B4-BE49-F238E27FC236}">
                    <a16:creationId xmlns:a16="http://schemas.microsoft.com/office/drawing/2014/main" id="{56C206F6-AAC1-B982-D9E9-FD71FFC8A631}"/>
                  </a:ext>
                </a:extLst>
              </p:cNvPr>
              <p:cNvSpPr/>
              <p:nvPr/>
            </p:nvSpPr>
            <p:spPr>
              <a:xfrm rot="18900000">
                <a:off x="1886938" y="5461917"/>
                <a:ext cx="1588" cy="92397"/>
              </a:xfrm>
              <a:custGeom>
                <a:avLst/>
                <a:gdLst>
                  <a:gd name="connsiteX0" fmla="*/ 431 w 1588"/>
                  <a:gd name="connsiteY0" fmla="*/ 0 h 92397"/>
                  <a:gd name="connsiteX1" fmla="*/ 1588 w 1588"/>
                  <a:gd name="connsiteY1" fmla="*/ 92397 h 92397"/>
                  <a:gd name="connsiteX2" fmla="*/ 0 w 1588"/>
                  <a:gd name="connsiteY2" fmla="*/ 92397 h 92397"/>
                  <a:gd name="connsiteX3" fmla="*/ 0 w 1588"/>
                  <a:gd name="connsiteY3" fmla="*/ 6 h 92397"/>
                  <a:gd name="connsiteX4" fmla="*/ 431 w 1588"/>
                  <a:gd name="connsiteY4" fmla="*/ 0 h 92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 h="92397">
                    <a:moveTo>
                      <a:pt x="431" y="0"/>
                    </a:moveTo>
                    <a:lnTo>
                      <a:pt x="1588" y="92397"/>
                    </a:lnTo>
                    <a:lnTo>
                      <a:pt x="0" y="92397"/>
                    </a:lnTo>
                    <a:lnTo>
                      <a:pt x="0" y="6"/>
                    </a:lnTo>
                    <a:lnTo>
                      <a:pt x="43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3" name="Freeform: Shape 42">
                <a:extLst>
                  <a:ext uri="{FF2B5EF4-FFF2-40B4-BE49-F238E27FC236}">
                    <a16:creationId xmlns:a16="http://schemas.microsoft.com/office/drawing/2014/main" id="{E20FD608-0141-9CD2-87A6-F5ED54A2E8A0}"/>
                  </a:ext>
                </a:extLst>
              </p:cNvPr>
              <p:cNvSpPr/>
              <p:nvPr/>
            </p:nvSpPr>
            <p:spPr>
              <a:xfrm rot="18900000">
                <a:off x="2601109" y="5550703"/>
                <a:ext cx="4591" cy="97710"/>
              </a:xfrm>
              <a:custGeom>
                <a:avLst/>
                <a:gdLst>
                  <a:gd name="connsiteX0" fmla="*/ 4591 w 4591"/>
                  <a:gd name="connsiteY0" fmla="*/ 0 h 97710"/>
                  <a:gd name="connsiteX1" fmla="*/ 4591 w 4591"/>
                  <a:gd name="connsiteY1" fmla="*/ 97658 h 97710"/>
                  <a:gd name="connsiteX2" fmla="*/ 2697 w 4591"/>
                  <a:gd name="connsiteY2" fmla="*/ 97710 h 97710"/>
                  <a:gd name="connsiteX3" fmla="*/ 0 w 4591"/>
                  <a:gd name="connsiteY3" fmla="*/ 0 h 97710"/>
                  <a:gd name="connsiteX4" fmla="*/ 4591 w 4591"/>
                  <a:gd name="connsiteY4" fmla="*/ 0 h 97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1" h="97710">
                    <a:moveTo>
                      <a:pt x="4591" y="0"/>
                    </a:moveTo>
                    <a:lnTo>
                      <a:pt x="4591" y="97658"/>
                    </a:lnTo>
                    <a:lnTo>
                      <a:pt x="2697" y="97710"/>
                    </a:lnTo>
                    <a:lnTo>
                      <a:pt x="0" y="0"/>
                    </a:lnTo>
                    <a:lnTo>
                      <a:pt x="459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4" name="Freeform: Shape 43">
                <a:extLst>
                  <a:ext uri="{FF2B5EF4-FFF2-40B4-BE49-F238E27FC236}">
                    <a16:creationId xmlns:a16="http://schemas.microsoft.com/office/drawing/2014/main" id="{D2A3862B-BDF3-41B3-001B-D8B5BEE65270}"/>
                  </a:ext>
                </a:extLst>
              </p:cNvPr>
              <p:cNvSpPr/>
              <p:nvPr/>
            </p:nvSpPr>
            <p:spPr>
              <a:xfrm rot="18900000">
                <a:off x="1922453" y="3642829"/>
                <a:ext cx="1316334" cy="1582646"/>
              </a:xfrm>
              <a:custGeom>
                <a:avLst/>
                <a:gdLst>
                  <a:gd name="connsiteX0" fmla="*/ 1311519 w 1316334"/>
                  <a:gd name="connsiteY0" fmla="*/ 131780 h 1582646"/>
                  <a:gd name="connsiteX1" fmla="*/ 1314529 w 1316334"/>
                  <a:gd name="connsiteY1" fmla="*/ 228660 h 1582646"/>
                  <a:gd name="connsiteX2" fmla="*/ 1316334 w 1316334"/>
                  <a:gd name="connsiteY2" fmla="*/ 228603 h 1582646"/>
                  <a:gd name="connsiteX3" fmla="*/ 1316334 w 1316334"/>
                  <a:gd name="connsiteY3" fmla="*/ 1383857 h 1582646"/>
                  <a:gd name="connsiteX4" fmla="*/ 1117545 w 1316334"/>
                  <a:gd name="connsiteY4" fmla="*/ 1582646 h 1582646"/>
                  <a:gd name="connsiteX5" fmla="*/ 11809 w 1316334"/>
                  <a:gd name="connsiteY5" fmla="*/ 1582646 h 1582646"/>
                  <a:gd name="connsiteX6" fmla="*/ 0 w 1316334"/>
                  <a:gd name="connsiteY6" fmla="*/ 1154766 h 1582646"/>
                  <a:gd name="connsiteX7" fmla="*/ 773127 w 1316334"/>
                  <a:gd name="connsiteY7" fmla="*/ 1154766 h 1582646"/>
                  <a:gd name="connsiteX8" fmla="*/ 882822 w 1316334"/>
                  <a:gd name="connsiteY8" fmla="*/ 1045069 h 1582646"/>
                  <a:gd name="connsiteX9" fmla="*/ 882823 w 1316334"/>
                  <a:gd name="connsiteY9" fmla="*/ 211422 h 1582646"/>
                  <a:gd name="connsiteX10" fmla="*/ 877169 w 1316334"/>
                  <a:gd name="connsiteY10" fmla="*/ 183417 h 1582646"/>
                  <a:gd name="connsiteX11" fmla="*/ 878117 w 1316334"/>
                  <a:gd name="connsiteY11" fmla="*/ 183388 h 1582646"/>
                  <a:gd name="connsiteX12" fmla="*/ 872418 w 1316334"/>
                  <a:gd name="connsiteY12" fmla="*/ 0 h 1582646"/>
                  <a:gd name="connsiteX13" fmla="*/ 874511 w 1316334"/>
                  <a:gd name="connsiteY13" fmla="*/ 10367 h 1582646"/>
                  <a:gd name="connsiteX14" fmla="*/ 1057678 w 1316334"/>
                  <a:gd name="connsiteY14" fmla="*/ 131780 h 1582646"/>
                  <a:gd name="connsiteX15" fmla="*/ 1311519 w 1316334"/>
                  <a:gd name="connsiteY15" fmla="*/ 131780 h 1582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6334" h="1582646">
                    <a:moveTo>
                      <a:pt x="1311519" y="131780"/>
                    </a:moveTo>
                    <a:lnTo>
                      <a:pt x="1314529" y="228660"/>
                    </a:lnTo>
                    <a:lnTo>
                      <a:pt x="1316334" y="228603"/>
                    </a:lnTo>
                    <a:lnTo>
                      <a:pt x="1316334" y="1383857"/>
                    </a:lnTo>
                    <a:cubicBezTo>
                      <a:pt x="1316333" y="1493645"/>
                      <a:pt x="1227333" y="1582645"/>
                      <a:pt x="1117545" y="1582646"/>
                    </a:cubicBezTo>
                    <a:lnTo>
                      <a:pt x="11809" y="1582646"/>
                    </a:lnTo>
                    <a:lnTo>
                      <a:pt x="0" y="1154766"/>
                    </a:lnTo>
                    <a:lnTo>
                      <a:pt x="773127" y="1154766"/>
                    </a:lnTo>
                    <a:cubicBezTo>
                      <a:pt x="833711" y="1154766"/>
                      <a:pt x="882823" y="1105654"/>
                      <a:pt x="882822" y="1045069"/>
                    </a:cubicBezTo>
                    <a:lnTo>
                      <a:pt x="882823" y="211422"/>
                    </a:lnTo>
                    <a:lnTo>
                      <a:pt x="877169" y="183417"/>
                    </a:lnTo>
                    <a:lnTo>
                      <a:pt x="878117" y="183388"/>
                    </a:lnTo>
                    <a:lnTo>
                      <a:pt x="872418" y="0"/>
                    </a:lnTo>
                    <a:lnTo>
                      <a:pt x="874511" y="10367"/>
                    </a:lnTo>
                    <a:cubicBezTo>
                      <a:pt x="904689" y="81716"/>
                      <a:pt x="975337" y="131779"/>
                      <a:pt x="1057678" y="131780"/>
                    </a:cubicBezTo>
                    <a:lnTo>
                      <a:pt x="1311519" y="13178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5" name="Freeform: Shape 44">
                <a:extLst>
                  <a:ext uri="{FF2B5EF4-FFF2-40B4-BE49-F238E27FC236}">
                    <a16:creationId xmlns:a16="http://schemas.microsoft.com/office/drawing/2014/main" id="{F9D95628-4567-F52E-2619-9CEE728EA9C3}"/>
                  </a:ext>
                </a:extLst>
              </p:cNvPr>
              <p:cNvSpPr/>
              <p:nvPr/>
            </p:nvSpPr>
            <p:spPr>
              <a:xfrm rot="18900000">
                <a:off x="1261799" y="3824095"/>
                <a:ext cx="1345120" cy="1561254"/>
              </a:xfrm>
              <a:custGeom>
                <a:avLst/>
                <a:gdLst>
                  <a:gd name="connsiteX0" fmla="*/ 1331836 w 1345120"/>
                  <a:gd name="connsiteY0" fmla="*/ 0 h 1561254"/>
                  <a:gd name="connsiteX1" fmla="*/ 1345120 w 1345120"/>
                  <a:gd name="connsiteY1" fmla="*/ 427395 h 1561254"/>
                  <a:gd name="connsiteX2" fmla="*/ 531459 w 1345120"/>
                  <a:gd name="connsiteY2" fmla="*/ 427395 h 1561254"/>
                  <a:gd name="connsiteX3" fmla="*/ 421764 w 1345120"/>
                  <a:gd name="connsiteY3" fmla="*/ 537091 h 1561254"/>
                  <a:gd name="connsiteX4" fmla="*/ 421764 w 1345120"/>
                  <a:gd name="connsiteY4" fmla="*/ 1370739 h 1561254"/>
                  <a:gd name="connsiteX5" fmla="*/ 425580 w 1345120"/>
                  <a:gd name="connsiteY5" fmla="*/ 1389640 h 1561254"/>
                  <a:gd name="connsiteX6" fmla="*/ 430317 w 1345120"/>
                  <a:gd name="connsiteY6" fmla="*/ 1561254 h 1561254"/>
                  <a:gd name="connsiteX7" fmla="*/ 428864 w 1345120"/>
                  <a:gd name="connsiteY7" fmla="*/ 1554061 h 1561254"/>
                  <a:gd name="connsiteX8" fmla="*/ 386263 w 1345120"/>
                  <a:gd name="connsiteY8" fmla="*/ 1490873 h 1561254"/>
                  <a:gd name="connsiteX9" fmla="*/ 245698 w 1345120"/>
                  <a:gd name="connsiteY9" fmla="*/ 1432650 h 1561254"/>
                  <a:gd name="connsiteX10" fmla="*/ 1588 w 1345120"/>
                  <a:gd name="connsiteY10" fmla="*/ 1432650 h 1561254"/>
                  <a:gd name="connsiteX11" fmla="*/ 431 w 1345120"/>
                  <a:gd name="connsiteY11" fmla="*/ 1340253 h 1561254"/>
                  <a:gd name="connsiteX12" fmla="*/ 0 w 1345120"/>
                  <a:gd name="connsiteY12" fmla="*/ 1340259 h 1561254"/>
                  <a:gd name="connsiteX13" fmla="*/ 0 w 1345120"/>
                  <a:gd name="connsiteY13" fmla="*/ 198790 h 1561254"/>
                  <a:gd name="connsiteX14" fmla="*/ 198789 w 1345120"/>
                  <a:gd name="connsiteY14" fmla="*/ 1 h 1561254"/>
                  <a:gd name="connsiteX15" fmla="*/ 1331836 w 1345120"/>
                  <a:gd name="connsiteY15" fmla="*/ 0 h 1561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5120" h="1561254">
                    <a:moveTo>
                      <a:pt x="1331836" y="0"/>
                    </a:moveTo>
                    <a:lnTo>
                      <a:pt x="1345120" y="427395"/>
                    </a:lnTo>
                    <a:lnTo>
                      <a:pt x="531459" y="427395"/>
                    </a:lnTo>
                    <a:cubicBezTo>
                      <a:pt x="470876" y="427395"/>
                      <a:pt x="421764" y="476508"/>
                      <a:pt x="421764" y="537091"/>
                    </a:cubicBezTo>
                    <a:lnTo>
                      <a:pt x="421764" y="1370739"/>
                    </a:lnTo>
                    <a:lnTo>
                      <a:pt x="425580" y="1389640"/>
                    </a:lnTo>
                    <a:lnTo>
                      <a:pt x="430317" y="1561254"/>
                    </a:lnTo>
                    <a:lnTo>
                      <a:pt x="428864" y="1554061"/>
                    </a:lnTo>
                    <a:cubicBezTo>
                      <a:pt x="418806" y="1530278"/>
                      <a:pt x="404250" y="1508860"/>
                      <a:pt x="386263" y="1490873"/>
                    </a:cubicBezTo>
                    <a:cubicBezTo>
                      <a:pt x="350289" y="1454899"/>
                      <a:pt x="300592" y="1432648"/>
                      <a:pt x="245698" y="1432650"/>
                    </a:cubicBezTo>
                    <a:lnTo>
                      <a:pt x="1588" y="1432650"/>
                    </a:lnTo>
                    <a:lnTo>
                      <a:pt x="431" y="1340253"/>
                    </a:lnTo>
                    <a:lnTo>
                      <a:pt x="0" y="1340259"/>
                    </a:lnTo>
                    <a:lnTo>
                      <a:pt x="0" y="198790"/>
                    </a:lnTo>
                    <a:cubicBezTo>
                      <a:pt x="0" y="89002"/>
                      <a:pt x="89001" y="1"/>
                      <a:pt x="198789" y="1"/>
                    </a:cubicBezTo>
                    <a:lnTo>
                      <a:pt x="1331836"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6" name="Freeform: Shape 45">
                <a:extLst>
                  <a:ext uri="{FF2B5EF4-FFF2-40B4-BE49-F238E27FC236}">
                    <a16:creationId xmlns:a16="http://schemas.microsoft.com/office/drawing/2014/main" id="{6608CD88-A69B-8448-1362-3E7EFDC2644A}"/>
                  </a:ext>
                </a:extLst>
              </p:cNvPr>
              <p:cNvSpPr/>
              <p:nvPr/>
            </p:nvSpPr>
            <p:spPr>
              <a:xfrm rot="18900000">
                <a:off x="2435684" y="5272165"/>
                <a:ext cx="14170" cy="347060"/>
              </a:xfrm>
              <a:custGeom>
                <a:avLst/>
                <a:gdLst>
                  <a:gd name="connsiteX0" fmla="*/ 0 w 14170"/>
                  <a:gd name="connsiteY0" fmla="*/ 0 h 347060"/>
                  <a:gd name="connsiteX1" fmla="*/ 14170 w 14170"/>
                  <a:gd name="connsiteY1" fmla="*/ 70185 h 347060"/>
                  <a:gd name="connsiteX2" fmla="*/ 14170 w 14170"/>
                  <a:gd name="connsiteY2" fmla="*/ 347060 h 347060"/>
                  <a:gd name="connsiteX3" fmla="*/ 9579 w 14170"/>
                  <a:gd name="connsiteY3" fmla="*/ 347060 h 347060"/>
                  <a:gd name="connsiteX4" fmla="*/ 0 w 14170"/>
                  <a:gd name="connsiteY4" fmla="*/ 0 h 34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70" h="347060">
                    <a:moveTo>
                      <a:pt x="0" y="0"/>
                    </a:moveTo>
                    <a:lnTo>
                      <a:pt x="14170" y="70185"/>
                    </a:lnTo>
                    <a:lnTo>
                      <a:pt x="14170" y="347060"/>
                    </a:lnTo>
                    <a:lnTo>
                      <a:pt x="9579" y="347060"/>
                    </a:lnTo>
                    <a:lnTo>
                      <a:pt x="0"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7" name="Freeform: Shape 46">
                <a:extLst>
                  <a:ext uri="{FF2B5EF4-FFF2-40B4-BE49-F238E27FC236}">
                    <a16:creationId xmlns:a16="http://schemas.microsoft.com/office/drawing/2014/main" id="{4F51111C-470C-A2F5-69F0-2047CDCA319A}"/>
                  </a:ext>
                </a:extLst>
              </p:cNvPr>
              <p:cNvSpPr/>
              <p:nvPr/>
            </p:nvSpPr>
            <p:spPr>
              <a:xfrm rot="18900000">
                <a:off x="2026383" y="5494977"/>
                <a:ext cx="5393" cy="303588"/>
              </a:xfrm>
              <a:custGeom>
                <a:avLst/>
                <a:gdLst>
                  <a:gd name="connsiteX0" fmla="*/ 1588 w 5393"/>
                  <a:gd name="connsiteY0" fmla="*/ 0 h 303588"/>
                  <a:gd name="connsiteX1" fmla="*/ 5393 w 5393"/>
                  <a:gd name="connsiteY1" fmla="*/ 303588 h 303588"/>
                  <a:gd name="connsiteX2" fmla="*/ 0 w 5393"/>
                  <a:gd name="connsiteY2" fmla="*/ 276875 h 303588"/>
                  <a:gd name="connsiteX3" fmla="*/ 0 w 5393"/>
                  <a:gd name="connsiteY3" fmla="*/ 0 h 303588"/>
                  <a:gd name="connsiteX4" fmla="*/ 1588 w 5393"/>
                  <a:gd name="connsiteY4" fmla="*/ 0 h 303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3" h="303588">
                    <a:moveTo>
                      <a:pt x="1588" y="0"/>
                    </a:moveTo>
                    <a:lnTo>
                      <a:pt x="5393" y="303588"/>
                    </a:lnTo>
                    <a:lnTo>
                      <a:pt x="0" y="276875"/>
                    </a:lnTo>
                    <a:lnTo>
                      <a:pt x="0" y="0"/>
                    </a:lnTo>
                    <a:lnTo>
                      <a:pt x="1588"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8" name="Freeform: Shape 47">
                <a:extLst>
                  <a:ext uri="{FF2B5EF4-FFF2-40B4-BE49-F238E27FC236}">
                    <a16:creationId xmlns:a16="http://schemas.microsoft.com/office/drawing/2014/main" id="{39C731A7-0E84-FD21-761F-6F2D82408352}"/>
                  </a:ext>
                </a:extLst>
              </p:cNvPr>
              <p:cNvSpPr/>
              <p:nvPr/>
            </p:nvSpPr>
            <p:spPr>
              <a:xfrm rot="18900000">
                <a:off x="1866818" y="5682781"/>
                <a:ext cx="1346542" cy="1604725"/>
              </a:xfrm>
              <a:custGeom>
                <a:avLst/>
                <a:gdLst>
                  <a:gd name="connsiteX0" fmla="*/ 1341951 w 1346542"/>
                  <a:gd name="connsiteY0" fmla="*/ 172076 h 1604725"/>
                  <a:gd name="connsiteX1" fmla="*/ 1344648 w 1346542"/>
                  <a:gd name="connsiteY1" fmla="*/ 269786 h 1604725"/>
                  <a:gd name="connsiteX2" fmla="*/ 1346542 w 1346542"/>
                  <a:gd name="connsiteY2" fmla="*/ 269734 h 1604725"/>
                  <a:gd name="connsiteX3" fmla="*/ 1346542 w 1346542"/>
                  <a:gd name="connsiteY3" fmla="*/ 1405936 h 1604725"/>
                  <a:gd name="connsiteX4" fmla="*/ 1147753 w 1346542"/>
                  <a:gd name="connsiteY4" fmla="*/ 1604725 h 1604725"/>
                  <a:gd name="connsiteX5" fmla="*/ 13298 w 1346542"/>
                  <a:gd name="connsiteY5" fmla="*/ 1604724 h 1604725"/>
                  <a:gd name="connsiteX6" fmla="*/ 0 w 1346542"/>
                  <a:gd name="connsiteY6" fmla="*/ 1176844 h 1604725"/>
                  <a:gd name="connsiteX7" fmla="*/ 803336 w 1346542"/>
                  <a:gd name="connsiteY7" fmla="*/ 1176844 h 1604725"/>
                  <a:gd name="connsiteX8" fmla="*/ 913031 w 1346542"/>
                  <a:gd name="connsiteY8" fmla="*/ 1067149 h 1604725"/>
                  <a:gd name="connsiteX9" fmla="*/ 913031 w 1346542"/>
                  <a:gd name="connsiteY9" fmla="*/ 233500 h 1604725"/>
                  <a:gd name="connsiteX10" fmla="*/ 910198 w 1346542"/>
                  <a:gd name="connsiteY10" fmla="*/ 219466 h 1604725"/>
                  <a:gd name="connsiteX11" fmla="*/ 907448 w 1346542"/>
                  <a:gd name="connsiteY11" fmla="*/ 0 h 1604725"/>
                  <a:gd name="connsiteX12" fmla="*/ 917676 w 1346542"/>
                  <a:gd name="connsiteY12" fmla="*/ 50664 h 1604725"/>
                  <a:gd name="connsiteX13" fmla="*/ 1100844 w 1346542"/>
                  <a:gd name="connsiteY13" fmla="*/ 172076 h 1604725"/>
                  <a:gd name="connsiteX14" fmla="*/ 1341951 w 1346542"/>
                  <a:gd name="connsiteY14" fmla="*/ 172076 h 1604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6542" h="1604725">
                    <a:moveTo>
                      <a:pt x="1341951" y="172076"/>
                    </a:moveTo>
                    <a:lnTo>
                      <a:pt x="1344648" y="269786"/>
                    </a:lnTo>
                    <a:lnTo>
                      <a:pt x="1346542" y="269734"/>
                    </a:lnTo>
                    <a:lnTo>
                      <a:pt x="1346542" y="1405936"/>
                    </a:lnTo>
                    <a:cubicBezTo>
                      <a:pt x="1346542" y="1515722"/>
                      <a:pt x="1257541" y="1604723"/>
                      <a:pt x="1147753" y="1604725"/>
                    </a:cubicBezTo>
                    <a:lnTo>
                      <a:pt x="13298" y="1604724"/>
                    </a:lnTo>
                    <a:lnTo>
                      <a:pt x="0" y="1176844"/>
                    </a:lnTo>
                    <a:lnTo>
                      <a:pt x="803336" y="1176844"/>
                    </a:lnTo>
                    <a:cubicBezTo>
                      <a:pt x="863919" y="1176843"/>
                      <a:pt x="913031" y="1127731"/>
                      <a:pt x="913031" y="1067149"/>
                    </a:cubicBezTo>
                    <a:lnTo>
                      <a:pt x="913031" y="233500"/>
                    </a:lnTo>
                    <a:lnTo>
                      <a:pt x="910198" y="219466"/>
                    </a:lnTo>
                    <a:lnTo>
                      <a:pt x="907448" y="0"/>
                    </a:lnTo>
                    <a:lnTo>
                      <a:pt x="917676" y="50664"/>
                    </a:lnTo>
                    <a:cubicBezTo>
                      <a:pt x="947854" y="122013"/>
                      <a:pt x="1018503" y="172076"/>
                      <a:pt x="1100844" y="172076"/>
                    </a:cubicBezTo>
                    <a:lnTo>
                      <a:pt x="1341951" y="172076"/>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49" name="Freeform: Shape 48">
                <a:extLst>
                  <a:ext uri="{FF2B5EF4-FFF2-40B4-BE49-F238E27FC236}">
                    <a16:creationId xmlns:a16="http://schemas.microsoft.com/office/drawing/2014/main" id="{9BE790EE-259A-180A-67D7-CA32211FD3DB}"/>
                  </a:ext>
                </a:extLst>
              </p:cNvPr>
              <p:cNvSpPr/>
              <p:nvPr/>
            </p:nvSpPr>
            <p:spPr>
              <a:xfrm rot="18900000">
                <a:off x="1249997" y="5883791"/>
                <a:ext cx="1306927" cy="1574403"/>
              </a:xfrm>
              <a:custGeom>
                <a:avLst/>
                <a:gdLst>
                  <a:gd name="connsiteX0" fmla="*/ 1301571 w 1306927"/>
                  <a:gd name="connsiteY0" fmla="*/ 1 h 1574403"/>
                  <a:gd name="connsiteX1" fmla="*/ 1306927 w 1306927"/>
                  <a:gd name="connsiteY1" fmla="*/ 427395 h 1574403"/>
                  <a:gd name="connsiteX2" fmla="*/ 531458 w 1306927"/>
                  <a:gd name="connsiteY2" fmla="*/ 427394 h 1574403"/>
                  <a:gd name="connsiteX3" fmla="*/ 421763 w 1306927"/>
                  <a:gd name="connsiteY3" fmla="*/ 537089 h 1574403"/>
                  <a:gd name="connsiteX4" fmla="*/ 421763 w 1306927"/>
                  <a:gd name="connsiteY4" fmla="*/ 1370738 h 1574403"/>
                  <a:gd name="connsiteX5" fmla="*/ 430385 w 1306927"/>
                  <a:gd name="connsiteY5" fmla="*/ 1413436 h 1574403"/>
                  <a:gd name="connsiteX6" fmla="*/ 437581 w 1306927"/>
                  <a:gd name="connsiteY6" fmla="*/ 1424109 h 1574403"/>
                  <a:gd name="connsiteX7" fmla="*/ 442252 w 1306927"/>
                  <a:gd name="connsiteY7" fmla="*/ 1574403 h 1574403"/>
                  <a:gd name="connsiteX8" fmla="*/ 441823 w 1306927"/>
                  <a:gd name="connsiteY8" fmla="*/ 1572277 h 1574403"/>
                  <a:gd name="connsiteX9" fmla="*/ 258656 w 1306927"/>
                  <a:gd name="connsiteY9" fmla="*/ 1450866 h 1574403"/>
                  <a:gd name="connsiteX10" fmla="*/ 3408 w 1306927"/>
                  <a:gd name="connsiteY10" fmla="*/ 1450866 h 1574403"/>
                  <a:gd name="connsiteX11" fmla="*/ 0 w 1306927"/>
                  <a:gd name="connsiteY11" fmla="*/ 1341224 h 1574403"/>
                  <a:gd name="connsiteX12" fmla="*/ 0 w 1306927"/>
                  <a:gd name="connsiteY12" fmla="*/ 198790 h 1574403"/>
                  <a:gd name="connsiteX13" fmla="*/ 198789 w 1306927"/>
                  <a:gd name="connsiteY13" fmla="*/ 1 h 1574403"/>
                  <a:gd name="connsiteX14" fmla="*/ 1301571 w 1306927"/>
                  <a:gd name="connsiteY14" fmla="*/ 1 h 1574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06927" h="1574403">
                    <a:moveTo>
                      <a:pt x="1301571" y="1"/>
                    </a:moveTo>
                    <a:lnTo>
                      <a:pt x="1306927" y="427395"/>
                    </a:lnTo>
                    <a:lnTo>
                      <a:pt x="531458" y="427394"/>
                    </a:lnTo>
                    <a:cubicBezTo>
                      <a:pt x="470876" y="427394"/>
                      <a:pt x="421764" y="476506"/>
                      <a:pt x="421763" y="537089"/>
                    </a:cubicBezTo>
                    <a:lnTo>
                      <a:pt x="421763" y="1370738"/>
                    </a:lnTo>
                    <a:cubicBezTo>
                      <a:pt x="421763" y="1385883"/>
                      <a:pt x="424834" y="1400312"/>
                      <a:pt x="430385" y="1413436"/>
                    </a:cubicBezTo>
                    <a:lnTo>
                      <a:pt x="437581" y="1424109"/>
                    </a:lnTo>
                    <a:lnTo>
                      <a:pt x="442252" y="1574403"/>
                    </a:lnTo>
                    <a:lnTo>
                      <a:pt x="441823" y="1572277"/>
                    </a:lnTo>
                    <a:cubicBezTo>
                      <a:pt x="411645" y="1500930"/>
                      <a:pt x="340997" y="1450866"/>
                      <a:pt x="258656" y="1450866"/>
                    </a:cubicBezTo>
                    <a:lnTo>
                      <a:pt x="3408" y="1450866"/>
                    </a:lnTo>
                    <a:lnTo>
                      <a:pt x="0" y="1341224"/>
                    </a:lnTo>
                    <a:lnTo>
                      <a:pt x="0" y="198790"/>
                    </a:lnTo>
                    <a:cubicBezTo>
                      <a:pt x="0" y="89000"/>
                      <a:pt x="89000" y="-1"/>
                      <a:pt x="198789" y="1"/>
                    </a:cubicBezTo>
                    <a:lnTo>
                      <a:pt x="1301571" y="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0" name="Freeform: Shape 49">
                <a:extLst>
                  <a:ext uri="{FF2B5EF4-FFF2-40B4-BE49-F238E27FC236}">
                    <a16:creationId xmlns:a16="http://schemas.microsoft.com/office/drawing/2014/main" id="{FC055D94-EA11-4E1E-7DBC-33AA7A42C023}"/>
                  </a:ext>
                </a:extLst>
              </p:cNvPr>
              <p:cNvSpPr/>
              <p:nvPr/>
            </p:nvSpPr>
            <p:spPr>
              <a:xfrm rot="18900000">
                <a:off x="1279979" y="7674104"/>
                <a:ext cx="1908313" cy="1908313"/>
              </a:xfrm>
              <a:custGeom>
                <a:avLst/>
                <a:gdLst>
                  <a:gd name="connsiteX0" fmla="*/ 1903498 w 1908313"/>
                  <a:gd name="connsiteY0" fmla="*/ 457447 h 1908313"/>
                  <a:gd name="connsiteX1" fmla="*/ 1906509 w 1908313"/>
                  <a:gd name="connsiteY1" fmla="*/ 554327 h 1908313"/>
                  <a:gd name="connsiteX2" fmla="*/ 1908313 w 1908313"/>
                  <a:gd name="connsiteY2" fmla="*/ 554270 h 1908313"/>
                  <a:gd name="connsiteX3" fmla="*/ 1908313 w 1908313"/>
                  <a:gd name="connsiteY3" fmla="*/ 1709524 h 1908313"/>
                  <a:gd name="connsiteX4" fmla="*/ 1709524 w 1908313"/>
                  <a:gd name="connsiteY4" fmla="*/ 1908313 h 1908313"/>
                  <a:gd name="connsiteX5" fmla="*/ 198789 w 1908313"/>
                  <a:gd name="connsiteY5" fmla="*/ 1908313 h 1908313"/>
                  <a:gd name="connsiteX6" fmla="*/ 0 w 1908313"/>
                  <a:gd name="connsiteY6" fmla="*/ 1709524 h 1908313"/>
                  <a:gd name="connsiteX7" fmla="*/ 0 w 1908313"/>
                  <a:gd name="connsiteY7" fmla="*/ 198789 h 1908313"/>
                  <a:gd name="connsiteX8" fmla="*/ 198789 w 1908313"/>
                  <a:gd name="connsiteY8" fmla="*/ 0 h 1908313"/>
                  <a:gd name="connsiteX9" fmla="*/ 1331837 w 1908313"/>
                  <a:gd name="connsiteY9" fmla="*/ 0 h 1908313"/>
                  <a:gd name="connsiteX10" fmla="*/ 1345120 w 1908313"/>
                  <a:gd name="connsiteY10" fmla="*/ 427395 h 1908313"/>
                  <a:gd name="connsiteX11" fmla="*/ 531460 w 1908313"/>
                  <a:gd name="connsiteY11" fmla="*/ 427395 h 1908313"/>
                  <a:gd name="connsiteX12" fmla="*/ 421764 w 1908313"/>
                  <a:gd name="connsiteY12" fmla="*/ 537090 h 1908313"/>
                  <a:gd name="connsiteX13" fmla="*/ 421764 w 1908313"/>
                  <a:gd name="connsiteY13" fmla="*/ 1370738 h 1908313"/>
                  <a:gd name="connsiteX14" fmla="*/ 531459 w 1908313"/>
                  <a:gd name="connsiteY14" fmla="*/ 1480433 h 1908313"/>
                  <a:gd name="connsiteX15" fmla="*/ 1365107 w 1908313"/>
                  <a:gd name="connsiteY15" fmla="*/ 1480433 h 1908313"/>
                  <a:gd name="connsiteX16" fmla="*/ 1474802 w 1908313"/>
                  <a:gd name="connsiteY16" fmla="*/ 1370737 h 1908313"/>
                  <a:gd name="connsiteX17" fmla="*/ 1474802 w 1908313"/>
                  <a:gd name="connsiteY17" fmla="*/ 537090 h 1908313"/>
                  <a:gd name="connsiteX18" fmla="*/ 1469148 w 1908313"/>
                  <a:gd name="connsiteY18" fmla="*/ 509084 h 1908313"/>
                  <a:gd name="connsiteX19" fmla="*/ 1470096 w 1908313"/>
                  <a:gd name="connsiteY19" fmla="*/ 509055 h 1908313"/>
                  <a:gd name="connsiteX20" fmla="*/ 1464397 w 1908313"/>
                  <a:gd name="connsiteY20" fmla="*/ 325667 h 1908313"/>
                  <a:gd name="connsiteX21" fmla="*/ 1466490 w 1908313"/>
                  <a:gd name="connsiteY21" fmla="*/ 336034 h 1908313"/>
                  <a:gd name="connsiteX22" fmla="*/ 1649657 w 1908313"/>
                  <a:gd name="connsiteY22" fmla="*/ 457447 h 1908313"/>
                  <a:gd name="connsiteX23" fmla="*/ 1903498 w 1908313"/>
                  <a:gd name="connsiteY23" fmla="*/ 457447 h 1908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3">
                    <a:moveTo>
                      <a:pt x="1903498" y="457447"/>
                    </a:moveTo>
                    <a:lnTo>
                      <a:pt x="1906509" y="554327"/>
                    </a:lnTo>
                    <a:lnTo>
                      <a:pt x="1908313" y="554270"/>
                    </a:lnTo>
                    <a:lnTo>
                      <a:pt x="1908313" y="1709524"/>
                    </a:lnTo>
                    <a:cubicBezTo>
                      <a:pt x="1908312" y="1819312"/>
                      <a:pt x="1819312" y="1908312"/>
                      <a:pt x="1709524" y="1908313"/>
                    </a:cubicBezTo>
                    <a:lnTo>
                      <a:pt x="198789" y="1908313"/>
                    </a:lnTo>
                    <a:cubicBezTo>
                      <a:pt x="89001" y="1908313"/>
                      <a:pt x="-1" y="1819312"/>
                      <a:pt x="0" y="1709524"/>
                    </a:cubicBezTo>
                    <a:lnTo>
                      <a:pt x="0" y="198789"/>
                    </a:lnTo>
                    <a:cubicBezTo>
                      <a:pt x="0" y="89001"/>
                      <a:pt x="89001" y="0"/>
                      <a:pt x="198789" y="0"/>
                    </a:cubicBezTo>
                    <a:lnTo>
                      <a:pt x="1331837" y="0"/>
                    </a:lnTo>
                    <a:lnTo>
                      <a:pt x="1345120" y="427395"/>
                    </a:lnTo>
                    <a:lnTo>
                      <a:pt x="531460" y="427395"/>
                    </a:lnTo>
                    <a:cubicBezTo>
                      <a:pt x="470876" y="427395"/>
                      <a:pt x="421764" y="476507"/>
                      <a:pt x="421764" y="537090"/>
                    </a:cubicBezTo>
                    <a:lnTo>
                      <a:pt x="421764" y="1370738"/>
                    </a:lnTo>
                    <a:cubicBezTo>
                      <a:pt x="421765" y="1431321"/>
                      <a:pt x="470876" y="1480432"/>
                      <a:pt x="531459" y="1480433"/>
                    </a:cubicBezTo>
                    <a:lnTo>
                      <a:pt x="1365107" y="1480433"/>
                    </a:lnTo>
                    <a:cubicBezTo>
                      <a:pt x="1425690" y="1480433"/>
                      <a:pt x="1474802" y="1431321"/>
                      <a:pt x="1474802" y="1370737"/>
                    </a:cubicBezTo>
                    <a:lnTo>
                      <a:pt x="1474802" y="537090"/>
                    </a:lnTo>
                    <a:lnTo>
                      <a:pt x="1469148" y="509084"/>
                    </a:lnTo>
                    <a:lnTo>
                      <a:pt x="1470096" y="509055"/>
                    </a:lnTo>
                    <a:lnTo>
                      <a:pt x="1464397" y="325667"/>
                    </a:lnTo>
                    <a:lnTo>
                      <a:pt x="1466490" y="336034"/>
                    </a:lnTo>
                    <a:cubicBezTo>
                      <a:pt x="1496668" y="407383"/>
                      <a:pt x="1567316" y="457446"/>
                      <a:pt x="1649657" y="457447"/>
                    </a:cubicBezTo>
                    <a:lnTo>
                      <a:pt x="1903498" y="45744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1" name="Freeform: Shape 50">
                <a:extLst>
                  <a:ext uri="{FF2B5EF4-FFF2-40B4-BE49-F238E27FC236}">
                    <a16:creationId xmlns:a16="http://schemas.microsoft.com/office/drawing/2014/main" id="{6667CD23-B03F-E363-13D2-6B27C6C348F1}"/>
                  </a:ext>
                </a:extLst>
              </p:cNvPr>
              <p:cNvSpPr/>
              <p:nvPr/>
            </p:nvSpPr>
            <p:spPr>
              <a:xfrm rot="18805141">
                <a:off x="1930007" y="1404700"/>
                <a:ext cx="1098" cy="39787"/>
              </a:xfrm>
              <a:custGeom>
                <a:avLst/>
                <a:gdLst>
                  <a:gd name="connsiteX0" fmla="*/ 1098 w 1098"/>
                  <a:gd name="connsiteY0" fmla="*/ 0 h 39787"/>
                  <a:gd name="connsiteX1" fmla="*/ 499 w 1098"/>
                  <a:gd name="connsiteY1" fmla="*/ 39787 h 39787"/>
                  <a:gd name="connsiteX2" fmla="*/ 0 w 1098"/>
                  <a:gd name="connsiteY2" fmla="*/ 39773 h 39787"/>
                  <a:gd name="connsiteX3" fmla="*/ 1098 w 1098"/>
                  <a:gd name="connsiteY3" fmla="*/ 0 h 39787"/>
                </a:gdLst>
                <a:ahLst/>
                <a:cxnLst>
                  <a:cxn ang="0">
                    <a:pos x="connsiteX0" y="connsiteY0"/>
                  </a:cxn>
                  <a:cxn ang="0">
                    <a:pos x="connsiteX1" y="connsiteY1"/>
                  </a:cxn>
                  <a:cxn ang="0">
                    <a:pos x="connsiteX2" y="connsiteY2"/>
                  </a:cxn>
                  <a:cxn ang="0">
                    <a:pos x="connsiteX3" y="connsiteY3"/>
                  </a:cxn>
                </a:cxnLst>
                <a:rect l="l" t="t" r="r" b="b"/>
                <a:pathLst>
                  <a:path w="1098" h="39787">
                    <a:moveTo>
                      <a:pt x="1098" y="0"/>
                    </a:moveTo>
                    <a:lnTo>
                      <a:pt x="499" y="39787"/>
                    </a:lnTo>
                    <a:lnTo>
                      <a:pt x="0" y="39773"/>
                    </a:lnTo>
                    <a:lnTo>
                      <a:pt x="1098"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2" name="Freeform: Shape 51">
                <a:extLst>
                  <a:ext uri="{FF2B5EF4-FFF2-40B4-BE49-F238E27FC236}">
                    <a16:creationId xmlns:a16="http://schemas.microsoft.com/office/drawing/2014/main" id="{C33519FF-EAA4-0D07-5033-5F8F2165E871}"/>
                  </a:ext>
                </a:extLst>
              </p:cNvPr>
              <p:cNvSpPr/>
              <p:nvPr/>
            </p:nvSpPr>
            <p:spPr>
              <a:xfrm rot="18805141">
                <a:off x="2604346" y="1419307"/>
                <a:ext cx="3174" cy="115067"/>
              </a:xfrm>
              <a:custGeom>
                <a:avLst/>
                <a:gdLst>
                  <a:gd name="connsiteX0" fmla="*/ 3174 w 3174"/>
                  <a:gd name="connsiteY0" fmla="*/ 87 h 115067"/>
                  <a:gd name="connsiteX1" fmla="*/ 0 w 3174"/>
                  <a:gd name="connsiteY1" fmla="*/ 115067 h 115067"/>
                  <a:gd name="connsiteX2" fmla="*/ 0 w 3174"/>
                  <a:gd name="connsiteY2" fmla="*/ 0 h 115067"/>
                  <a:gd name="connsiteX3" fmla="*/ 3174 w 3174"/>
                  <a:gd name="connsiteY3" fmla="*/ 87 h 115067"/>
                </a:gdLst>
                <a:ahLst/>
                <a:cxnLst>
                  <a:cxn ang="0">
                    <a:pos x="connsiteX0" y="connsiteY0"/>
                  </a:cxn>
                  <a:cxn ang="0">
                    <a:pos x="connsiteX1" y="connsiteY1"/>
                  </a:cxn>
                  <a:cxn ang="0">
                    <a:pos x="connsiteX2" y="connsiteY2"/>
                  </a:cxn>
                  <a:cxn ang="0">
                    <a:pos x="connsiteX3" y="connsiteY3"/>
                  </a:cxn>
                </a:cxnLst>
                <a:rect l="l" t="t" r="r" b="b"/>
                <a:pathLst>
                  <a:path w="3174" h="115067">
                    <a:moveTo>
                      <a:pt x="3174" y="87"/>
                    </a:moveTo>
                    <a:lnTo>
                      <a:pt x="0" y="115067"/>
                    </a:lnTo>
                    <a:lnTo>
                      <a:pt x="0" y="0"/>
                    </a:lnTo>
                    <a:lnTo>
                      <a:pt x="3174" y="87"/>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3" name="Freeform: Shape 52">
                <a:extLst>
                  <a:ext uri="{FF2B5EF4-FFF2-40B4-BE49-F238E27FC236}">
                    <a16:creationId xmlns:a16="http://schemas.microsoft.com/office/drawing/2014/main" id="{D6543B06-3E56-AB67-3D9F-9F678B323DCD}"/>
                  </a:ext>
                </a:extLst>
              </p:cNvPr>
              <p:cNvSpPr/>
              <p:nvPr/>
            </p:nvSpPr>
            <p:spPr>
              <a:xfrm rot="18805141">
                <a:off x="2454629" y="1186489"/>
                <a:ext cx="9750" cy="294524"/>
              </a:xfrm>
              <a:custGeom>
                <a:avLst/>
                <a:gdLst>
                  <a:gd name="connsiteX0" fmla="*/ 0 w 9750"/>
                  <a:gd name="connsiteY0" fmla="*/ 0 h 294524"/>
                  <a:gd name="connsiteX1" fmla="*/ 9750 w 9750"/>
                  <a:gd name="connsiteY1" fmla="*/ 56251 h 294524"/>
                  <a:gd name="connsiteX2" fmla="*/ 3174 w 9750"/>
                  <a:gd name="connsiteY2" fmla="*/ 294524 h 294524"/>
                  <a:gd name="connsiteX3" fmla="*/ 0 w 9750"/>
                  <a:gd name="connsiteY3" fmla="*/ 294437 h 294524"/>
                  <a:gd name="connsiteX4" fmla="*/ 0 w 9750"/>
                  <a:gd name="connsiteY4" fmla="*/ 0 h 29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0" h="294524">
                    <a:moveTo>
                      <a:pt x="0" y="0"/>
                    </a:moveTo>
                    <a:lnTo>
                      <a:pt x="9750" y="56251"/>
                    </a:lnTo>
                    <a:lnTo>
                      <a:pt x="3174" y="294524"/>
                    </a:lnTo>
                    <a:lnTo>
                      <a:pt x="0" y="294437"/>
                    </a:lnTo>
                    <a:lnTo>
                      <a:pt x="0"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4" name="Freeform: Shape 53">
                <a:extLst>
                  <a:ext uri="{FF2B5EF4-FFF2-40B4-BE49-F238E27FC236}">
                    <a16:creationId xmlns:a16="http://schemas.microsoft.com/office/drawing/2014/main" id="{D421C444-74BF-60EC-64BD-005A9DE8EB3F}"/>
                  </a:ext>
                </a:extLst>
              </p:cNvPr>
              <p:cNvSpPr/>
              <p:nvPr/>
            </p:nvSpPr>
            <p:spPr>
              <a:xfrm rot="18805141">
                <a:off x="2032248" y="1400720"/>
                <a:ext cx="7075" cy="256777"/>
              </a:xfrm>
              <a:custGeom>
                <a:avLst/>
                <a:gdLst>
                  <a:gd name="connsiteX0" fmla="*/ 7075 w 7075"/>
                  <a:gd name="connsiteY0" fmla="*/ 14 h 256777"/>
                  <a:gd name="connsiteX1" fmla="*/ 3207 w 7075"/>
                  <a:gd name="connsiteY1" fmla="*/ 256777 h 256777"/>
                  <a:gd name="connsiteX2" fmla="*/ 0 w 7075"/>
                  <a:gd name="connsiteY2" fmla="*/ 238273 h 256777"/>
                  <a:gd name="connsiteX3" fmla="*/ 6576 w 7075"/>
                  <a:gd name="connsiteY3" fmla="*/ 0 h 256777"/>
                  <a:gd name="connsiteX4" fmla="*/ 7075 w 7075"/>
                  <a:gd name="connsiteY4" fmla="*/ 14 h 256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 h="256777">
                    <a:moveTo>
                      <a:pt x="7075" y="14"/>
                    </a:moveTo>
                    <a:lnTo>
                      <a:pt x="3207" y="256777"/>
                    </a:lnTo>
                    <a:lnTo>
                      <a:pt x="0" y="238273"/>
                    </a:lnTo>
                    <a:lnTo>
                      <a:pt x="6576" y="0"/>
                    </a:lnTo>
                    <a:lnTo>
                      <a:pt x="7075" y="14"/>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grpSp>
            <p:nvGrpSpPr>
              <p:cNvPr id="55" name="Group 54">
                <a:extLst>
                  <a:ext uri="{FF2B5EF4-FFF2-40B4-BE49-F238E27FC236}">
                    <a16:creationId xmlns:a16="http://schemas.microsoft.com/office/drawing/2014/main" id="{D9EA721D-C66D-CEC2-7E71-F221B6621DD8}"/>
                  </a:ext>
                </a:extLst>
              </p:cNvPr>
              <p:cNvGrpSpPr/>
              <p:nvPr/>
            </p:nvGrpSpPr>
            <p:grpSpPr>
              <a:xfrm>
                <a:off x="1129831" y="-362379"/>
                <a:ext cx="2252938" cy="3596105"/>
                <a:chOff x="1129831" y="-362379"/>
                <a:chExt cx="2252938" cy="3596105"/>
              </a:xfrm>
            </p:grpSpPr>
            <p:sp>
              <p:nvSpPr>
                <p:cNvPr id="56" name="Freeform: Shape 55">
                  <a:extLst>
                    <a:ext uri="{FF2B5EF4-FFF2-40B4-BE49-F238E27FC236}">
                      <a16:creationId xmlns:a16="http://schemas.microsoft.com/office/drawing/2014/main" id="{B1D6413D-D963-D9BA-906E-B3E42382C1C9}"/>
                    </a:ext>
                  </a:extLst>
                </p:cNvPr>
                <p:cNvSpPr/>
                <p:nvPr/>
              </p:nvSpPr>
              <p:spPr>
                <a:xfrm rot="18805141">
                  <a:off x="2036107" y="1028973"/>
                  <a:ext cx="428587" cy="817294"/>
                </a:xfrm>
                <a:custGeom>
                  <a:avLst/>
                  <a:gdLst>
                    <a:gd name="connsiteX0" fmla="*/ 384013 w 428587"/>
                    <a:gd name="connsiteY0" fmla="*/ 68739 h 449042"/>
                    <a:gd name="connsiteX1" fmla="*/ 424856 w 428587"/>
                    <a:gd name="connsiteY1" fmla="*/ 133077 h 449042"/>
                    <a:gd name="connsiteX2" fmla="*/ 428587 w 428587"/>
                    <a:gd name="connsiteY2" fmla="*/ 154605 h 449042"/>
                    <a:gd name="connsiteX3" fmla="*/ 428587 w 428587"/>
                    <a:gd name="connsiteY3" fmla="*/ 449042 h 449042"/>
                    <a:gd name="connsiteX4" fmla="*/ 190021 w 428587"/>
                    <a:gd name="connsiteY4" fmla="*/ 442457 h 449042"/>
                    <a:gd name="connsiteX5" fmla="*/ 10273 w 428587"/>
                    <a:gd name="connsiteY5" fmla="*/ 316038 h 449042"/>
                    <a:gd name="connsiteX6" fmla="*/ 0 w 428587"/>
                    <a:gd name="connsiteY6" fmla="*/ 256763 h 449042"/>
                    <a:gd name="connsiteX7" fmla="*/ 3868 w 428587"/>
                    <a:gd name="connsiteY7" fmla="*/ 0 h 449042"/>
                    <a:gd name="connsiteX8" fmla="*/ 245108 w 428587"/>
                    <a:gd name="connsiteY8" fmla="*/ 6658 h 449042"/>
                    <a:gd name="connsiteX9" fmla="*/ 384013 w 428587"/>
                    <a:gd name="connsiteY9" fmla="*/ 68739 h 449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8587" h="449042">
                      <a:moveTo>
                        <a:pt x="384013" y="68739"/>
                      </a:moveTo>
                      <a:cubicBezTo>
                        <a:pt x="401497" y="87215"/>
                        <a:pt x="415456" y="109026"/>
                        <a:pt x="424856" y="133077"/>
                      </a:cubicBezTo>
                      <a:lnTo>
                        <a:pt x="428587" y="154605"/>
                      </a:lnTo>
                      <a:lnTo>
                        <a:pt x="428587" y="449042"/>
                      </a:lnTo>
                      <a:lnTo>
                        <a:pt x="190021" y="442457"/>
                      </a:lnTo>
                      <a:cubicBezTo>
                        <a:pt x="107712" y="440185"/>
                        <a:pt x="38471" y="388191"/>
                        <a:pt x="10273" y="316038"/>
                      </a:cubicBezTo>
                      <a:lnTo>
                        <a:pt x="0" y="256763"/>
                      </a:lnTo>
                      <a:lnTo>
                        <a:pt x="3868" y="0"/>
                      </a:lnTo>
                      <a:lnTo>
                        <a:pt x="245108" y="6658"/>
                      </a:lnTo>
                      <a:cubicBezTo>
                        <a:pt x="299981" y="8172"/>
                        <a:pt x="349045" y="31786"/>
                        <a:pt x="384013" y="68739"/>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7" name="Freeform: Shape 56">
                  <a:extLst>
                    <a:ext uri="{FF2B5EF4-FFF2-40B4-BE49-F238E27FC236}">
                      <a16:creationId xmlns:a16="http://schemas.microsoft.com/office/drawing/2014/main" id="{A2341ECE-AED9-0E27-01B2-D996306FD4F9}"/>
                    </a:ext>
                  </a:extLst>
                </p:cNvPr>
                <p:cNvSpPr/>
                <p:nvPr/>
              </p:nvSpPr>
              <p:spPr>
                <a:xfrm rot="18805141">
                  <a:off x="1914076" y="-484903"/>
                  <a:ext cx="1343836" cy="1588884"/>
                </a:xfrm>
                <a:custGeom>
                  <a:avLst/>
                  <a:gdLst>
                    <a:gd name="connsiteX0" fmla="*/ 1341694 w 1343836"/>
                    <a:gd name="connsiteY0" fmla="*/ 143844 h 1588884"/>
                    <a:gd name="connsiteX1" fmla="*/ 1342031 w 1343836"/>
                    <a:gd name="connsiteY1" fmla="*/ 240770 h 1588884"/>
                    <a:gd name="connsiteX2" fmla="*/ 1343836 w 1343836"/>
                    <a:gd name="connsiteY2" fmla="*/ 240763 h 1588884"/>
                    <a:gd name="connsiteX3" fmla="*/ 1311963 w 1343836"/>
                    <a:gd name="connsiteY3" fmla="*/ 1395578 h 1588884"/>
                    <a:gd name="connsiteX4" fmla="*/ 1107764 w 1343836"/>
                    <a:gd name="connsiteY4" fmla="*/ 1588807 h 1588884"/>
                    <a:gd name="connsiteX5" fmla="*/ 0 w 1343836"/>
                    <a:gd name="connsiteY5" fmla="*/ 1558232 h 1588884"/>
                    <a:gd name="connsiteX6" fmla="*/ 0 w 1343836"/>
                    <a:gd name="connsiteY6" fmla="*/ 1130189 h 1588884"/>
                    <a:gd name="connsiteX7" fmla="*/ 775284 w 1343836"/>
                    <a:gd name="connsiteY7" fmla="*/ 1151586 h 1588884"/>
                    <a:gd name="connsiteX8" fmla="*/ 887963 w 1343836"/>
                    <a:gd name="connsiteY8" fmla="*/ 1044958 h 1588884"/>
                    <a:gd name="connsiteX9" fmla="*/ 910964 w 1343836"/>
                    <a:gd name="connsiteY9" fmla="*/ 211629 h 1588884"/>
                    <a:gd name="connsiteX10" fmla="*/ 906084 w 1343836"/>
                    <a:gd name="connsiteY10" fmla="*/ 183478 h 1588884"/>
                    <a:gd name="connsiteX11" fmla="*/ 907033 w 1343836"/>
                    <a:gd name="connsiteY11" fmla="*/ 183476 h 1588884"/>
                    <a:gd name="connsiteX12" fmla="*/ 906396 w 1343836"/>
                    <a:gd name="connsiteY12" fmla="*/ 0 h 1588884"/>
                    <a:gd name="connsiteX13" fmla="*/ 908203 w 1343836"/>
                    <a:gd name="connsiteY13" fmla="*/ 10421 h 1588884"/>
                    <a:gd name="connsiteX14" fmla="*/ 1087949 w 1343836"/>
                    <a:gd name="connsiteY14" fmla="*/ 136841 h 1588884"/>
                    <a:gd name="connsiteX15" fmla="*/ 1341694 w 1343836"/>
                    <a:gd name="connsiteY15" fmla="*/ 143844 h 158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3836" h="1588884">
                      <a:moveTo>
                        <a:pt x="1341694" y="143844"/>
                      </a:moveTo>
                      <a:lnTo>
                        <a:pt x="1342031" y="240770"/>
                      </a:lnTo>
                      <a:lnTo>
                        <a:pt x="1343836" y="240763"/>
                      </a:lnTo>
                      <a:lnTo>
                        <a:pt x="1311963" y="1395578"/>
                      </a:lnTo>
                      <a:cubicBezTo>
                        <a:pt x="1308932" y="1505324"/>
                        <a:pt x="1217511" y="1591835"/>
                        <a:pt x="1107764" y="1588807"/>
                      </a:cubicBezTo>
                      <a:lnTo>
                        <a:pt x="0" y="1558232"/>
                      </a:lnTo>
                      <a:lnTo>
                        <a:pt x="0" y="1130189"/>
                      </a:lnTo>
                      <a:lnTo>
                        <a:pt x="775284" y="1151586"/>
                      </a:lnTo>
                      <a:cubicBezTo>
                        <a:pt x="835843" y="1153259"/>
                        <a:pt x="886292" y="1105520"/>
                        <a:pt x="887963" y="1044958"/>
                      </a:cubicBezTo>
                      <a:lnTo>
                        <a:pt x="910964" y="211629"/>
                      </a:lnTo>
                      <a:lnTo>
                        <a:pt x="906084" y="183478"/>
                      </a:lnTo>
                      <a:lnTo>
                        <a:pt x="907033" y="183476"/>
                      </a:lnTo>
                      <a:lnTo>
                        <a:pt x="906396" y="0"/>
                      </a:lnTo>
                      <a:lnTo>
                        <a:pt x="908203" y="10421"/>
                      </a:lnTo>
                      <a:cubicBezTo>
                        <a:pt x="936400" y="82575"/>
                        <a:pt x="1005640" y="134569"/>
                        <a:pt x="1087949" y="136841"/>
                      </a:cubicBezTo>
                      <a:lnTo>
                        <a:pt x="1341694" y="143844"/>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8" name="Freeform: Shape 57">
                  <a:extLst>
                    <a:ext uri="{FF2B5EF4-FFF2-40B4-BE49-F238E27FC236}">
                      <a16:creationId xmlns:a16="http://schemas.microsoft.com/office/drawing/2014/main" id="{AB806D33-BF2E-51BB-D791-97BC08511523}"/>
                    </a:ext>
                  </a:extLst>
                </p:cNvPr>
                <p:cNvSpPr/>
                <p:nvPr/>
              </p:nvSpPr>
              <p:spPr>
                <a:xfrm rot="18805141">
                  <a:off x="1254361" y="-320613"/>
                  <a:ext cx="1372906" cy="1619812"/>
                </a:xfrm>
                <a:custGeom>
                  <a:avLst/>
                  <a:gdLst>
                    <a:gd name="connsiteX0" fmla="*/ 1371420 w 1372906"/>
                    <a:gd name="connsiteY0" fmla="*/ 31337 h 1619812"/>
                    <a:gd name="connsiteX1" fmla="*/ 1372906 w 1372906"/>
                    <a:gd name="connsiteY1" fmla="*/ 458936 h 1619812"/>
                    <a:gd name="connsiteX2" fmla="*/ 559556 w 1372906"/>
                    <a:gd name="connsiteY2" fmla="*/ 436487 h 1619812"/>
                    <a:gd name="connsiteX3" fmla="*/ 446876 w 1372906"/>
                    <a:gd name="connsiteY3" fmla="*/ 543114 h 1619812"/>
                    <a:gd name="connsiteX4" fmla="*/ 423875 w 1372906"/>
                    <a:gd name="connsiteY4" fmla="*/ 1376445 h 1619812"/>
                    <a:gd name="connsiteX5" fmla="*/ 424719 w 1372906"/>
                    <a:gd name="connsiteY5" fmla="*/ 1381316 h 1619812"/>
                    <a:gd name="connsiteX6" fmla="*/ 424719 w 1372906"/>
                    <a:gd name="connsiteY6" fmla="*/ 1619812 h 1619812"/>
                    <a:gd name="connsiteX7" fmla="*/ 420988 w 1372906"/>
                    <a:gd name="connsiteY7" fmla="*/ 1598284 h 1619812"/>
                    <a:gd name="connsiteX8" fmla="*/ 380145 w 1372906"/>
                    <a:gd name="connsiteY8" fmla="*/ 1533946 h 1619812"/>
                    <a:gd name="connsiteX9" fmla="*/ 241240 w 1372906"/>
                    <a:gd name="connsiteY9" fmla="*/ 1471865 h 1619812"/>
                    <a:gd name="connsiteX10" fmla="*/ 0 w 1372906"/>
                    <a:gd name="connsiteY10" fmla="*/ 1465207 h 1619812"/>
                    <a:gd name="connsiteX11" fmla="*/ 599 w 1372906"/>
                    <a:gd name="connsiteY11" fmla="*/ 1425420 h 1619812"/>
                    <a:gd name="connsiteX12" fmla="*/ 34606 w 1372906"/>
                    <a:gd name="connsiteY12" fmla="*/ 193306 h 1619812"/>
                    <a:gd name="connsiteX13" fmla="*/ 238804 w 1372906"/>
                    <a:gd name="connsiteY13" fmla="*/ 77 h 1619812"/>
                    <a:gd name="connsiteX14" fmla="*/ 1371420 w 1372906"/>
                    <a:gd name="connsiteY14" fmla="*/ 31337 h 1619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2906" h="1619812">
                      <a:moveTo>
                        <a:pt x="1371420" y="31337"/>
                      </a:moveTo>
                      <a:lnTo>
                        <a:pt x="1372906" y="458936"/>
                      </a:lnTo>
                      <a:lnTo>
                        <a:pt x="559556" y="436487"/>
                      </a:lnTo>
                      <a:cubicBezTo>
                        <a:pt x="498995" y="434816"/>
                        <a:pt x="448547" y="482554"/>
                        <a:pt x="446876" y="543114"/>
                      </a:cubicBezTo>
                      <a:lnTo>
                        <a:pt x="423875" y="1376445"/>
                      </a:lnTo>
                      <a:lnTo>
                        <a:pt x="424719" y="1381316"/>
                      </a:lnTo>
                      <a:lnTo>
                        <a:pt x="424719" y="1619812"/>
                      </a:lnTo>
                      <a:lnTo>
                        <a:pt x="420988" y="1598284"/>
                      </a:lnTo>
                      <a:cubicBezTo>
                        <a:pt x="411588" y="1574233"/>
                        <a:pt x="397629" y="1552422"/>
                        <a:pt x="380145" y="1533946"/>
                      </a:cubicBezTo>
                      <a:cubicBezTo>
                        <a:pt x="345177" y="1496993"/>
                        <a:pt x="296113" y="1473379"/>
                        <a:pt x="241240" y="1471865"/>
                      </a:cubicBezTo>
                      <a:lnTo>
                        <a:pt x="0" y="1465207"/>
                      </a:lnTo>
                      <a:lnTo>
                        <a:pt x="599" y="1425420"/>
                      </a:lnTo>
                      <a:lnTo>
                        <a:pt x="34606" y="193306"/>
                      </a:lnTo>
                      <a:cubicBezTo>
                        <a:pt x="37635" y="83560"/>
                        <a:pt x="129058" y="-2952"/>
                        <a:pt x="238804" y="77"/>
                      </a:cubicBezTo>
                      <a:lnTo>
                        <a:pt x="1371420" y="3133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59" name="Freeform: Shape 58">
                  <a:extLst>
                    <a:ext uri="{FF2B5EF4-FFF2-40B4-BE49-F238E27FC236}">
                      <a16:creationId xmlns:a16="http://schemas.microsoft.com/office/drawing/2014/main" id="{BFA5403C-B9F9-03D4-F27A-94E6BBB9859B}"/>
                    </a:ext>
                  </a:extLst>
                </p:cNvPr>
                <p:cNvSpPr/>
                <p:nvPr/>
              </p:nvSpPr>
              <p:spPr>
                <a:xfrm rot="18805141">
                  <a:off x="1868169" y="1545298"/>
                  <a:ext cx="1371640" cy="1657560"/>
                </a:xfrm>
                <a:custGeom>
                  <a:avLst/>
                  <a:gdLst>
                    <a:gd name="connsiteX0" fmla="*/ 1371640 w 1371640"/>
                    <a:gd name="connsiteY0" fmla="*/ 192279 h 1657560"/>
                    <a:gd name="connsiteX1" fmla="*/ 1371640 w 1371640"/>
                    <a:gd name="connsiteY1" fmla="*/ 307346 h 1657560"/>
                    <a:gd name="connsiteX2" fmla="*/ 1339709 w 1371640"/>
                    <a:gd name="connsiteY2" fmla="*/ 1464253 h 1657560"/>
                    <a:gd name="connsiteX3" fmla="*/ 1135510 w 1371640"/>
                    <a:gd name="connsiteY3" fmla="*/ 1657483 h 1657560"/>
                    <a:gd name="connsiteX4" fmla="*/ 1488 w 1371640"/>
                    <a:gd name="connsiteY4" fmla="*/ 1626182 h 1657560"/>
                    <a:gd name="connsiteX5" fmla="*/ 0 w 1371640"/>
                    <a:gd name="connsiteY5" fmla="*/ 1198098 h 1657560"/>
                    <a:gd name="connsiteX6" fmla="*/ 803030 w 1371640"/>
                    <a:gd name="connsiteY6" fmla="*/ 1220262 h 1657560"/>
                    <a:gd name="connsiteX7" fmla="*/ 915710 w 1371640"/>
                    <a:gd name="connsiteY7" fmla="*/ 1113635 h 1657560"/>
                    <a:gd name="connsiteX8" fmla="*/ 937938 w 1371640"/>
                    <a:gd name="connsiteY8" fmla="*/ 308312 h 1657560"/>
                    <a:gd name="connsiteX9" fmla="*/ 938408 w 1371640"/>
                    <a:gd name="connsiteY9" fmla="*/ 308319 h 1657560"/>
                    <a:gd name="connsiteX10" fmla="*/ 943053 w 1371640"/>
                    <a:gd name="connsiteY10" fmla="*/ 0 h 1657560"/>
                    <a:gd name="connsiteX11" fmla="*/ 953326 w 1371640"/>
                    <a:gd name="connsiteY11" fmla="*/ 59275 h 1657560"/>
                    <a:gd name="connsiteX12" fmla="*/ 1133074 w 1371640"/>
                    <a:gd name="connsiteY12" fmla="*/ 185694 h 1657560"/>
                    <a:gd name="connsiteX13" fmla="*/ 1371640 w 1371640"/>
                    <a:gd name="connsiteY13" fmla="*/ 192279 h 1657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1640" h="1657560">
                      <a:moveTo>
                        <a:pt x="1371640" y="192279"/>
                      </a:moveTo>
                      <a:lnTo>
                        <a:pt x="1371640" y="307346"/>
                      </a:lnTo>
                      <a:lnTo>
                        <a:pt x="1339709" y="1464253"/>
                      </a:lnTo>
                      <a:cubicBezTo>
                        <a:pt x="1336679" y="1573999"/>
                        <a:pt x="1245257" y="1660510"/>
                        <a:pt x="1135510" y="1657483"/>
                      </a:cubicBezTo>
                      <a:lnTo>
                        <a:pt x="1488" y="1626182"/>
                      </a:lnTo>
                      <a:lnTo>
                        <a:pt x="0" y="1198098"/>
                      </a:lnTo>
                      <a:lnTo>
                        <a:pt x="803030" y="1220262"/>
                      </a:lnTo>
                      <a:cubicBezTo>
                        <a:pt x="863590" y="1221933"/>
                        <a:pt x="914038" y="1174194"/>
                        <a:pt x="915710" y="1113635"/>
                      </a:cubicBezTo>
                      <a:lnTo>
                        <a:pt x="937938" y="308312"/>
                      </a:lnTo>
                      <a:lnTo>
                        <a:pt x="938408" y="308319"/>
                      </a:lnTo>
                      <a:lnTo>
                        <a:pt x="943053" y="0"/>
                      </a:lnTo>
                      <a:lnTo>
                        <a:pt x="953326" y="59275"/>
                      </a:lnTo>
                      <a:cubicBezTo>
                        <a:pt x="981524" y="131428"/>
                        <a:pt x="1050765" y="183422"/>
                        <a:pt x="1133074" y="185694"/>
                      </a:cubicBezTo>
                      <a:lnTo>
                        <a:pt x="1371640" y="192279"/>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sp>
              <p:nvSpPr>
                <p:cNvPr id="60" name="Freeform: Shape 59">
                  <a:extLst>
                    <a:ext uri="{FF2B5EF4-FFF2-40B4-BE49-F238E27FC236}">
                      <a16:creationId xmlns:a16="http://schemas.microsoft.com/office/drawing/2014/main" id="{69EE52BD-FC68-B373-A06F-8315ED53D16D}"/>
                    </a:ext>
                  </a:extLst>
                </p:cNvPr>
                <p:cNvSpPr/>
                <p:nvPr/>
              </p:nvSpPr>
              <p:spPr>
                <a:xfrm rot="18805141">
                  <a:off x="1249702" y="1772998"/>
                  <a:ext cx="1340857" cy="1580599"/>
                </a:xfrm>
                <a:custGeom>
                  <a:avLst/>
                  <a:gdLst>
                    <a:gd name="connsiteX0" fmla="*/ 1340857 w 1340857"/>
                    <a:gd name="connsiteY0" fmla="*/ 30581 h 1580599"/>
                    <a:gd name="connsiteX1" fmla="*/ 1334419 w 1340857"/>
                    <a:gd name="connsiteY1" fmla="*/ 457960 h 1580599"/>
                    <a:gd name="connsiteX2" fmla="*/ 556470 w 1340857"/>
                    <a:gd name="connsiteY2" fmla="*/ 436488 h 1580599"/>
                    <a:gd name="connsiteX3" fmla="*/ 443789 w 1340857"/>
                    <a:gd name="connsiteY3" fmla="*/ 543115 h 1580599"/>
                    <a:gd name="connsiteX4" fmla="*/ 420790 w 1340857"/>
                    <a:gd name="connsiteY4" fmla="*/ 1376446 h 1580599"/>
                    <a:gd name="connsiteX5" fmla="*/ 428230 w 1340857"/>
                    <a:gd name="connsiteY5" fmla="*/ 1419366 h 1580599"/>
                    <a:gd name="connsiteX6" fmla="*/ 435129 w 1340857"/>
                    <a:gd name="connsiteY6" fmla="*/ 1430234 h 1580599"/>
                    <a:gd name="connsiteX7" fmla="*/ 435651 w 1340857"/>
                    <a:gd name="connsiteY7" fmla="*/ 1580599 h 1580599"/>
                    <a:gd name="connsiteX8" fmla="*/ 435281 w 1340857"/>
                    <a:gd name="connsiteY8" fmla="*/ 1578463 h 1580599"/>
                    <a:gd name="connsiteX9" fmla="*/ 255534 w 1340857"/>
                    <a:gd name="connsiteY9" fmla="*/ 1452044 h 1580599"/>
                    <a:gd name="connsiteX10" fmla="*/ 382 w 1340857"/>
                    <a:gd name="connsiteY10" fmla="*/ 1445002 h 1580599"/>
                    <a:gd name="connsiteX11" fmla="*/ 0 w 1340857"/>
                    <a:gd name="connsiteY11" fmla="*/ 1335307 h 1580599"/>
                    <a:gd name="connsiteX12" fmla="*/ 31520 w 1340857"/>
                    <a:gd name="connsiteY12" fmla="*/ 193308 h 1580599"/>
                    <a:gd name="connsiteX13" fmla="*/ 235718 w 1340857"/>
                    <a:gd name="connsiteY13" fmla="*/ 78 h 1580599"/>
                    <a:gd name="connsiteX14" fmla="*/ 1340857 w 1340857"/>
                    <a:gd name="connsiteY14" fmla="*/ 30581 h 158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0857" h="1580599">
                      <a:moveTo>
                        <a:pt x="1340857" y="30581"/>
                      </a:moveTo>
                      <a:lnTo>
                        <a:pt x="1334419" y="457960"/>
                      </a:lnTo>
                      <a:lnTo>
                        <a:pt x="556470" y="436488"/>
                      </a:lnTo>
                      <a:cubicBezTo>
                        <a:pt x="495910" y="434817"/>
                        <a:pt x="445462" y="482555"/>
                        <a:pt x="443789" y="543115"/>
                      </a:cubicBezTo>
                      <a:lnTo>
                        <a:pt x="420790" y="1376446"/>
                      </a:lnTo>
                      <a:cubicBezTo>
                        <a:pt x="420371" y="1391586"/>
                        <a:pt x="423042" y="1406094"/>
                        <a:pt x="428230" y="1419366"/>
                      </a:cubicBezTo>
                      <a:lnTo>
                        <a:pt x="435129" y="1430234"/>
                      </a:lnTo>
                      <a:lnTo>
                        <a:pt x="435651" y="1580599"/>
                      </a:lnTo>
                      <a:lnTo>
                        <a:pt x="435281" y="1578463"/>
                      </a:lnTo>
                      <a:cubicBezTo>
                        <a:pt x="407082" y="1506309"/>
                        <a:pt x="337843" y="1454315"/>
                        <a:pt x="255534" y="1452044"/>
                      </a:cubicBezTo>
                      <a:lnTo>
                        <a:pt x="382" y="1445002"/>
                      </a:lnTo>
                      <a:lnTo>
                        <a:pt x="0" y="1335307"/>
                      </a:lnTo>
                      <a:lnTo>
                        <a:pt x="31520" y="193308"/>
                      </a:lnTo>
                      <a:cubicBezTo>
                        <a:pt x="34549" y="83560"/>
                        <a:pt x="125971" y="-2951"/>
                        <a:pt x="235718" y="78"/>
                      </a:cubicBezTo>
                      <a:lnTo>
                        <a:pt x="1340857" y="3058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Times New Roman" panose="02020603050405020304" pitchFamily="18" charset="0"/>
                  </a:endParaRPr>
                </a:p>
              </p:txBody>
            </p:sp>
          </p:grpSp>
        </p:grpSp>
        <p:sp>
          <p:nvSpPr>
            <p:cNvPr id="27" name="Rectangle: Rounded Corners 26">
              <a:extLst>
                <a:ext uri="{FF2B5EF4-FFF2-40B4-BE49-F238E27FC236}">
                  <a16:creationId xmlns:a16="http://schemas.microsoft.com/office/drawing/2014/main" id="{B2E4021D-8153-BDA7-2CDC-12D54B62C0B9}"/>
                </a:ext>
              </a:extLst>
            </p:cNvPr>
            <p:cNvSpPr/>
            <p:nvPr/>
          </p:nvSpPr>
          <p:spPr>
            <a:xfrm rot="2783698">
              <a:off x="2458262" y="2112640"/>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1" name="Rectangle: Rounded Corners 30">
              <a:extLst>
                <a:ext uri="{FF2B5EF4-FFF2-40B4-BE49-F238E27FC236}">
                  <a16:creationId xmlns:a16="http://schemas.microsoft.com/office/drawing/2014/main" id="{58A97126-4F8F-CDF2-A9F7-1EEFC4F76DC4}"/>
                </a:ext>
              </a:extLst>
            </p:cNvPr>
            <p:cNvSpPr/>
            <p:nvPr/>
          </p:nvSpPr>
          <p:spPr>
            <a:xfrm rot="2783698">
              <a:off x="2458261" y="4160496"/>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4" name="Rectangle: Rounded Corners 33">
              <a:extLst>
                <a:ext uri="{FF2B5EF4-FFF2-40B4-BE49-F238E27FC236}">
                  <a16:creationId xmlns:a16="http://schemas.microsoft.com/office/drawing/2014/main" id="{EA8E36CF-217D-2E05-9EA2-788788B2AA38}"/>
                </a:ext>
              </a:extLst>
            </p:cNvPr>
            <p:cNvSpPr/>
            <p:nvPr/>
          </p:nvSpPr>
          <p:spPr>
            <a:xfrm rot="2783698">
              <a:off x="2439446" y="6208352"/>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5" name="Rectangle: Rounded Corners 34">
              <a:extLst>
                <a:ext uri="{FF2B5EF4-FFF2-40B4-BE49-F238E27FC236}">
                  <a16:creationId xmlns:a16="http://schemas.microsoft.com/office/drawing/2014/main" id="{0E39AFA5-5C5D-2DC9-C848-8F099AE38D66}"/>
                </a:ext>
              </a:extLst>
            </p:cNvPr>
            <p:cNvSpPr/>
            <p:nvPr/>
          </p:nvSpPr>
          <p:spPr>
            <a:xfrm rot="2783698">
              <a:off x="2497495" y="8256207"/>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36" name="Rectangle: Rounded Corners 35">
              <a:extLst>
                <a:ext uri="{FF2B5EF4-FFF2-40B4-BE49-F238E27FC236}">
                  <a16:creationId xmlns:a16="http://schemas.microsoft.com/office/drawing/2014/main" id="{5053F1C6-5A9F-2537-AB54-F79D53659210}"/>
                </a:ext>
              </a:extLst>
            </p:cNvPr>
            <p:cNvSpPr/>
            <p:nvPr/>
          </p:nvSpPr>
          <p:spPr>
            <a:xfrm rot="2783698">
              <a:off x="2497494" y="10304063"/>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grpSp>
      <p:sp>
        <p:nvSpPr>
          <p:cNvPr id="8" name="TextBox 7">
            <a:extLst>
              <a:ext uri="{FF2B5EF4-FFF2-40B4-BE49-F238E27FC236}">
                <a16:creationId xmlns:a16="http://schemas.microsoft.com/office/drawing/2014/main" id="{640036FD-9E5D-308F-A76A-4333B7E7CE63}"/>
              </a:ext>
            </a:extLst>
          </p:cNvPr>
          <p:cNvSpPr txBox="1"/>
          <p:nvPr/>
        </p:nvSpPr>
        <p:spPr>
          <a:xfrm>
            <a:off x="-7211042" y="2553846"/>
            <a:ext cx="6924003" cy="337335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b="1" dirty="0">
                <a:latin typeface="Times New Roman" panose="02020603050405020304" pitchFamily="18" charset="0"/>
              </a:rPr>
              <a:t>Data Encryption - </a:t>
            </a:r>
            <a:r>
              <a:rPr lang="en-US" dirty="0">
                <a:latin typeface="Times New Roman" panose="02020603050405020304" pitchFamily="18" charset="0"/>
              </a:rPr>
              <a:t>TikTok uses advanced technology to hide your data from hackers.</a:t>
            </a:r>
          </a:p>
          <a:p>
            <a:pPr marL="285750" indent="-285750">
              <a:lnSpc>
                <a:spcPct val="150000"/>
              </a:lnSpc>
              <a:buFont typeface="Arial" panose="020B0604020202020204" pitchFamily="34" charset="0"/>
              <a:buChar char="•"/>
            </a:pPr>
            <a:endParaRPr lang="en-US" dirty="0">
              <a:latin typeface="Times New Roman" panose="02020603050405020304" pitchFamily="18" charset="0"/>
            </a:endParaRPr>
          </a:p>
          <a:p>
            <a:pPr marL="285750" indent="-285750">
              <a:lnSpc>
                <a:spcPct val="150000"/>
              </a:lnSpc>
              <a:buFont typeface="Arial" panose="020B0604020202020204" pitchFamily="34" charset="0"/>
              <a:buChar char="•"/>
            </a:pPr>
            <a:r>
              <a:rPr lang="en-US" b="1" dirty="0">
                <a:latin typeface="Times New Roman" panose="02020603050405020304" pitchFamily="18" charset="0"/>
              </a:rPr>
              <a:t>Privacy Controls - </a:t>
            </a:r>
            <a:r>
              <a:rPr lang="en-US" dirty="0">
                <a:latin typeface="Times New Roman" panose="02020603050405020304" pitchFamily="18" charset="0"/>
              </a:rPr>
              <a:t>Tools to decide who can see your videos, comment, or send messages.</a:t>
            </a:r>
          </a:p>
          <a:p>
            <a:pPr marL="285750" indent="-285750">
              <a:lnSpc>
                <a:spcPct val="150000"/>
              </a:lnSpc>
              <a:buFont typeface="Arial" panose="020B0604020202020204" pitchFamily="34" charset="0"/>
              <a:buChar char="•"/>
            </a:pPr>
            <a:endParaRPr lang="en-US" dirty="0">
              <a:latin typeface="Times New Roman" panose="02020603050405020304" pitchFamily="18" charset="0"/>
            </a:endParaRPr>
          </a:p>
          <a:p>
            <a:pPr marL="285750" indent="-285750">
              <a:lnSpc>
                <a:spcPct val="150000"/>
              </a:lnSpc>
              <a:buFont typeface="Arial" panose="020B0604020202020204" pitchFamily="34" charset="0"/>
              <a:buChar char="•"/>
            </a:pPr>
            <a:r>
              <a:rPr lang="en-US" b="1" dirty="0">
                <a:latin typeface="Times New Roman" panose="02020603050405020304" pitchFamily="18" charset="0"/>
              </a:rPr>
              <a:t>Proactive Monitoring - </a:t>
            </a:r>
            <a:r>
              <a:rPr lang="en-US" dirty="0">
                <a:latin typeface="Times New Roman" panose="02020603050405020304" pitchFamily="18" charset="0"/>
              </a:rPr>
              <a:t>The system blocks millions of fake accounts and phishing links daily.</a:t>
            </a:r>
          </a:p>
        </p:txBody>
      </p:sp>
      <p:sp>
        <p:nvSpPr>
          <p:cNvPr id="9" name="TextBox 8">
            <a:extLst>
              <a:ext uri="{FF2B5EF4-FFF2-40B4-BE49-F238E27FC236}">
                <a16:creationId xmlns:a16="http://schemas.microsoft.com/office/drawing/2014/main" id="{71C9BE86-9EE3-A42F-A6DB-03B62654336A}"/>
              </a:ext>
            </a:extLst>
          </p:cNvPr>
          <p:cNvSpPr txBox="1"/>
          <p:nvPr/>
        </p:nvSpPr>
        <p:spPr>
          <a:xfrm>
            <a:off x="-7120092" y="1151035"/>
            <a:ext cx="2067176" cy="707886"/>
          </a:xfrm>
          <a:prstGeom prst="rect">
            <a:avLst/>
          </a:prstGeom>
          <a:noFill/>
        </p:spPr>
        <p:txBody>
          <a:bodyPr wrap="square" rtlCol="0">
            <a:spAutoFit/>
          </a:bodyPr>
          <a:lstStyle/>
          <a:p>
            <a:r>
              <a:rPr lang="en-US" sz="4000" dirty="0">
                <a:latin typeface="Times New Roman" panose="02020603050405020304" pitchFamily="18" charset="0"/>
              </a:rPr>
              <a:t>Cont’d</a:t>
            </a:r>
          </a:p>
        </p:txBody>
      </p:sp>
      <p:sp>
        <p:nvSpPr>
          <p:cNvPr id="24" name="Rectangle 23">
            <a:extLst>
              <a:ext uri="{FF2B5EF4-FFF2-40B4-BE49-F238E27FC236}">
                <a16:creationId xmlns:a16="http://schemas.microsoft.com/office/drawing/2014/main" id="{84478693-6A50-7084-50E1-F60F3DB50613}"/>
              </a:ext>
            </a:extLst>
          </p:cNvPr>
          <p:cNvSpPr/>
          <p:nvPr/>
        </p:nvSpPr>
        <p:spPr>
          <a:xfrm rot="2841638" flipH="1">
            <a:off x="7639497" y="1517632"/>
            <a:ext cx="533271" cy="527189"/>
          </a:xfrm>
          <a:prstGeom prst="rect">
            <a:avLst/>
          </a:prstGeom>
          <a:solidFill>
            <a:srgbClr val="FFC000"/>
          </a:solidFill>
          <a:ln>
            <a:noFill/>
          </a:ln>
          <a:effectLst>
            <a:outerShdw blurRad="50800" dist="508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1" name="Rectangle 20">
            <a:extLst>
              <a:ext uri="{FF2B5EF4-FFF2-40B4-BE49-F238E27FC236}">
                <a16:creationId xmlns:a16="http://schemas.microsoft.com/office/drawing/2014/main" id="{E65D6828-6BA3-64A9-9C36-788A825E17F5}"/>
              </a:ext>
            </a:extLst>
          </p:cNvPr>
          <p:cNvSpPr/>
          <p:nvPr/>
        </p:nvSpPr>
        <p:spPr>
          <a:xfrm rot="8382519" flipH="1">
            <a:off x="7905334" y="1524902"/>
            <a:ext cx="533964" cy="531212"/>
          </a:xfrm>
          <a:prstGeom prst="rect">
            <a:avLst/>
          </a:prstGeom>
          <a:solidFill>
            <a:schemeClr val="tx1"/>
          </a:solidFill>
          <a:ln>
            <a:noFill/>
          </a:ln>
          <a:effectLst>
            <a:outerShdw blurRad="50800" dist="50800" dir="5400000" algn="ctr" rotWithShape="0">
              <a:srgbClr val="000000">
                <a:alpha val="8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2" name="Rectangle 21">
            <a:extLst>
              <a:ext uri="{FF2B5EF4-FFF2-40B4-BE49-F238E27FC236}">
                <a16:creationId xmlns:a16="http://schemas.microsoft.com/office/drawing/2014/main" id="{CD363E44-B4A5-6873-E96F-93D31F075C9B}"/>
              </a:ext>
            </a:extLst>
          </p:cNvPr>
          <p:cNvSpPr/>
          <p:nvPr/>
        </p:nvSpPr>
        <p:spPr>
          <a:xfrm rot="19063259" flipH="1">
            <a:off x="8176185" y="1520542"/>
            <a:ext cx="528682" cy="525957"/>
          </a:xfrm>
          <a:prstGeom prst="rect">
            <a:avLst/>
          </a:prstGeom>
          <a:solidFill>
            <a:schemeClr val="bg1"/>
          </a:solidFill>
          <a:ln>
            <a:noFill/>
          </a:ln>
          <a:effectLst>
            <a:outerShdw blurRad="50800" dist="50800" dir="5400000" algn="ctr" rotWithShape="0">
              <a:srgbClr val="000000">
                <a:alpha val="9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5" name="Rectangle 24">
            <a:extLst>
              <a:ext uri="{FF2B5EF4-FFF2-40B4-BE49-F238E27FC236}">
                <a16:creationId xmlns:a16="http://schemas.microsoft.com/office/drawing/2014/main" id="{DCFD5854-F417-A3B3-8015-80E61E0EBA22}"/>
              </a:ext>
            </a:extLst>
          </p:cNvPr>
          <p:cNvSpPr/>
          <p:nvPr/>
        </p:nvSpPr>
        <p:spPr>
          <a:xfrm rot="2770338" flipH="1">
            <a:off x="8389080" y="1528915"/>
            <a:ext cx="528645" cy="52592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29" name="Rectangle 28">
            <a:extLst>
              <a:ext uri="{FF2B5EF4-FFF2-40B4-BE49-F238E27FC236}">
                <a16:creationId xmlns:a16="http://schemas.microsoft.com/office/drawing/2014/main" id="{5549EA26-93B0-0808-B4C5-8B54EC5E9E63}"/>
              </a:ext>
            </a:extLst>
          </p:cNvPr>
          <p:cNvSpPr/>
          <p:nvPr/>
        </p:nvSpPr>
        <p:spPr>
          <a:xfrm>
            <a:off x="12934969" y="-145064"/>
            <a:ext cx="5679660" cy="7148128"/>
          </a:xfrm>
          <a:prstGeom prst="rect">
            <a:avLst/>
          </a:prstGeom>
          <a:solidFill>
            <a:schemeClr val="bg1">
              <a:alpha val="77000"/>
            </a:schemeClr>
          </a:solidFill>
          <a:ln>
            <a:noFill/>
          </a:ln>
          <a:effectLst>
            <a:softEdge rad="431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Tree>
    <p:extLst>
      <p:ext uri="{BB962C8B-B14F-4D97-AF65-F5344CB8AC3E}">
        <p14:creationId xmlns:p14="http://schemas.microsoft.com/office/powerpoint/2010/main" val="28122281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5509D-F77B-485E-8EBA-6BA14A6890C9}"/>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12C85A58-22C2-E7B9-2770-CF33B08C30D8}"/>
              </a:ext>
            </a:extLst>
          </p:cNvPr>
          <p:cNvGrpSpPr/>
          <p:nvPr/>
        </p:nvGrpSpPr>
        <p:grpSpPr>
          <a:xfrm>
            <a:off x="-1088770" y="-2732900"/>
            <a:ext cx="17382646" cy="12613927"/>
            <a:chOff x="2480580" y="693346"/>
            <a:chExt cx="9121160" cy="5389025"/>
          </a:xfrm>
          <a:scene3d>
            <a:camera prst="isometricOffAxis1Top">
              <a:rot lat="18600000" lon="19200000" rev="2400000"/>
            </a:camera>
            <a:lightRig rig="threePt" dir="t"/>
          </a:scene3d>
        </p:grpSpPr>
        <p:pic>
          <p:nvPicPr>
            <p:cNvPr id="7" name="Picture 6">
              <a:extLst>
                <a:ext uri="{FF2B5EF4-FFF2-40B4-BE49-F238E27FC236}">
                  <a16:creationId xmlns:a16="http://schemas.microsoft.com/office/drawing/2014/main" id="{341CFA2F-7A9D-8EDC-8E59-82B4A96CD1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04802" y="4453504"/>
              <a:ext cx="2896938" cy="1628867"/>
            </a:xfrm>
            <a:prstGeom prst="rect">
              <a:avLst/>
            </a:prstGeom>
            <a:effectLst>
              <a:outerShdw blurRad="76200" dist="50800" dir="3060000" algn="ctr" rotWithShape="0">
                <a:srgbClr val="000000">
                  <a:alpha val="94000"/>
                </a:srgbClr>
              </a:outerShdw>
            </a:effectLst>
          </p:spPr>
        </p:pic>
        <p:pic>
          <p:nvPicPr>
            <p:cNvPr id="11" name="Picture 10">
              <a:extLst>
                <a:ext uri="{FF2B5EF4-FFF2-40B4-BE49-F238E27FC236}">
                  <a16:creationId xmlns:a16="http://schemas.microsoft.com/office/drawing/2014/main" id="{D41842FB-2C6F-DBDD-A747-37CE2E516E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2691" y="4449090"/>
              <a:ext cx="2896938" cy="1628867"/>
            </a:xfrm>
            <a:prstGeom prst="rect">
              <a:avLst/>
            </a:prstGeom>
            <a:effectLst>
              <a:outerShdw blurRad="76200" dist="50800" dir="3060000" algn="ctr" rotWithShape="0">
                <a:srgbClr val="000000">
                  <a:alpha val="94000"/>
                </a:srgbClr>
              </a:outerShdw>
            </a:effectLst>
          </p:spPr>
        </p:pic>
        <p:pic>
          <p:nvPicPr>
            <p:cNvPr id="13" name="Picture 12">
              <a:extLst>
                <a:ext uri="{FF2B5EF4-FFF2-40B4-BE49-F238E27FC236}">
                  <a16:creationId xmlns:a16="http://schemas.microsoft.com/office/drawing/2014/main" id="{2F44D9CD-75A5-4256-7A12-101E1A84ED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80580" y="4419711"/>
              <a:ext cx="2896938" cy="1628867"/>
            </a:xfrm>
            <a:prstGeom prst="rect">
              <a:avLst/>
            </a:prstGeom>
            <a:effectLst>
              <a:outerShdw blurRad="76200" dist="50800" dir="3060000" algn="ctr" rotWithShape="0">
                <a:srgbClr val="000000">
                  <a:alpha val="94000"/>
                </a:srgbClr>
              </a:outerShdw>
            </a:effectLst>
          </p:spPr>
        </p:pic>
        <p:pic>
          <p:nvPicPr>
            <p:cNvPr id="15" name="Picture 14">
              <a:extLst>
                <a:ext uri="{FF2B5EF4-FFF2-40B4-BE49-F238E27FC236}">
                  <a16:creationId xmlns:a16="http://schemas.microsoft.com/office/drawing/2014/main" id="{643E8847-0BA1-2E5A-EDD5-D4F3CFA5EE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80580" y="2546796"/>
              <a:ext cx="2896938" cy="1628867"/>
            </a:xfrm>
            <a:prstGeom prst="rect">
              <a:avLst/>
            </a:prstGeom>
            <a:effectLst>
              <a:outerShdw blurRad="76200" dist="50800" dir="3060000" algn="ctr" rotWithShape="0">
                <a:srgbClr val="000000">
                  <a:alpha val="94000"/>
                </a:srgbClr>
              </a:outerShdw>
            </a:effectLst>
          </p:spPr>
        </p:pic>
        <p:pic>
          <p:nvPicPr>
            <p:cNvPr id="20" name="Picture 19">
              <a:extLst>
                <a:ext uri="{FF2B5EF4-FFF2-40B4-BE49-F238E27FC236}">
                  <a16:creationId xmlns:a16="http://schemas.microsoft.com/office/drawing/2014/main" id="{58F7B6B8-7D24-9423-D3CB-96775508BF6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04802" y="693346"/>
              <a:ext cx="2896938" cy="1628867"/>
            </a:xfrm>
            <a:prstGeom prst="rect">
              <a:avLst/>
            </a:prstGeom>
            <a:effectLst>
              <a:outerShdw blurRad="76200" dist="50800" dir="3060000" algn="ctr" rotWithShape="0">
                <a:srgbClr val="000000">
                  <a:alpha val="94000"/>
                </a:srgbClr>
              </a:outerShdw>
            </a:effectLst>
          </p:spPr>
        </p:pic>
        <p:pic>
          <p:nvPicPr>
            <p:cNvPr id="29" name="Picture 28">
              <a:extLst>
                <a:ext uri="{FF2B5EF4-FFF2-40B4-BE49-F238E27FC236}">
                  <a16:creationId xmlns:a16="http://schemas.microsoft.com/office/drawing/2014/main" id="{B9DA76A0-37D4-4C42-B490-8E6789C6CA2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92691" y="693347"/>
              <a:ext cx="2896938" cy="1628867"/>
            </a:xfrm>
            <a:prstGeom prst="rect">
              <a:avLst/>
            </a:prstGeom>
            <a:effectLst>
              <a:outerShdw blurRad="76200" dist="50800" dir="3060000" algn="ctr" rotWithShape="0">
                <a:srgbClr val="000000">
                  <a:alpha val="94000"/>
                </a:srgbClr>
              </a:outerShdw>
            </a:effectLst>
          </p:spPr>
        </p:pic>
        <p:pic>
          <p:nvPicPr>
            <p:cNvPr id="32" name="Picture 31">
              <a:extLst>
                <a:ext uri="{FF2B5EF4-FFF2-40B4-BE49-F238E27FC236}">
                  <a16:creationId xmlns:a16="http://schemas.microsoft.com/office/drawing/2014/main" id="{568C98D4-26DC-9B29-FA0E-32069114005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480580" y="693349"/>
              <a:ext cx="2896938" cy="1628867"/>
            </a:xfrm>
            <a:prstGeom prst="rect">
              <a:avLst/>
            </a:prstGeom>
            <a:effectLst>
              <a:outerShdw blurRad="76200" dist="50800" dir="3060000" algn="ctr" rotWithShape="0">
                <a:srgbClr val="000000">
                  <a:alpha val="94000"/>
                </a:srgbClr>
              </a:outerShdw>
            </a:effectLst>
          </p:spPr>
        </p:pic>
        <p:pic>
          <p:nvPicPr>
            <p:cNvPr id="61" name="Picture 60">
              <a:extLst>
                <a:ext uri="{FF2B5EF4-FFF2-40B4-BE49-F238E27FC236}">
                  <a16:creationId xmlns:a16="http://schemas.microsoft.com/office/drawing/2014/main" id="{8BBF5543-E08E-03B1-DBBE-F76D4EAD31A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704803" y="2577624"/>
              <a:ext cx="2896937" cy="1628867"/>
            </a:xfrm>
            <a:prstGeom prst="rect">
              <a:avLst/>
            </a:prstGeom>
            <a:effectLst>
              <a:outerShdw blurRad="50800" dist="50800" dir="2700000" algn="ctr" rotWithShape="0">
                <a:srgbClr val="000000">
                  <a:alpha val="81000"/>
                </a:srgbClr>
              </a:outerShdw>
            </a:effectLst>
          </p:spPr>
        </p:pic>
      </p:grpSp>
      <p:sp>
        <p:nvSpPr>
          <p:cNvPr id="64" name="Rectangle 63">
            <a:extLst>
              <a:ext uri="{FF2B5EF4-FFF2-40B4-BE49-F238E27FC236}">
                <a16:creationId xmlns:a16="http://schemas.microsoft.com/office/drawing/2014/main" id="{D2F0938E-CE39-7340-2BE3-91245D917270}"/>
              </a:ext>
            </a:extLst>
          </p:cNvPr>
          <p:cNvSpPr/>
          <p:nvPr/>
        </p:nvSpPr>
        <p:spPr>
          <a:xfrm>
            <a:off x="-2913014" y="0"/>
            <a:ext cx="5679660" cy="7148128"/>
          </a:xfrm>
          <a:prstGeom prst="rect">
            <a:avLst/>
          </a:prstGeom>
          <a:solidFill>
            <a:schemeClr val="bg1">
              <a:alpha val="77000"/>
            </a:schemeClr>
          </a:solidFill>
          <a:ln>
            <a:noFill/>
          </a:ln>
          <a:effectLst>
            <a:softEdge rad="431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40FFC57-605E-D698-8EAA-DFABB24F820B}"/>
              </a:ext>
            </a:extLst>
          </p:cNvPr>
          <p:cNvSpPr txBox="1"/>
          <p:nvPr/>
        </p:nvSpPr>
        <p:spPr>
          <a:xfrm>
            <a:off x="-7818554" y="2577292"/>
            <a:ext cx="7390054" cy="2957861"/>
          </a:xfrm>
          <a:prstGeom prst="rect">
            <a:avLst/>
          </a:prstGeom>
          <a:noFill/>
        </p:spPr>
        <p:txBody>
          <a:bodyPr wrap="square" rtlCol="0">
            <a:spAutoFit/>
          </a:bodyPr>
          <a:lstStyle/>
          <a:p>
            <a:pPr algn="dist">
              <a:lnSpc>
                <a:spcPct val="150000"/>
              </a:lnSpc>
            </a:pPr>
            <a:r>
              <a:rPr lang="en-US" dirty="0"/>
              <a:t>	TikTok is a very powerful platform that connects people through music and short videos. It has changed the world of business and learning because it focuses on real people and honest content rather than famous celebrities. Although there are some worries about privacy and fake news, the app provides tools like privacy controls and encryption to keep accounts safe. TikTok’s future is bright as it continues to give a voice to everyone and creates new ways for us to experience the world through our screens.</a:t>
            </a:r>
          </a:p>
        </p:txBody>
      </p:sp>
      <p:sp>
        <p:nvSpPr>
          <p:cNvPr id="4" name="TextBox 3">
            <a:extLst>
              <a:ext uri="{FF2B5EF4-FFF2-40B4-BE49-F238E27FC236}">
                <a16:creationId xmlns:a16="http://schemas.microsoft.com/office/drawing/2014/main" id="{3C7F681B-8F1F-2992-AE9F-C5F6DE6F53CB}"/>
              </a:ext>
            </a:extLst>
          </p:cNvPr>
          <p:cNvSpPr txBox="1"/>
          <p:nvPr/>
        </p:nvSpPr>
        <p:spPr>
          <a:xfrm>
            <a:off x="-7818554" y="1360018"/>
            <a:ext cx="2857229" cy="707886"/>
          </a:xfrm>
          <a:prstGeom prst="rect">
            <a:avLst/>
          </a:prstGeom>
          <a:noFill/>
        </p:spPr>
        <p:txBody>
          <a:bodyPr wrap="square" rtlCol="0">
            <a:spAutoFit/>
          </a:bodyPr>
          <a:lstStyle/>
          <a:p>
            <a:pPr algn="ctr"/>
            <a:r>
              <a:rPr lang="en-US" sz="4000" dirty="0"/>
              <a:t>Conclusion</a:t>
            </a:r>
          </a:p>
        </p:txBody>
      </p:sp>
      <p:sp>
        <p:nvSpPr>
          <p:cNvPr id="2" name="Rectangle 1">
            <a:extLst>
              <a:ext uri="{FF2B5EF4-FFF2-40B4-BE49-F238E27FC236}">
                <a16:creationId xmlns:a16="http://schemas.microsoft.com/office/drawing/2014/main" id="{0E102C5C-EA79-166B-7F75-54DE5837AFF7}"/>
              </a:ext>
            </a:extLst>
          </p:cNvPr>
          <p:cNvSpPr/>
          <p:nvPr/>
        </p:nvSpPr>
        <p:spPr>
          <a:xfrm>
            <a:off x="0" y="2063"/>
            <a:ext cx="787234" cy="6858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81AA459F-717C-C5C5-DAC4-F73076A8CA8A}"/>
              </a:ext>
            </a:extLst>
          </p:cNvPr>
          <p:cNvGrpSpPr/>
          <p:nvPr/>
        </p:nvGrpSpPr>
        <p:grpSpPr>
          <a:xfrm>
            <a:off x="264821" y="549701"/>
            <a:ext cx="1470078" cy="5758598"/>
            <a:chOff x="503251" y="686803"/>
            <a:chExt cx="3111918" cy="12190023"/>
          </a:xfrm>
        </p:grpSpPr>
        <p:grpSp>
          <p:nvGrpSpPr>
            <p:cNvPr id="26" name="Group 25">
              <a:extLst>
                <a:ext uri="{FF2B5EF4-FFF2-40B4-BE49-F238E27FC236}">
                  <a16:creationId xmlns:a16="http://schemas.microsoft.com/office/drawing/2014/main" id="{0E616DA1-4B1F-DC92-DF45-1D4755EB6579}"/>
                </a:ext>
              </a:extLst>
            </p:cNvPr>
            <p:cNvGrpSpPr/>
            <p:nvPr/>
          </p:nvGrpSpPr>
          <p:grpSpPr>
            <a:xfrm>
              <a:off x="503251" y="686803"/>
              <a:ext cx="2252938" cy="12190023"/>
              <a:chOff x="1129831" y="-2607606"/>
              <a:chExt cx="2252938" cy="12190023"/>
            </a:xfrm>
            <a:effectLst>
              <a:outerShdw blurRad="228600" dist="76200" dir="7620000" algn="ctr" rotWithShape="0">
                <a:srgbClr val="000000">
                  <a:alpha val="81000"/>
                </a:srgbClr>
              </a:outerShdw>
            </a:effectLst>
            <a:scene3d>
              <a:camera prst="orthographicFront">
                <a:rot lat="0" lon="0" rev="0"/>
              </a:camera>
              <a:lightRig rig="threePt" dir="t"/>
            </a:scene3d>
          </p:grpSpPr>
          <p:sp>
            <p:nvSpPr>
              <p:cNvPr id="37" name="Freeform: Shape 36">
                <a:extLst>
                  <a:ext uri="{FF2B5EF4-FFF2-40B4-BE49-F238E27FC236}">
                    <a16:creationId xmlns:a16="http://schemas.microsoft.com/office/drawing/2014/main" id="{6568C992-33D0-FC31-F300-69A953789794}"/>
                  </a:ext>
                </a:extLst>
              </p:cNvPr>
              <p:cNvSpPr/>
              <p:nvPr/>
            </p:nvSpPr>
            <p:spPr>
              <a:xfrm rot="18900000">
                <a:off x="2054245" y="3149353"/>
                <a:ext cx="449222" cy="753409"/>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84CD52F8-237B-7D1D-EB2F-23E3E3BA63E1}"/>
                  </a:ext>
                </a:extLst>
              </p:cNvPr>
              <p:cNvSpPr/>
              <p:nvPr/>
            </p:nvSpPr>
            <p:spPr>
              <a:xfrm rot="18900000">
                <a:off x="2004188" y="-1066606"/>
                <a:ext cx="449222" cy="830275"/>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69BB649E-B5B1-CE48-F05E-536E3AFDC347}"/>
                  </a:ext>
                </a:extLst>
              </p:cNvPr>
              <p:cNvSpPr/>
              <p:nvPr/>
            </p:nvSpPr>
            <p:spPr>
              <a:xfrm rot="18900000">
                <a:off x="1299576" y="-2607606"/>
                <a:ext cx="1908313" cy="1908314"/>
              </a:xfrm>
              <a:custGeom>
                <a:avLst/>
                <a:gdLst>
                  <a:gd name="connsiteX0" fmla="*/ 1850089 w 1908313"/>
                  <a:gd name="connsiteY0" fmla="*/ 58225 h 1908314"/>
                  <a:gd name="connsiteX1" fmla="*/ 1908313 w 1908313"/>
                  <a:gd name="connsiteY1" fmla="*/ 198790 h 1908314"/>
                  <a:gd name="connsiteX2" fmla="*/ 1908313 w 1908313"/>
                  <a:gd name="connsiteY2" fmla="*/ 1709525 h 1908314"/>
                  <a:gd name="connsiteX3" fmla="*/ 1709524 w 1908313"/>
                  <a:gd name="connsiteY3" fmla="*/ 1908314 h 1908314"/>
                  <a:gd name="connsiteX4" fmla="*/ 575069 w 1908313"/>
                  <a:gd name="connsiteY4" fmla="*/ 1908314 h 1908314"/>
                  <a:gd name="connsiteX5" fmla="*/ 561771 w 1908313"/>
                  <a:gd name="connsiteY5" fmla="*/ 1480433 h 1908314"/>
                  <a:gd name="connsiteX6" fmla="*/ 1365107 w 1908313"/>
                  <a:gd name="connsiteY6" fmla="*/ 1480433 h 1908314"/>
                  <a:gd name="connsiteX7" fmla="*/ 1474802 w 1908313"/>
                  <a:gd name="connsiteY7" fmla="*/ 1370738 h 1908314"/>
                  <a:gd name="connsiteX8" fmla="*/ 1474802 w 1908313"/>
                  <a:gd name="connsiteY8" fmla="*/ 537090 h 1908314"/>
                  <a:gd name="connsiteX9" fmla="*/ 1365107 w 1908313"/>
                  <a:gd name="connsiteY9" fmla="*/ 427395 h 1908314"/>
                  <a:gd name="connsiteX10" fmla="*/ 531459 w 1908313"/>
                  <a:gd name="connsiteY10" fmla="*/ 427395 h 1908314"/>
                  <a:gd name="connsiteX11" fmla="*/ 421764 w 1908313"/>
                  <a:gd name="connsiteY11" fmla="*/ 537090 h 1908314"/>
                  <a:gd name="connsiteX12" fmla="*/ 421764 w 1908313"/>
                  <a:gd name="connsiteY12" fmla="*/ 1370739 h 1908314"/>
                  <a:gd name="connsiteX13" fmla="*/ 430385 w 1908313"/>
                  <a:gd name="connsiteY13" fmla="*/ 1413436 h 1908314"/>
                  <a:gd name="connsiteX14" fmla="*/ 437581 w 1908313"/>
                  <a:gd name="connsiteY14" fmla="*/ 1424110 h 1908314"/>
                  <a:gd name="connsiteX15" fmla="*/ 442252 w 1908313"/>
                  <a:gd name="connsiteY15" fmla="*/ 1574404 h 1908314"/>
                  <a:gd name="connsiteX16" fmla="*/ 441823 w 1908313"/>
                  <a:gd name="connsiteY16" fmla="*/ 1572278 h 1908314"/>
                  <a:gd name="connsiteX17" fmla="*/ 258656 w 1908313"/>
                  <a:gd name="connsiteY17" fmla="*/ 1450867 h 1908314"/>
                  <a:gd name="connsiteX18" fmla="*/ 3408 w 1908313"/>
                  <a:gd name="connsiteY18" fmla="*/ 1450867 h 1908314"/>
                  <a:gd name="connsiteX19" fmla="*/ 0 w 1908313"/>
                  <a:gd name="connsiteY19" fmla="*/ 1341225 h 1908314"/>
                  <a:gd name="connsiteX20" fmla="*/ 0 w 1908313"/>
                  <a:gd name="connsiteY20" fmla="*/ 198790 h 1908314"/>
                  <a:gd name="connsiteX21" fmla="*/ 198789 w 1908313"/>
                  <a:gd name="connsiteY21" fmla="*/ 1 h 1908314"/>
                  <a:gd name="connsiteX22" fmla="*/ 1709524 w 1908313"/>
                  <a:gd name="connsiteY22" fmla="*/ 1 h 1908314"/>
                  <a:gd name="connsiteX23" fmla="*/ 1850089 w 1908313"/>
                  <a:gd name="connsiteY23" fmla="*/ 58225 h 190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4">
                    <a:moveTo>
                      <a:pt x="1850089" y="58225"/>
                    </a:moveTo>
                    <a:cubicBezTo>
                      <a:pt x="1886063" y="94198"/>
                      <a:pt x="1908313" y="143896"/>
                      <a:pt x="1908313" y="198790"/>
                    </a:cubicBezTo>
                    <a:lnTo>
                      <a:pt x="1908313" y="1709525"/>
                    </a:lnTo>
                    <a:cubicBezTo>
                      <a:pt x="1908313" y="1819312"/>
                      <a:pt x="1819312" y="1908313"/>
                      <a:pt x="1709524" y="1908314"/>
                    </a:cubicBezTo>
                    <a:lnTo>
                      <a:pt x="575069" y="1908314"/>
                    </a:lnTo>
                    <a:lnTo>
                      <a:pt x="561771" y="1480433"/>
                    </a:lnTo>
                    <a:lnTo>
                      <a:pt x="1365107" y="1480433"/>
                    </a:lnTo>
                    <a:cubicBezTo>
                      <a:pt x="1425690" y="1480433"/>
                      <a:pt x="1474802" y="1431321"/>
                      <a:pt x="1474802" y="1370738"/>
                    </a:cubicBezTo>
                    <a:lnTo>
                      <a:pt x="1474802" y="537090"/>
                    </a:lnTo>
                    <a:cubicBezTo>
                      <a:pt x="1474802" y="476507"/>
                      <a:pt x="1425691" y="427395"/>
                      <a:pt x="1365107" y="427395"/>
                    </a:cubicBezTo>
                    <a:lnTo>
                      <a:pt x="531459" y="427395"/>
                    </a:lnTo>
                    <a:cubicBezTo>
                      <a:pt x="470876" y="427395"/>
                      <a:pt x="421764" y="476507"/>
                      <a:pt x="421764" y="537090"/>
                    </a:cubicBezTo>
                    <a:lnTo>
                      <a:pt x="421764" y="1370739"/>
                    </a:lnTo>
                    <a:cubicBezTo>
                      <a:pt x="421764" y="1385884"/>
                      <a:pt x="424834" y="1400313"/>
                      <a:pt x="430385" y="1413436"/>
                    </a:cubicBezTo>
                    <a:lnTo>
                      <a:pt x="437581" y="1424110"/>
                    </a:lnTo>
                    <a:lnTo>
                      <a:pt x="442252" y="1574404"/>
                    </a:lnTo>
                    <a:lnTo>
                      <a:pt x="441823" y="1572278"/>
                    </a:lnTo>
                    <a:cubicBezTo>
                      <a:pt x="411645" y="1500930"/>
                      <a:pt x="340997" y="1450867"/>
                      <a:pt x="258656" y="1450867"/>
                    </a:cubicBezTo>
                    <a:lnTo>
                      <a:pt x="3408" y="1450867"/>
                    </a:lnTo>
                    <a:lnTo>
                      <a:pt x="0" y="1341225"/>
                    </a:lnTo>
                    <a:lnTo>
                      <a:pt x="0" y="198790"/>
                    </a:lnTo>
                    <a:cubicBezTo>
                      <a:pt x="0" y="89001"/>
                      <a:pt x="89001" y="0"/>
                      <a:pt x="198789" y="1"/>
                    </a:cubicBezTo>
                    <a:lnTo>
                      <a:pt x="1709524" y="1"/>
                    </a:lnTo>
                    <a:cubicBezTo>
                      <a:pt x="1764418" y="0"/>
                      <a:pt x="1814115" y="22251"/>
                      <a:pt x="1850089" y="58225"/>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Shape 39">
                <a:extLst>
                  <a:ext uri="{FF2B5EF4-FFF2-40B4-BE49-F238E27FC236}">
                    <a16:creationId xmlns:a16="http://schemas.microsoft.com/office/drawing/2014/main" id="{E323FFB7-AEA4-3648-7FE1-7DCF2D7982C4}"/>
                  </a:ext>
                </a:extLst>
              </p:cNvPr>
              <p:cNvSpPr/>
              <p:nvPr/>
            </p:nvSpPr>
            <p:spPr>
              <a:xfrm rot="18900000">
                <a:off x="2007074" y="7298477"/>
                <a:ext cx="449222" cy="604820"/>
              </a:xfrm>
              <a:custGeom>
                <a:avLst/>
                <a:gdLst>
                  <a:gd name="connsiteX0" fmla="*/ 395813 w 449222"/>
                  <a:gd name="connsiteY0" fmla="*/ 58224 h 457447"/>
                  <a:gd name="connsiteX1" fmla="*/ 438415 w 449222"/>
                  <a:gd name="connsiteY1" fmla="*/ 121411 h 457447"/>
                  <a:gd name="connsiteX2" fmla="*/ 438844 w 449222"/>
                  <a:gd name="connsiteY2" fmla="*/ 123537 h 457447"/>
                  <a:gd name="connsiteX3" fmla="*/ 449222 w 449222"/>
                  <a:gd name="connsiteY3" fmla="*/ 457447 h 457447"/>
                  <a:gd name="connsiteX4" fmla="*/ 195381 w 449222"/>
                  <a:gd name="connsiteY4" fmla="*/ 457447 h 457447"/>
                  <a:gd name="connsiteX5" fmla="*/ 12214 w 449222"/>
                  <a:gd name="connsiteY5" fmla="*/ 336034 h 457447"/>
                  <a:gd name="connsiteX6" fmla="*/ 10121 w 449222"/>
                  <a:gd name="connsiteY6" fmla="*/ 325667 h 457447"/>
                  <a:gd name="connsiteX7" fmla="*/ 0 w 449222"/>
                  <a:gd name="connsiteY7" fmla="*/ 0 h 457447"/>
                  <a:gd name="connsiteX8" fmla="*/ 255248 w 449222"/>
                  <a:gd name="connsiteY8" fmla="*/ 0 h 457447"/>
                  <a:gd name="connsiteX9" fmla="*/ 395813 w 449222"/>
                  <a:gd name="connsiteY9" fmla="*/ 58224 h 4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222" h="457447">
                    <a:moveTo>
                      <a:pt x="395813" y="58224"/>
                    </a:moveTo>
                    <a:cubicBezTo>
                      <a:pt x="413800" y="76211"/>
                      <a:pt x="428356" y="97628"/>
                      <a:pt x="438415" y="121411"/>
                    </a:cubicBezTo>
                    <a:lnTo>
                      <a:pt x="438844" y="123537"/>
                    </a:lnTo>
                    <a:lnTo>
                      <a:pt x="449222" y="457447"/>
                    </a:lnTo>
                    <a:lnTo>
                      <a:pt x="195381" y="457447"/>
                    </a:lnTo>
                    <a:cubicBezTo>
                      <a:pt x="113040" y="457446"/>
                      <a:pt x="42392" y="407383"/>
                      <a:pt x="12214" y="336034"/>
                    </a:cubicBezTo>
                    <a:lnTo>
                      <a:pt x="10121" y="325667"/>
                    </a:lnTo>
                    <a:lnTo>
                      <a:pt x="0" y="0"/>
                    </a:lnTo>
                    <a:lnTo>
                      <a:pt x="255248" y="0"/>
                    </a:lnTo>
                    <a:cubicBezTo>
                      <a:pt x="310142" y="0"/>
                      <a:pt x="359839" y="22250"/>
                      <a:pt x="395813"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3286CA7D-D2A0-7C9B-9603-FC85F1A326CB}"/>
                  </a:ext>
                </a:extLst>
              </p:cNvPr>
              <p:cNvSpPr/>
              <p:nvPr/>
            </p:nvSpPr>
            <p:spPr>
              <a:xfrm rot="18900000">
                <a:off x="2041265" y="5193291"/>
                <a:ext cx="438308" cy="752915"/>
              </a:xfrm>
              <a:custGeom>
                <a:avLst/>
                <a:gdLst>
                  <a:gd name="connsiteX0" fmla="*/ 384675 w 438308"/>
                  <a:gd name="connsiteY0" fmla="*/ 58224 h 475665"/>
                  <a:gd name="connsiteX1" fmla="*/ 427276 w 438308"/>
                  <a:gd name="connsiteY1" fmla="*/ 121412 h 475665"/>
                  <a:gd name="connsiteX2" fmla="*/ 428729 w 438308"/>
                  <a:gd name="connsiteY2" fmla="*/ 128605 h 475665"/>
                  <a:gd name="connsiteX3" fmla="*/ 438308 w 438308"/>
                  <a:gd name="connsiteY3" fmla="*/ 475665 h 475665"/>
                  <a:gd name="connsiteX4" fmla="*/ 197201 w 438308"/>
                  <a:gd name="connsiteY4" fmla="*/ 475665 h 475665"/>
                  <a:gd name="connsiteX5" fmla="*/ 14033 w 438308"/>
                  <a:gd name="connsiteY5" fmla="*/ 354253 h 475665"/>
                  <a:gd name="connsiteX6" fmla="*/ 3805 w 438308"/>
                  <a:gd name="connsiteY6" fmla="*/ 303589 h 475665"/>
                  <a:gd name="connsiteX7" fmla="*/ 0 w 438308"/>
                  <a:gd name="connsiteY7" fmla="*/ 1 h 475665"/>
                  <a:gd name="connsiteX8" fmla="*/ 244110 w 438308"/>
                  <a:gd name="connsiteY8" fmla="*/ 1 h 475665"/>
                  <a:gd name="connsiteX9" fmla="*/ 384675 w 438308"/>
                  <a:gd name="connsiteY9" fmla="*/ 58224 h 4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8308" h="475665">
                    <a:moveTo>
                      <a:pt x="384675" y="58224"/>
                    </a:moveTo>
                    <a:cubicBezTo>
                      <a:pt x="402662" y="76211"/>
                      <a:pt x="417218" y="97629"/>
                      <a:pt x="427276" y="121412"/>
                    </a:cubicBezTo>
                    <a:lnTo>
                      <a:pt x="428729" y="128605"/>
                    </a:lnTo>
                    <a:lnTo>
                      <a:pt x="438308" y="475665"/>
                    </a:lnTo>
                    <a:lnTo>
                      <a:pt x="197201" y="475665"/>
                    </a:lnTo>
                    <a:cubicBezTo>
                      <a:pt x="114860" y="475665"/>
                      <a:pt x="44211" y="425602"/>
                      <a:pt x="14033" y="354253"/>
                    </a:cubicBezTo>
                    <a:lnTo>
                      <a:pt x="3805" y="303589"/>
                    </a:lnTo>
                    <a:lnTo>
                      <a:pt x="0" y="1"/>
                    </a:lnTo>
                    <a:lnTo>
                      <a:pt x="244110" y="1"/>
                    </a:lnTo>
                    <a:cubicBezTo>
                      <a:pt x="299004" y="-1"/>
                      <a:pt x="348701" y="22250"/>
                      <a:pt x="384675" y="58224"/>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08E5EADE-D1E2-CCC2-652C-6E442014B3D1}"/>
                  </a:ext>
                </a:extLst>
              </p:cNvPr>
              <p:cNvSpPr/>
              <p:nvPr/>
            </p:nvSpPr>
            <p:spPr>
              <a:xfrm rot="18900000">
                <a:off x="1886938" y="5461917"/>
                <a:ext cx="1588" cy="92397"/>
              </a:xfrm>
              <a:custGeom>
                <a:avLst/>
                <a:gdLst>
                  <a:gd name="connsiteX0" fmla="*/ 431 w 1588"/>
                  <a:gd name="connsiteY0" fmla="*/ 0 h 92397"/>
                  <a:gd name="connsiteX1" fmla="*/ 1588 w 1588"/>
                  <a:gd name="connsiteY1" fmla="*/ 92397 h 92397"/>
                  <a:gd name="connsiteX2" fmla="*/ 0 w 1588"/>
                  <a:gd name="connsiteY2" fmla="*/ 92397 h 92397"/>
                  <a:gd name="connsiteX3" fmla="*/ 0 w 1588"/>
                  <a:gd name="connsiteY3" fmla="*/ 6 h 92397"/>
                  <a:gd name="connsiteX4" fmla="*/ 431 w 1588"/>
                  <a:gd name="connsiteY4" fmla="*/ 0 h 92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 h="92397">
                    <a:moveTo>
                      <a:pt x="431" y="0"/>
                    </a:moveTo>
                    <a:lnTo>
                      <a:pt x="1588" y="92397"/>
                    </a:lnTo>
                    <a:lnTo>
                      <a:pt x="0" y="92397"/>
                    </a:lnTo>
                    <a:lnTo>
                      <a:pt x="0" y="6"/>
                    </a:lnTo>
                    <a:lnTo>
                      <a:pt x="43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FA4403BC-7B58-FB1F-2BE7-2238C9FAE416}"/>
                  </a:ext>
                </a:extLst>
              </p:cNvPr>
              <p:cNvSpPr/>
              <p:nvPr/>
            </p:nvSpPr>
            <p:spPr>
              <a:xfrm rot="18900000">
                <a:off x="2601109" y="5550703"/>
                <a:ext cx="4591" cy="97710"/>
              </a:xfrm>
              <a:custGeom>
                <a:avLst/>
                <a:gdLst>
                  <a:gd name="connsiteX0" fmla="*/ 4591 w 4591"/>
                  <a:gd name="connsiteY0" fmla="*/ 0 h 97710"/>
                  <a:gd name="connsiteX1" fmla="*/ 4591 w 4591"/>
                  <a:gd name="connsiteY1" fmla="*/ 97658 h 97710"/>
                  <a:gd name="connsiteX2" fmla="*/ 2697 w 4591"/>
                  <a:gd name="connsiteY2" fmla="*/ 97710 h 97710"/>
                  <a:gd name="connsiteX3" fmla="*/ 0 w 4591"/>
                  <a:gd name="connsiteY3" fmla="*/ 0 h 97710"/>
                  <a:gd name="connsiteX4" fmla="*/ 4591 w 4591"/>
                  <a:gd name="connsiteY4" fmla="*/ 0 h 97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1" h="97710">
                    <a:moveTo>
                      <a:pt x="4591" y="0"/>
                    </a:moveTo>
                    <a:lnTo>
                      <a:pt x="4591" y="97658"/>
                    </a:lnTo>
                    <a:lnTo>
                      <a:pt x="2697" y="97710"/>
                    </a:lnTo>
                    <a:lnTo>
                      <a:pt x="0" y="0"/>
                    </a:lnTo>
                    <a:lnTo>
                      <a:pt x="4591"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F33E68E4-96B2-2B93-78EF-4D2C0EC270D3}"/>
                  </a:ext>
                </a:extLst>
              </p:cNvPr>
              <p:cNvSpPr/>
              <p:nvPr/>
            </p:nvSpPr>
            <p:spPr>
              <a:xfrm rot="18900000">
                <a:off x="1922453" y="3642829"/>
                <a:ext cx="1316334" cy="1582646"/>
              </a:xfrm>
              <a:custGeom>
                <a:avLst/>
                <a:gdLst>
                  <a:gd name="connsiteX0" fmla="*/ 1311519 w 1316334"/>
                  <a:gd name="connsiteY0" fmla="*/ 131780 h 1582646"/>
                  <a:gd name="connsiteX1" fmla="*/ 1314529 w 1316334"/>
                  <a:gd name="connsiteY1" fmla="*/ 228660 h 1582646"/>
                  <a:gd name="connsiteX2" fmla="*/ 1316334 w 1316334"/>
                  <a:gd name="connsiteY2" fmla="*/ 228603 h 1582646"/>
                  <a:gd name="connsiteX3" fmla="*/ 1316334 w 1316334"/>
                  <a:gd name="connsiteY3" fmla="*/ 1383857 h 1582646"/>
                  <a:gd name="connsiteX4" fmla="*/ 1117545 w 1316334"/>
                  <a:gd name="connsiteY4" fmla="*/ 1582646 h 1582646"/>
                  <a:gd name="connsiteX5" fmla="*/ 11809 w 1316334"/>
                  <a:gd name="connsiteY5" fmla="*/ 1582646 h 1582646"/>
                  <a:gd name="connsiteX6" fmla="*/ 0 w 1316334"/>
                  <a:gd name="connsiteY6" fmla="*/ 1154766 h 1582646"/>
                  <a:gd name="connsiteX7" fmla="*/ 773127 w 1316334"/>
                  <a:gd name="connsiteY7" fmla="*/ 1154766 h 1582646"/>
                  <a:gd name="connsiteX8" fmla="*/ 882822 w 1316334"/>
                  <a:gd name="connsiteY8" fmla="*/ 1045069 h 1582646"/>
                  <a:gd name="connsiteX9" fmla="*/ 882823 w 1316334"/>
                  <a:gd name="connsiteY9" fmla="*/ 211422 h 1582646"/>
                  <a:gd name="connsiteX10" fmla="*/ 877169 w 1316334"/>
                  <a:gd name="connsiteY10" fmla="*/ 183417 h 1582646"/>
                  <a:gd name="connsiteX11" fmla="*/ 878117 w 1316334"/>
                  <a:gd name="connsiteY11" fmla="*/ 183388 h 1582646"/>
                  <a:gd name="connsiteX12" fmla="*/ 872418 w 1316334"/>
                  <a:gd name="connsiteY12" fmla="*/ 0 h 1582646"/>
                  <a:gd name="connsiteX13" fmla="*/ 874511 w 1316334"/>
                  <a:gd name="connsiteY13" fmla="*/ 10367 h 1582646"/>
                  <a:gd name="connsiteX14" fmla="*/ 1057678 w 1316334"/>
                  <a:gd name="connsiteY14" fmla="*/ 131780 h 1582646"/>
                  <a:gd name="connsiteX15" fmla="*/ 1311519 w 1316334"/>
                  <a:gd name="connsiteY15" fmla="*/ 131780 h 1582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6334" h="1582646">
                    <a:moveTo>
                      <a:pt x="1311519" y="131780"/>
                    </a:moveTo>
                    <a:lnTo>
                      <a:pt x="1314529" y="228660"/>
                    </a:lnTo>
                    <a:lnTo>
                      <a:pt x="1316334" y="228603"/>
                    </a:lnTo>
                    <a:lnTo>
                      <a:pt x="1316334" y="1383857"/>
                    </a:lnTo>
                    <a:cubicBezTo>
                      <a:pt x="1316333" y="1493645"/>
                      <a:pt x="1227333" y="1582645"/>
                      <a:pt x="1117545" y="1582646"/>
                    </a:cubicBezTo>
                    <a:lnTo>
                      <a:pt x="11809" y="1582646"/>
                    </a:lnTo>
                    <a:lnTo>
                      <a:pt x="0" y="1154766"/>
                    </a:lnTo>
                    <a:lnTo>
                      <a:pt x="773127" y="1154766"/>
                    </a:lnTo>
                    <a:cubicBezTo>
                      <a:pt x="833711" y="1154766"/>
                      <a:pt x="882823" y="1105654"/>
                      <a:pt x="882822" y="1045069"/>
                    </a:cubicBezTo>
                    <a:lnTo>
                      <a:pt x="882823" y="211422"/>
                    </a:lnTo>
                    <a:lnTo>
                      <a:pt x="877169" y="183417"/>
                    </a:lnTo>
                    <a:lnTo>
                      <a:pt x="878117" y="183388"/>
                    </a:lnTo>
                    <a:lnTo>
                      <a:pt x="872418" y="0"/>
                    </a:lnTo>
                    <a:lnTo>
                      <a:pt x="874511" y="10367"/>
                    </a:lnTo>
                    <a:cubicBezTo>
                      <a:pt x="904689" y="81716"/>
                      <a:pt x="975337" y="131779"/>
                      <a:pt x="1057678" y="131780"/>
                    </a:cubicBezTo>
                    <a:lnTo>
                      <a:pt x="1311519" y="13178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44">
                <a:extLst>
                  <a:ext uri="{FF2B5EF4-FFF2-40B4-BE49-F238E27FC236}">
                    <a16:creationId xmlns:a16="http://schemas.microsoft.com/office/drawing/2014/main" id="{DF6AF17B-DFC5-4120-21AD-34357E221DE8}"/>
                  </a:ext>
                </a:extLst>
              </p:cNvPr>
              <p:cNvSpPr/>
              <p:nvPr/>
            </p:nvSpPr>
            <p:spPr>
              <a:xfrm rot="18900000">
                <a:off x="1261799" y="3824095"/>
                <a:ext cx="1345120" cy="1561254"/>
              </a:xfrm>
              <a:custGeom>
                <a:avLst/>
                <a:gdLst>
                  <a:gd name="connsiteX0" fmla="*/ 1331836 w 1345120"/>
                  <a:gd name="connsiteY0" fmla="*/ 0 h 1561254"/>
                  <a:gd name="connsiteX1" fmla="*/ 1345120 w 1345120"/>
                  <a:gd name="connsiteY1" fmla="*/ 427395 h 1561254"/>
                  <a:gd name="connsiteX2" fmla="*/ 531459 w 1345120"/>
                  <a:gd name="connsiteY2" fmla="*/ 427395 h 1561254"/>
                  <a:gd name="connsiteX3" fmla="*/ 421764 w 1345120"/>
                  <a:gd name="connsiteY3" fmla="*/ 537091 h 1561254"/>
                  <a:gd name="connsiteX4" fmla="*/ 421764 w 1345120"/>
                  <a:gd name="connsiteY4" fmla="*/ 1370739 h 1561254"/>
                  <a:gd name="connsiteX5" fmla="*/ 425580 w 1345120"/>
                  <a:gd name="connsiteY5" fmla="*/ 1389640 h 1561254"/>
                  <a:gd name="connsiteX6" fmla="*/ 430317 w 1345120"/>
                  <a:gd name="connsiteY6" fmla="*/ 1561254 h 1561254"/>
                  <a:gd name="connsiteX7" fmla="*/ 428864 w 1345120"/>
                  <a:gd name="connsiteY7" fmla="*/ 1554061 h 1561254"/>
                  <a:gd name="connsiteX8" fmla="*/ 386263 w 1345120"/>
                  <a:gd name="connsiteY8" fmla="*/ 1490873 h 1561254"/>
                  <a:gd name="connsiteX9" fmla="*/ 245698 w 1345120"/>
                  <a:gd name="connsiteY9" fmla="*/ 1432650 h 1561254"/>
                  <a:gd name="connsiteX10" fmla="*/ 1588 w 1345120"/>
                  <a:gd name="connsiteY10" fmla="*/ 1432650 h 1561254"/>
                  <a:gd name="connsiteX11" fmla="*/ 431 w 1345120"/>
                  <a:gd name="connsiteY11" fmla="*/ 1340253 h 1561254"/>
                  <a:gd name="connsiteX12" fmla="*/ 0 w 1345120"/>
                  <a:gd name="connsiteY12" fmla="*/ 1340259 h 1561254"/>
                  <a:gd name="connsiteX13" fmla="*/ 0 w 1345120"/>
                  <a:gd name="connsiteY13" fmla="*/ 198790 h 1561254"/>
                  <a:gd name="connsiteX14" fmla="*/ 198789 w 1345120"/>
                  <a:gd name="connsiteY14" fmla="*/ 1 h 1561254"/>
                  <a:gd name="connsiteX15" fmla="*/ 1331836 w 1345120"/>
                  <a:gd name="connsiteY15" fmla="*/ 0 h 1561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5120" h="1561254">
                    <a:moveTo>
                      <a:pt x="1331836" y="0"/>
                    </a:moveTo>
                    <a:lnTo>
                      <a:pt x="1345120" y="427395"/>
                    </a:lnTo>
                    <a:lnTo>
                      <a:pt x="531459" y="427395"/>
                    </a:lnTo>
                    <a:cubicBezTo>
                      <a:pt x="470876" y="427395"/>
                      <a:pt x="421764" y="476508"/>
                      <a:pt x="421764" y="537091"/>
                    </a:cubicBezTo>
                    <a:lnTo>
                      <a:pt x="421764" y="1370739"/>
                    </a:lnTo>
                    <a:lnTo>
                      <a:pt x="425580" y="1389640"/>
                    </a:lnTo>
                    <a:lnTo>
                      <a:pt x="430317" y="1561254"/>
                    </a:lnTo>
                    <a:lnTo>
                      <a:pt x="428864" y="1554061"/>
                    </a:lnTo>
                    <a:cubicBezTo>
                      <a:pt x="418806" y="1530278"/>
                      <a:pt x="404250" y="1508860"/>
                      <a:pt x="386263" y="1490873"/>
                    </a:cubicBezTo>
                    <a:cubicBezTo>
                      <a:pt x="350289" y="1454899"/>
                      <a:pt x="300592" y="1432648"/>
                      <a:pt x="245698" y="1432650"/>
                    </a:cubicBezTo>
                    <a:lnTo>
                      <a:pt x="1588" y="1432650"/>
                    </a:lnTo>
                    <a:lnTo>
                      <a:pt x="431" y="1340253"/>
                    </a:lnTo>
                    <a:lnTo>
                      <a:pt x="0" y="1340259"/>
                    </a:lnTo>
                    <a:lnTo>
                      <a:pt x="0" y="198790"/>
                    </a:lnTo>
                    <a:cubicBezTo>
                      <a:pt x="0" y="89002"/>
                      <a:pt x="89001" y="1"/>
                      <a:pt x="198789" y="1"/>
                    </a:cubicBezTo>
                    <a:lnTo>
                      <a:pt x="1331836"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4A87B012-F7FE-63A4-A89C-BA9B295E9259}"/>
                  </a:ext>
                </a:extLst>
              </p:cNvPr>
              <p:cNvSpPr/>
              <p:nvPr/>
            </p:nvSpPr>
            <p:spPr>
              <a:xfrm rot="18900000">
                <a:off x="2435684" y="5272165"/>
                <a:ext cx="14170" cy="347060"/>
              </a:xfrm>
              <a:custGeom>
                <a:avLst/>
                <a:gdLst>
                  <a:gd name="connsiteX0" fmla="*/ 0 w 14170"/>
                  <a:gd name="connsiteY0" fmla="*/ 0 h 347060"/>
                  <a:gd name="connsiteX1" fmla="*/ 14170 w 14170"/>
                  <a:gd name="connsiteY1" fmla="*/ 70185 h 347060"/>
                  <a:gd name="connsiteX2" fmla="*/ 14170 w 14170"/>
                  <a:gd name="connsiteY2" fmla="*/ 347060 h 347060"/>
                  <a:gd name="connsiteX3" fmla="*/ 9579 w 14170"/>
                  <a:gd name="connsiteY3" fmla="*/ 347060 h 347060"/>
                  <a:gd name="connsiteX4" fmla="*/ 0 w 14170"/>
                  <a:gd name="connsiteY4" fmla="*/ 0 h 34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70" h="347060">
                    <a:moveTo>
                      <a:pt x="0" y="0"/>
                    </a:moveTo>
                    <a:lnTo>
                      <a:pt x="14170" y="70185"/>
                    </a:lnTo>
                    <a:lnTo>
                      <a:pt x="14170" y="347060"/>
                    </a:lnTo>
                    <a:lnTo>
                      <a:pt x="9579" y="347060"/>
                    </a:lnTo>
                    <a:lnTo>
                      <a:pt x="0"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68002E92-7688-0B77-8D65-4F0CEC343BFB}"/>
                  </a:ext>
                </a:extLst>
              </p:cNvPr>
              <p:cNvSpPr/>
              <p:nvPr/>
            </p:nvSpPr>
            <p:spPr>
              <a:xfrm rot="18900000">
                <a:off x="2026383" y="5494977"/>
                <a:ext cx="5393" cy="303588"/>
              </a:xfrm>
              <a:custGeom>
                <a:avLst/>
                <a:gdLst>
                  <a:gd name="connsiteX0" fmla="*/ 1588 w 5393"/>
                  <a:gd name="connsiteY0" fmla="*/ 0 h 303588"/>
                  <a:gd name="connsiteX1" fmla="*/ 5393 w 5393"/>
                  <a:gd name="connsiteY1" fmla="*/ 303588 h 303588"/>
                  <a:gd name="connsiteX2" fmla="*/ 0 w 5393"/>
                  <a:gd name="connsiteY2" fmla="*/ 276875 h 303588"/>
                  <a:gd name="connsiteX3" fmla="*/ 0 w 5393"/>
                  <a:gd name="connsiteY3" fmla="*/ 0 h 303588"/>
                  <a:gd name="connsiteX4" fmla="*/ 1588 w 5393"/>
                  <a:gd name="connsiteY4" fmla="*/ 0 h 303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3" h="303588">
                    <a:moveTo>
                      <a:pt x="1588" y="0"/>
                    </a:moveTo>
                    <a:lnTo>
                      <a:pt x="5393" y="303588"/>
                    </a:lnTo>
                    <a:lnTo>
                      <a:pt x="0" y="276875"/>
                    </a:lnTo>
                    <a:lnTo>
                      <a:pt x="0" y="0"/>
                    </a:lnTo>
                    <a:lnTo>
                      <a:pt x="1588" y="0"/>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Freeform: Shape 47">
                <a:extLst>
                  <a:ext uri="{FF2B5EF4-FFF2-40B4-BE49-F238E27FC236}">
                    <a16:creationId xmlns:a16="http://schemas.microsoft.com/office/drawing/2014/main" id="{DC0BA89C-FF0B-3C8A-2ABC-F5B6ED58F5BA}"/>
                  </a:ext>
                </a:extLst>
              </p:cNvPr>
              <p:cNvSpPr/>
              <p:nvPr/>
            </p:nvSpPr>
            <p:spPr>
              <a:xfrm rot="18900000">
                <a:off x="1866818" y="5682781"/>
                <a:ext cx="1346542" cy="1604725"/>
              </a:xfrm>
              <a:custGeom>
                <a:avLst/>
                <a:gdLst>
                  <a:gd name="connsiteX0" fmla="*/ 1341951 w 1346542"/>
                  <a:gd name="connsiteY0" fmla="*/ 172076 h 1604725"/>
                  <a:gd name="connsiteX1" fmla="*/ 1344648 w 1346542"/>
                  <a:gd name="connsiteY1" fmla="*/ 269786 h 1604725"/>
                  <a:gd name="connsiteX2" fmla="*/ 1346542 w 1346542"/>
                  <a:gd name="connsiteY2" fmla="*/ 269734 h 1604725"/>
                  <a:gd name="connsiteX3" fmla="*/ 1346542 w 1346542"/>
                  <a:gd name="connsiteY3" fmla="*/ 1405936 h 1604725"/>
                  <a:gd name="connsiteX4" fmla="*/ 1147753 w 1346542"/>
                  <a:gd name="connsiteY4" fmla="*/ 1604725 h 1604725"/>
                  <a:gd name="connsiteX5" fmla="*/ 13298 w 1346542"/>
                  <a:gd name="connsiteY5" fmla="*/ 1604724 h 1604725"/>
                  <a:gd name="connsiteX6" fmla="*/ 0 w 1346542"/>
                  <a:gd name="connsiteY6" fmla="*/ 1176844 h 1604725"/>
                  <a:gd name="connsiteX7" fmla="*/ 803336 w 1346542"/>
                  <a:gd name="connsiteY7" fmla="*/ 1176844 h 1604725"/>
                  <a:gd name="connsiteX8" fmla="*/ 913031 w 1346542"/>
                  <a:gd name="connsiteY8" fmla="*/ 1067149 h 1604725"/>
                  <a:gd name="connsiteX9" fmla="*/ 913031 w 1346542"/>
                  <a:gd name="connsiteY9" fmla="*/ 233500 h 1604725"/>
                  <a:gd name="connsiteX10" fmla="*/ 910198 w 1346542"/>
                  <a:gd name="connsiteY10" fmla="*/ 219466 h 1604725"/>
                  <a:gd name="connsiteX11" fmla="*/ 907448 w 1346542"/>
                  <a:gd name="connsiteY11" fmla="*/ 0 h 1604725"/>
                  <a:gd name="connsiteX12" fmla="*/ 917676 w 1346542"/>
                  <a:gd name="connsiteY12" fmla="*/ 50664 h 1604725"/>
                  <a:gd name="connsiteX13" fmla="*/ 1100844 w 1346542"/>
                  <a:gd name="connsiteY13" fmla="*/ 172076 h 1604725"/>
                  <a:gd name="connsiteX14" fmla="*/ 1341951 w 1346542"/>
                  <a:gd name="connsiteY14" fmla="*/ 172076 h 1604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6542" h="1604725">
                    <a:moveTo>
                      <a:pt x="1341951" y="172076"/>
                    </a:moveTo>
                    <a:lnTo>
                      <a:pt x="1344648" y="269786"/>
                    </a:lnTo>
                    <a:lnTo>
                      <a:pt x="1346542" y="269734"/>
                    </a:lnTo>
                    <a:lnTo>
                      <a:pt x="1346542" y="1405936"/>
                    </a:lnTo>
                    <a:cubicBezTo>
                      <a:pt x="1346542" y="1515722"/>
                      <a:pt x="1257541" y="1604723"/>
                      <a:pt x="1147753" y="1604725"/>
                    </a:cubicBezTo>
                    <a:lnTo>
                      <a:pt x="13298" y="1604724"/>
                    </a:lnTo>
                    <a:lnTo>
                      <a:pt x="0" y="1176844"/>
                    </a:lnTo>
                    <a:lnTo>
                      <a:pt x="803336" y="1176844"/>
                    </a:lnTo>
                    <a:cubicBezTo>
                      <a:pt x="863919" y="1176843"/>
                      <a:pt x="913031" y="1127731"/>
                      <a:pt x="913031" y="1067149"/>
                    </a:cubicBezTo>
                    <a:lnTo>
                      <a:pt x="913031" y="233500"/>
                    </a:lnTo>
                    <a:lnTo>
                      <a:pt x="910198" y="219466"/>
                    </a:lnTo>
                    <a:lnTo>
                      <a:pt x="907448" y="0"/>
                    </a:lnTo>
                    <a:lnTo>
                      <a:pt x="917676" y="50664"/>
                    </a:lnTo>
                    <a:cubicBezTo>
                      <a:pt x="947854" y="122013"/>
                      <a:pt x="1018503" y="172076"/>
                      <a:pt x="1100844" y="172076"/>
                    </a:cubicBezTo>
                    <a:lnTo>
                      <a:pt x="1341951" y="172076"/>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16DE8EEA-041B-5AF9-434B-85E700A6B74C}"/>
                  </a:ext>
                </a:extLst>
              </p:cNvPr>
              <p:cNvSpPr/>
              <p:nvPr/>
            </p:nvSpPr>
            <p:spPr>
              <a:xfrm rot="18900000">
                <a:off x="1249997" y="5883791"/>
                <a:ext cx="1306927" cy="1574403"/>
              </a:xfrm>
              <a:custGeom>
                <a:avLst/>
                <a:gdLst>
                  <a:gd name="connsiteX0" fmla="*/ 1301571 w 1306927"/>
                  <a:gd name="connsiteY0" fmla="*/ 1 h 1574403"/>
                  <a:gd name="connsiteX1" fmla="*/ 1306927 w 1306927"/>
                  <a:gd name="connsiteY1" fmla="*/ 427395 h 1574403"/>
                  <a:gd name="connsiteX2" fmla="*/ 531458 w 1306927"/>
                  <a:gd name="connsiteY2" fmla="*/ 427394 h 1574403"/>
                  <a:gd name="connsiteX3" fmla="*/ 421763 w 1306927"/>
                  <a:gd name="connsiteY3" fmla="*/ 537089 h 1574403"/>
                  <a:gd name="connsiteX4" fmla="*/ 421763 w 1306927"/>
                  <a:gd name="connsiteY4" fmla="*/ 1370738 h 1574403"/>
                  <a:gd name="connsiteX5" fmla="*/ 430385 w 1306927"/>
                  <a:gd name="connsiteY5" fmla="*/ 1413436 h 1574403"/>
                  <a:gd name="connsiteX6" fmla="*/ 437581 w 1306927"/>
                  <a:gd name="connsiteY6" fmla="*/ 1424109 h 1574403"/>
                  <a:gd name="connsiteX7" fmla="*/ 442252 w 1306927"/>
                  <a:gd name="connsiteY7" fmla="*/ 1574403 h 1574403"/>
                  <a:gd name="connsiteX8" fmla="*/ 441823 w 1306927"/>
                  <a:gd name="connsiteY8" fmla="*/ 1572277 h 1574403"/>
                  <a:gd name="connsiteX9" fmla="*/ 258656 w 1306927"/>
                  <a:gd name="connsiteY9" fmla="*/ 1450866 h 1574403"/>
                  <a:gd name="connsiteX10" fmla="*/ 3408 w 1306927"/>
                  <a:gd name="connsiteY10" fmla="*/ 1450866 h 1574403"/>
                  <a:gd name="connsiteX11" fmla="*/ 0 w 1306927"/>
                  <a:gd name="connsiteY11" fmla="*/ 1341224 h 1574403"/>
                  <a:gd name="connsiteX12" fmla="*/ 0 w 1306927"/>
                  <a:gd name="connsiteY12" fmla="*/ 198790 h 1574403"/>
                  <a:gd name="connsiteX13" fmla="*/ 198789 w 1306927"/>
                  <a:gd name="connsiteY13" fmla="*/ 1 h 1574403"/>
                  <a:gd name="connsiteX14" fmla="*/ 1301571 w 1306927"/>
                  <a:gd name="connsiteY14" fmla="*/ 1 h 1574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06927" h="1574403">
                    <a:moveTo>
                      <a:pt x="1301571" y="1"/>
                    </a:moveTo>
                    <a:lnTo>
                      <a:pt x="1306927" y="427395"/>
                    </a:lnTo>
                    <a:lnTo>
                      <a:pt x="531458" y="427394"/>
                    </a:lnTo>
                    <a:cubicBezTo>
                      <a:pt x="470876" y="427394"/>
                      <a:pt x="421764" y="476506"/>
                      <a:pt x="421763" y="537089"/>
                    </a:cubicBezTo>
                    <a:lnTo>
                      <a:pt x="421763" y="1370738"/>
                    </a:lnTo>
                    <a:cubicBezTo>
                      <a:pt x="421763" y="1385883"/>
                      <a:pt x="424834" y="1400312"/>
                      <a:pt x="430385" y="1413436"/>
                    </a:cubicBezTo>
                    <a:lnTo>
                      <a:pt x="437581" y="1424109"/>
                    </a:lnTo>
                    <a:lnTo>
                      <a:pt x="442252" y="1574403"/>
                    </a:lnTo>
                    <a:lnTo>
                      <a:pt x="441823" y="1572277"/>
                    </a:lnTo>
                    <a:cubicBezTo>
                      <a:pt x="411645" y="1500930"/>
                      <a:pt x="340997" y="1450866"/>
                      <a:pt x="258656" y="1450866"/>
                    </a:cubicBezTo>
                    <a:lnTo>
                      <a:pt x="3408" y="1450866"/>
                    </a:lnTo>
                    <a:lnTo>
                      <a:pt x="0" y="1341224"/>
                    </a:lnTo>
                    <a:lnTo>
                      <a:pt x="0" y="198790"/>
                    </a:lnTo>
                    <a:cubicBezTo>
                      <a:pt x="0" y="89000"/>
                      <a:pt x="89000" y="-1"/>
                      <a:pt x="198789" y="1"/>
                    </a:cubicBezTo>
                    <a:lnTo>
                      <a:pt x="1301571" y="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43E72CCD-8B8A-4D0C-FDD5-209D7077C8A4}"/>
                  </a:ext>
                </a:extLst>
              </p:cNvPr>
              <p:cNvSpPr/>
              <p:nvPr/>
            </p:nvSpPr>
            <p:spPr>
              <a:xfrm rot="18900000">
                <a:off x="1279979" y="7674104"/>
                <a:ext cx="1908313" cy="1908313"/>
              </a:xfrm>
              <a:custGeom>
                <a:avLst/>
                <a:gdLst>
                  <a:gd name="connsiteX0" fmla="*/ 1903498 w 1908313"/>
                  <a:gd name="connsiteY0" fmla="*/ 457447 h 1908313"/>
                  <a:gd name="connsiteX1" fmla="*/ 1906509 w 1908313"/>
                  <a:gd name="connsiteY1" fmla="*/ 554327 h 1908313"/>
                  <a:gd name="connsiteX2" fmla="*/ 1908313 w 1908313"/>
                  <a:gd name="connsiteY2" fmla="*/ 554270 h 1908313"/>
                  <a:gd name="connsiteX3" fmla="*/ 1908313 w 1908313"/>
                  <a:gd name="connsiteY3" fmla="*/ 1709524 h 1908313"/>
                  <a:gd name="connsiteX4" fmla="*/ 1709524 w 1908313"/>
                  <a:gd name="connsiteY4" fmla="*/ 1908313 h 1908313"/>
                  <a:gd name="connsiteX5" fmla="*/ 198789 w 1908313"/>
                  <a:gd name="connsiteY5" fmla="*/ 1908313 h 1908313"/>
                  <a:gd name="connsiteX6" fmla="*/ 0 w 1908313"/>
                  <a:gd name="connsiteY6" fmla="*/ 1709524 h 1908313"/>
                  <a:gd name="connsiteX7" fmla="*/ 0 w 1908313"/>
                  <a:gd name="connsiteY7" fmla="*/ 198789 h 1908313"/>
                  <a:gd name="connsiteX8" fmla="*/ 198789 w 1908313"/>
                  <a:gd name="connsiteY8" fmla="*/ 0 h 1908313"/>
                  <a:gd name="connsiteX9" fmla="*/ 1331837 w 1908313"/>
                  <a:gd name="connsiteY9" fmla="*/ 0 h 1908313"/>
                  <a:gd name="connsiteX10" fmla="*/ 1345120 w 1908313"/>
                  <a:gd name="connsiteY10" fmla="*/ 427395 h 1908313"/>
                  <a:gd name="connsiteX11" fmla="*/ 531460 w 1908313"/>
                  <a:gd name="connsiteY11" fmla="*/ 427395 h 1908313"/>
                  <a:gd name="connsiteX12" fmla="*/ 421764 w 1908313"/>
                  <a:gd name="connsiteY12" fmla="*/ 537090 h 1908313"/>
                  <a:gd name="connsiteX13" fmla="*/ 421764 w 1908313"/>
                  <a:gd name="connsiteY13" fmla="*/ 1370738 h 1908313"/>
                  <a:gd name="connsiteX14" fmla="*/ 531459 w 1908313"/>
                  <a:gd name="connsiteY14" fmla="*/ 1480433 h 1908313"/>
                  <a:gd name="connsiteX15" fmla="*/ 1365107 w 1908313"/>
                  <a:gd name="connsiteY15" fmla="*/ 1480433 h 1908313"/>
                  <a:gd name="connsiteX16" fmla="*/ 1474802 w 1908313"/>
                  <a:gd name="connsiteY16" fmla="*/ 1370737 h 1908313"/>
                  <a:gd name="connsiteX17" fmla="*/ 1474802 w 1908313"/>
                  <a:gd name="connsiteY17" fmla="*/ 537090 h 1908313"/>
                  <a:gd name="connsiteX18" fmla="*/ 1469148 w 1908313"/>
                  <a:gd name="connsiteY18" fmla="*/ 509084 h 1908313"/>
                  <a:gd name="connsiteX19" fmla="*/ 1470096 w 1908313"/>
                  <a:gd name="connsiteY19" fmla="*/ 509055 h 1908313"/>
                  <a:gd name="connsiteX20" fmla="*/ 1464397 w 1908313"/>
                  <a:gd name="connsiteY20" fmla="*/ 325667 h 1908313"/>
                  <a:gd name="connsiteX21" fmla="*/ 1466490 w 1908313"/>
                  <a:gd name="connsiteY21" fmla="*/ 336034 h 1908313"/>
                  <a:gd name="connsiteX22" fmla="*/ 1649657 w 1908313"/>
                  <a:gd name="connsiteY22" fmla="*/ 457447 h 1908313"/>
                  <a:gd name="connsiteX23" fmla="*/ 1903498 w 1908313"/>
                  <a:gd name="connsiteY23" fmla="*/ 457447 h 1908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8313" h="1908313">
                    <a:moveTo>
                      <a:pt x="1903498" y="457447"/>
                    </a:moveTo>
                    <a:lnTo>
                      <a:pt x="1906509" y="554327"/>
                    </a:lnTo>
                    <a:lnTo>
                      <a:pt x="1908313" y="554270"/>
                    </a:lnTo>
                    <a:lnTo>
                      <a:pt x="1908313" y="1709524"/>
                    </a:lnTo>
                    <a:cubicBezTo>
                      <a:pt x="1908312" y="1819312"/>
                      <a:pt x="1819312" y="1908312"/>
                      <a:pt x="1709524" y="1908313"/>
                    </a:cubicBezTo>
                    <a:lnTo>
                      <a:pt x="198789" y="1908313"/>
                    </a:lnTo>
                    <a:cubicBezTo>
                      <a:pt x="89001" y="1908313"/>
                      <a:pt x="-1" y="1819312"/>
                      <a:pt x="0" y="1709524"/>
                    </a:cubicBezTo>
                    <a:lnTo>
                      <a:pt x="0" y="198789"/>
                    </a:lnTo>
                    <a:cubicBezTo>
                      <a:pt x="0" y="89001"/>
                      <a:pt x="89001" y="0"/>
                      <a:pt x="198789" y="0"/>
                    </a:cubicBezTo>
                    <a:lnTo>
                      <a:pt x="1331837" y="0"/>
                    </a:lnTo>
                    <a:lnTo>
                      <a:pt x="1345120" y="427395"/>
                    </a:lnTo>
                    <a:lnTo>
                      <a:pt x="531460" y="427395"/>
                    </a:lnTo>
                    <a:cubicBezTo>
                      <a:pt x="470876" y="427395"/>
                      <a:pt x="421764" y="476507"/>
                      <a:pt x="421764" y="537090"/>
                    </a:cubicBezTo>
                    <a:lnTo>
                      <a:pt x="421764" y="1370738"/>
                    </a:lnTo>
                    <a:cubicBezTo>
                      <a:pt x="421765" y="1431321"/>
                      <a:pt x="470876" y="1480432"/>
                      <a:pt x="531459" y="1480433"/>
                    </a:cubicBezTo>
                    <a:lnTo>
                      <a:pt x="1365107" y="1480433"/>
                    </a:lnTo>
                    <a:cubicBezTo>
                      <a:pt x="1425690" y="1480433"/>
                      <a:pt x="1474802" y="1431321"/>
                      <a:pt x="1474802" y="1370737"/>
                    </a:cubicBezTo>
                    <a:lnTo>
                      <a:pt x="1474802" y="537090"/>
                    </a:lnTo>
                    <a:lnTo>
                      <a:pt x="1469148" y="509084"/>
                    </a:lnTo>
                    <a:lnTo>
                      <a:pt x="1470096" y="509055"/>
                    </a:lnTo>
                    <a:lnTo>
                      <a:pt x="1464397" y="325667"/>
                    </a:lnTo>
                    <a:lnTo>
                      <a:pt x="1466490" y="336034"/>
                    </a:lnTo>
                    <a:cubicBezTo>
                      <a:pt x="1496668" y="407383"/>
                      <a:pt x="1567316" y="457446"/>
                      <a:pt x="1649657" y="457447"/>
                    </a:cubicBezTo>
                    <a:lnTo>
                      <a:pt x="1903498" y="45744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Freeform: Shape 50">
                <a:extLst>
                  <a:ext uri="{FF2B5EF4-FFF2-40B4-BE49-F238E27FC236}">
                    <a16:creationId xmlns:a16="http://schemas.microsoft.com/office/drawing/2014/main" id="{A513DF0D-64F1-508F-68D6-09879B83DA8A}"/>
                  </a:ext>
                </a:extLst>
              </p:cNvPr>
              <p:cNvSpPr/>
              <p:nvPr/>
            </p:nvSpPr>
            <p:spPr>
              <a:xfrm rot="18805141">
                <a:off x="1930007" y="1404700"/>
                <a:ext cx="1098" cy="39787"/>
              </a:xfrm>
              <a:custGeom>
                <a:avLst/>
                <a:gdLst>
                  <a:gd name="connsiteX0" fmla="*/ 1098 w 1098"/>
                  <a:gd name="connsiteY0" fmla="*/ 0 h 39787"/>
                  <a:gd name="connsiteX1" fmla="*/ 499 w 1098"/>
                  <a:gd name="connsiteY1" fmla="*/ 39787 h 39787"/>
                  <a:gd name="connsiteX2" fmla="*/ 0 w 1098"/>
                  <a:gd name="connsiteY2" fmla="*/ 39773 h 39787"/>
                  <a:gd name="connsiteX3" fmla="*/ 1098 w 1098"/>
                  <a:gd name="connsiteY3" fmla="*/ 0 h 39787"/>
                </a:gdLst>
                <a:ahLst/>
                <a:cxnLst>
                  <a:cxn ang="0">
                    <a:pos x="connsiteX0" y="connsiteY0"/>
                  </a:cxn>
                  <a:cxn ang="0">
                    <a:pos x="connsiteX1" y="connsiteY1"/>
                  </a:cxn>
                  <a:cxn ang="0">
                    <a:pos x="connsiteX2" y="connsiteY2"/>
                  </a:cxn>
                  <a:cxn ang="0">
                    <a:pos x="connsiteX3" y="connsiteY3"/>
                  </a:cxn>
                </a:cxnLst>
                <a:rect l="l" t="t" r="r" b="b"/>
                <a:pathLst>
                  <a:path w="1098" h="39787">
                    <a:moveTo>
                      <a:pt x="1098" y="0"/>
                    </a:moveTo>
                    <a:lnTo>
                      <a:pt x="499" y="39787"/>
                    </a:lnTo>
                    <a:lnTo>
                      <a:pt x="0" y="39773"/>
                    </a:lnTo>
                    <a:lnTo>
                      <a:pt x="1098"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FBCFC482-67C2-A8BF-D100-AC3972422A83}"/>
                  </a:ext>
                </a:extLst>
              </p:cNvPr>
              <p:cNvSpPr/>
              <p:nvPr/>
            </p:nvSpPr>
            <p:spPr>
              <a:xfrm rot="18805141">
                <a:off x="2604346" y="1419307"/>
                <a:ext cx="3174" cy="115067"/>
              </a:xfrm>
              <a:custGeom>
                <a:avLst/>
                <a:gdLst>
                  <a:gd name="connsiteX0" fmla="*/ 3174 w 3174"/>
                  <a:gd name="connsiteY0" fmla="*/ 87 h 115067"/>
                  <a:gd name="connsiteX1" fmla="*/ 0 w 3174"/>
                  <a:gd name="connsiteY1" fmla="*/ 115067 h 115067"/>
                  <a:gd name="connsiteX2" fmla="*/ 0 w 3174"/>
                  <a:gd name="connsiteY2" fmla="*/ 0 h 115067"/>
                  <a:gd name="connsiteX3" fmla="*/ 3174 w 3174"/>
                  <a:gd name="connsiteY3" fmla="*/ 87 h 115067"/>
                </a:gdLst>
                <a:ahLst/>
                <a:cxnLst>
                  <a:cxn ang="0">
                    <a:pos x="connsiteX0" y="connsiteY0"/>
                  </a:cxn>
                  <a:cxn ang="0">
                    <a:pos x="connsiteX1" y="connsiteY1"/>
                  </a:cxn>
                  <a:cxn ang="0">
                    <a:pos x="connsiteX2" y="connsiteY2"/>
                  </a:cxn>
                  <a:cxn ang="0">
                    <a:pos x="connsiteX3" y="connsiteY3"/>
                  </a:cxn>
                </a:cxnLst>
                <a:rect l="l" t="t" r="r" b="b"/>
                <a:pathLst>
                  <a:path w="3174" h="115067">
                    <a:moveTo>
                      <a:pt x="3174" y="87"/>
                    </a:moveTo>
                    <a:lnTo>
                      <a:pt x="0" y="115067"/>
                    </a:lnTo>
                    <a:lnTo>
                      <a:pt x="0" y="0"/>
                    </a:lnTo>
                    <a:lnTo>
                      <a:pt x="3174" y="87"/>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Shape 52">
                <a:extLst>
                  <a:ext uri="{FF2B5EF4-FFF2-40B4-BE49-F238E27FC236}">
                    <a16:creationId xmlns:a16="http://schemas.microsoft.com/office/drawing/2014/main" id="{B687F6A8-FFDB-37E6-74F4-1234B8BA69D7}"/>
                  </a:ext>
                </a:extLst>
              </p:cNvPr>
              <p:cNvSpPr/>
              <p:nvPr/>
            </p:nvSpPr>
            <p:spPr>
              <a:xfrm rot="18805141">
                <a:off x="2454629" y="1186489"/>
                <a:ext cx="9750" cy="294524"/>
              </a:xfrm>
              <a:custGeom>
                <a:avLst/>
                <a:gdLst>
                  <a:gd name="connsiteX0" fmla="*/ 0 w 9750"/>
                  <a:gd name="connsiteY0" fmla="*/ 0 h 294524"/>
                  <a:gd name="connsiteX1" fmla="*/ 9750 w 9750"/>
                  <a:gd name="connsiteY1" fmla="*/ 56251 h 294524"/>
                  <a:gd name="connsiteX2" fmla="*/ 3174 w 9750"/>
                  <a:gd name="connsiteY2" fmla="*/ 294524 h 294524"/>
                  <a:gd name="connsiteX3" fmla="*/ 0 w 9750"/>
                  <a:gd name="connsiteY3" fmla="*/ 294437 h 294524"/>
                  <a:gd name="connsiteX4" fmla="*/ 0 w 9750"/>
                  <a:gd name="connsiteY4" fmla="*/ 0 h 294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0" h="294524">
                    <a:moveTo>
                      <a:pt x="0" y="0"/>
                    </a:moveTo>
                    <a:lnTo>
                      <a:pt x="9750" y="56251"/>
                    </a:lnTo>
                    <a:lnTo>
                      <a:pt x="3174" y="294524"/>
                    </a:lnTo>
                    <a:lnTo>
                      <a:pt x="0" y="294437"/>
                    </a:lnTo>
                    <a:lnTo>
                      <a:pt x="0" y="0"/>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Freeform: Shape 53">
                <a:extLst>
                  <a:ext uri="{FF2B5EF4-FFF2-40B4-BE49-F238E27FC236}">
                    <a16:creationId xmlns:a16="http://schemas.microsoft.com/office/drawing/2014/main" id="{2752FAEE-19E5-0F30-8ACE-E1FD3B49EB5C}"/>
                  </a:ext>
                </a:extLst>
              </p:cNvPr>
              <p:cNvSpPr/>
              <p:nvPr/>
            </p:nvSpPr>
            <p:spPr>
              <a:xfrm rot="18805141">
                <a:off x="2032248" y="1400720"/>
                <a:ext cx="7075" cy="256777"/>
              </a:xfrm>
              <a:custGeom>
                <a:avLst/>
                <a:gdLst>
                  <a:gd name="connsiteX0" fmla="*/ 7075 w 7075"/>
                  <a:gd name="connsiteY0" fmla="*/ 14 h 256777"/>
                  <a:gd name="connsiteX1" fmla="*/ 3207 w 7075"/>
                  <a:gd name="connsiteY1" fmla="*/ 256777 h 256777"/>
                  <a:gd name="connsiteX2" fmla="*/ 0 w 7075"/>
                  <a:gd name="connsiteY2" fmla="*/ 238273 h 256777"/>
                  <a:gd name="connsiteX3" fmla="*/ 6576 w 7075"/>
                  <a:gd name="connsiteY3" fmla="*/ 0 h 256777"/>
                  <a:gd name="connsiteX4" fmla="*/ 7075 w 7075"/>
                  <a:gd name="connsiteY4" fmla="*/ 14 h 256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 h="256777">
                    <a:moveTo>
                      <a:pt x="7075" y="14"/>
                    </a:moveTo>
                    <a:lnTo>
                      <a:pt x="3207" y="256777"/>
                    </a:lnTo>
                    <a:lnTo>
                      <a:pt x="0" y="238273"/>
                    </a:lnTo>
                    <a:lnTo>
                      <a:pt x="6576" y="0"/>
                    </a:lnTo>
                    <a:lnTo>
                      <a:pt x="7075" y="14"/>
                    </a:lnTo>
                    <a:close/>
                  </a:path>
                </a:pathLst>
              </a:custGeom>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55" name="Group 54">
                <a:extLst>
                  <a:ext uri="{FF2B5EF4-FFF2-40B4-BE49-F238E27FC236}">
                    <a16:creationId xmlns:a16="http://schemas.microsoft.com/office/drawing/2014/main" id="{B41D85E1-CB6F-7E7A-9512-6775F8E78CE9}"/>
                  </a:ext>
                </a:extLst>
              </p:cNvPr>
              <p:cNvGrpSpPr/>
              <p:nvPr/>
            </p:nvGrpSpPr>
            <p:grpSpPr>
              <a:xfrm>
                <a:off x="1129831" y="-362379"/>
                <a:ext cx="2252938" cy="3596105"/>
                <a:chOff x="1129831" y="-362379"/>
                <a:chExt cx="2252938" cy="3596105"/>
              </a:xfrm>
            </p:grpSpPr>
            <p:sp>
              <p:nvSpPr>
                <p:cNvPr id="56" name="Freeform: Shape 55">
                  <a:extLst>
                    <a:ext uri="{FF2B5EF4-FFF2-40B4-BE49-F238E27FC236}">
                      <a16:creationId xmlns:a16="http://schemas.microsoft.com/office/drawing/2014/main" id="{699474CD-9F63-9F93-BD98-4E54C40E8A31}"/>
                    </a:ext>
                  </a:extLst>
                </p:cNvPr>
                <p:cNvSpPr/>
                <p:nvPr/>
              </p:nvSpPr>
              <p:spPr>
                <a:xfrm rot="18805141">
                  <a:off x="2036107" y="1028973"/>
                  <a:ext cx="428587" cy="817294"/>
                </a:xfrm>
                <a:custGeom>
                  <a:avLst/>
                  <a:gdLst>
                    <a:gd name="connsiteX0" fmla="*/ 384013 w 428587"/>
                    <a:gd name="connsiteY0" fmla="*/ 68739 h 449042"/>
                    <a:gd name="connsiteX1" fmla="*/ 424856 w 428587"/>
                    <a:gd name="connsiteY1" fmla="*/ 133077 h 449042"/>
                    <a:gd name="connsiteX2" fmla="*/ 428587 w 428587"/>
                    <a:gd name="connsiteY2" fmla="*/ 154605 h 449042"/>
                    <a:gd name="connsiteX3" fmla="*/ 428587 w 428587"/>
                    <a:gd name="connsiteY3" fmla="*/ 449042 h 449042"/>
                    <a:gd name="connsiteX4" fmla="*/ 190021 w 428587"/>
                    <a:gd name="connsiteY4" fmla="*/ 442457 h 449042"/>
                    <a:gd name="connsiteX5" fmla="*/ 10273 w 428587"/>
                    <a:gd name="connsiteY5" fmla="*/ 316038 h 449042"/>
                    <a:gd name="connsiteX6" fmla="*/ 0 w 428587"/>
                    <a:gd name="connsiteY6" fmla="*/ 256763 h 449042"/>
                    <a:gd name="connsiteX7" fmla="*/ 3868 w 428587"/>
                    <a:gd name="connsiteY7" fmla="*/ 0 h 449042"/>
                    <a:gd name="connsiteX8" fmla="*/ 245108 w 428587"/>
                    <a:gd name="connsiteY8" fmla="*/ 6658 h 449042"/>
                    <a:gd name="connsiteX9" fmla="*/ 384013 w 428587"/>
                    <a:gd name="connsiteY9" fmla="*/ 68739 h 449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8587" h="449042">
                      <a:moveTo>
                        <a:pt x="384013" y="68739"/>
                      </a:moveTo>
                      <a:cubicBezTo>
                        <a:pt x="401497" y="87215"/>
                        <a:pt x="415456" y="109026"/>
                        <a:pt x="424856" y="133077"/>
                      </a:cubicBezTo>
                      <a:lnTo>
                        <a:pt x="428587" y="154605"/>
                      </a:lnTo>
                      <a:lnTo>
                        <a:pt x="428587" y="449042"/>
                      </a:lnTo>
                      <a:lnTo>
                        <a:pt x="190021" y="442457"/>
                      </a:lnTo>
                      <a:cubicBezTo>
                        <a:pt x="107712" y="440185"/>
                        <a:pt x="38471" y="388191"/>
                        <a:pt x="10273" y="316038"/>
                      </a:cubicBezTo>
                      <a:lnTo>
                        <a:pt x="0" y="256763"/>
                      </a:lnTo>
                      <a:lnTo>
                        <a:pt x="3868" y="0"/>
                      </a:lnTo>
                      <a:lnTo>
                        <a:pt x="245108" y="6658"/>
                      </a:lnTo>
                      <a:cubicBezTo>
                        <a:pt x="299981" y="8172"/>
                        <a:pt x="349045" y="31786"/>
                        <a:pt x="384013" y="68739"/>
                      </a:cubicBez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9FFB9E6D-080C-046F-9D95-5D954770C105}"/>
                    </a:ext>
                  </a:extLst>
                </p:cNvPr>
                <p:cNvSpPr/>
                <p:nvPr/>
              </p:nvSpPr>
              <p:spPr>
                <a:xfrm rot="18805141">
                  <a:off x="1914076" y="-484903"/>
                  <a:ext cx="1343836" cy="1588884"/>
                </a:xfrm>
                <a:custGeom>
                  <a:avLst/>
                  <a:gdLst>
                    <a:gd name="connsiteX0" fmla="*/ 1341694 w 1343836"/>
                    <a:gd name="connsiteY0" fmla="*/ 143844 h 1588884"/>
                    <a:gd name="connsiteX1" fmla="*/ 1342031 w 1343836"/>
                    <a:gd name="connsiteY1" fmla="*/ 240770 h 1588884"/>
                    <a:gd name="connsiteX2" fmla="*/ 1343836 w 1343836"/>
                    <a:gd name="connsiteY2" fmla="*/ 240763 h 1588884"/>
                    <a:gd name="connsiteX3" fmla="*/ 1311963 w 1343836"/>
                    <a:gd name="connsiteY3" fmla="*/ 1395578 h 1588884"/>
                    <a:gd name="connsiteX4" fmla="*/ 1107764 w 1343836"/>
                    <a:gd name="connsiteY4" fmla="*/ 1588807 h 1588884"/>
                    <a:gd name="connsiteX5" fmla="*/ 0 w 1343836"/>
                    <a:gd name="connsiteY5" fmla="*/ 1558232 h 1588884"/>
                    <a:gd name="connsiteX6" fmla="*/ 0 w 1343836"/>
                    <a:gd name="connsiteY6" fmla="*/ 1130189 h 1588884"/>
                    <a:gd name="connsiteX7" fmla="*/ 775284 w 1343836"/>
                    <a:gd name="connsiteY7" fmla="*/ 1151586 h 1588884"/>
                    <a:gd name="connsiteX8" fmla="*/ 887963 w 1343836"/>
                    <a:gd name="connsiteY8" fmla="*/ 1044958 h 1588884"/>
                    <a:gd name="connsiteX9" fmla="*/ 910964 w 1343836"/>
                    <a:gd name="connsiteY9" fmla="*/ 211629 h 1588884"/>
                    <a:gd name="connsiteX10" fmla="*/ 906084 w 1343836"/>
                    <a:gd name="connsiteY10" fmla="*/ 183478 h 1588884"/>
                    <a:gd name="connsiteX11" fmla="*/ 907033 w 1343836"/>
                    <a:gd name="connsiteY11" fmla="*/ 183476 h 1588884"/>
                    <a:gd name="connsiteX12" fmla="*/ 906396 w 1343836"/>
                    <a:gd name="connsiteY12" fmla="*/ 0 h 1588884"/>
                    <a:gd name="connsiteX13" fmla="*/ 908203 w 1343836"/>
                    <a:gd name="connsiteY13" fmla="*/ 10421 h 1588884"/>
                    <a:gd name="connsiteX14" fmla="*/ 1087949 w 1343836"/>
                    <a:gd name="connsiteY14" fmla="*/ 136841 h 1588884"/>
                    <a:gd name="connsiteX15" fmla="*/ 1341694 w 1343836"/>
                    <a:gd name="connsiteY15" fmla="*/ 143844 h 158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3836" h="1588884">
                      <a:moveTo>
                        <a:pt x="1341694" y="143844"/>
                      </a:moveTo>
                      <a:lnTo>
                        <a:pt x="1342031" y="240770"/>
                      </a:lnTo>
                      <a:lnTo>
                        <a:pt x="1343836" y="240763"/>
                      </a:lnTo>
                      <a:lnTo>
                        <a:pt x="1311963" y="1395578"/>
                      </a:lnTo>
                      <a:cubicBezTo>
                        <a:pt x="1308932" y="1505324"/>
                        <a:pt x="1217511" y="1591835"/>
                        <a:pt x="1107764" y="1588807"/>
                      </a:cubicBezTo>
                      <a:lnTo>
                        <a:pt x="0" y="1558232"/>
                      </a:lnTo>
                      <a:lnTo>
                        <a:pt x="0" y="1130189"/>
                      </a:lnTo>
                      <a:lnTo>
                        <a:pt x="775284" y="1151586"/>
                      </a:lnTo>
                      <a:cubicBezTo>
                        <a:pt x="835843" y="1153259"/>
                        <a:pt x="886292" y="1105520"/>
                        <a:pt x="887963" y="1044958"/>
                      </a:cubicBezTo>
                      <a:lnTo>
                        <a:pt x="910964" y="211629"/>
                      </a:lnTo>
                      <a:lnTo>
                        <a:pt x="906084" y="183478"/>
                      </a:lnTo>
                      <a:lnTo>
                        <a:pt x="907033" y="183476"/>
                      </a:lnTo>
                      <a:lnTo>
                        <a:pt x="906396" y="0"/>
                      </a:lnTo>
                      <a:lnTo>
                        <a:pt x="908203" y="10421"/>
                      </a:lnTo>
                      <a:cubicBezTo>
                        <a:pt x="936400" y="82575"/>
                        <a:pt x="1005640" y="134569"/>
                        <a:pt x="1087949" y="136841"/>
                      </a:cubicBezTo>
                      <a:lnTo>
                        <a:pt x="1341694" y="143844"/>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Freeform: Shape 57">
                  <a:extLst>
                    <a:ext uri="{FF2B5EF4-FFF2-40B4-BE49-F238E27FC236}">
                      <a16:creationId xmlns:a16="http://schemas.microsoft.com/office/drawing/2014/main" id="{2C9CFCE5-82C2-99A3-1224-721530A6F071}"/>
                    </a:ext>
                  </a:extLst>
                </p:cNvPr>
                <p:cNvSpPr/>
                <p:nvPr/>
              </p:nvSpPr>
              <p:spPr>
                <a:xfrm rot="18805141">
                  <a:off x="1254361" y="-320613"/>
                  <a:ext cx="1372906" cy="1619812"/>
                </a:xfrm>
                <a:custGeom>
                  <a:avLst/>
                  <a:gdLst>
                    <a:gd name="connsiteX0" fmla="*/ 1371420 w 1372906"/>
                    <a:gd name="connsiteY0" fmla="*/ 31337 h 1619812"/>
                    <a:gd name="connsiteX1" fmla="*/ 1372906 w 1372906"/>
                    <a:gd name="connsiteY1" fmla="*/ 458936 h 1619812"/>
                    <a:gd name="connsiteX2" fmla="*/ 559556 w 1372906"/>
                    <a:gd name="connsiteY2" fmla="*/ 436487 h 1619812"/>
                    <a:gd name="connsiteX3" fmla="*/ 446876 w 1372906"/>
                    <a:gd name="connsiteY3" fmla="*/ 543114 h 1619812"/>
                    <a:gd name="connsiteX4" fmla="*/ 423875 w 1372906"/>
                    <a:gd name="connsiteY4" fmla="*/ 1376445 h 1619812"/>
                    <a:gd name="connsiteX5" fmla="*/ 424719 w 1372906"/>
                    <a:gd name="connsiteY5" fmla="*/ 1381316 h 1619812"/>
                    <a:gd name="connsiteX6" fmla="*/ 424719 w 1372906"/>
                    <a:gd name="connsiteY6" fmla="*/ 1619812 h 1619812"/>
                    <a:gd name="connsiteX7" fmla="*/ 420988 w 1372906"/>
                    <a:gd name="connsiteY7" fmla="*/ 1598284 h 1619812"/>
                    <a:gd name="connsiteX8" fmla="*/ 380145 w 1372906"/>
                    <a:gd name="connsiteY8" fmla="*/ 1533946 h 1619812"/>
                    <a:gd name="connsiteX9" fmla="*/ 241240 w 1372906"/>
                    <a:gd name="connsiteY9" fmla="*/ 1471865 h 1619812"/>
                    <a:gd name="connsiteX10" fmla="*/ 0 w 1372906"/>
                    <a:gd name="connsiteY10" fmla="*/ 1465207 h 1619812"/>
                    <a:gd name="connsiteX11" fmla="*/ 599 w 1372906"/>
                    <a:gd name="connsiteY11" fmla="*/ 1425420 h 1619812"/>
                    <a:gd name="connsiteX12" fmla="*/ 34606 w 1372906"/>
                    <a:gd name="connsiteY12" fmla="*/ 193306 h 1619812"/>
                    <a:gd name="connsiteX13" fmla="*/ 238804 w 1372906"/>
                    <a:gd name="connsiteY13" fmla="*/ 77 h 1619812"/>
                    <a:gd name="connsiteX14" fmla="*/ 1371420 w 1372906"/>
                    <a:gd name="connsiteY14" fmla="*/ 31337 h 1619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2906" h="1619812">
                      <a:moveTo>
                        <a:pt x="1371420" y="31337"/>
                      </a:moveTo>
                      <a:lnTo>
                        <a:pt x="1372906" y="458936"/>
                      </a:lnTo>
                      <a:lnTo>
                        <a:pt x="559556" y="436487"/>
                      </a:lnTo>
                      <a:cubicBezTo>
                        <a:pt x="498995" y="434816"/>
                        <a:pt x="448547" y="482554"/>
                        <a:pt x="446876" y="543114"/>
                      </a:cubicBezTo>
                      <a:lnTo>
                        <a:pt x="423875" y="1376445"/>
                      </a:lnTo>
                      <a:lnTo>
                        <a:pt x="424719" y="1381316"/>
                      </a:lnTo>
                      <a:lnTo>
                        <a:pt x="424719" y="1619812"/>
                      </a:lnTo>
                      <a:lnTo>
                        <a:pt x="420988" y="1598284"/>
                      </a:lnTo>
                      <a:cubicBezTo>
                        <a:pt x="411588" y="1574233"/>
                        <a:pt x="397629" y="1552422"/>
                        <a:pt x="380145" y="1533946"/>
                      </a:cubicBezTo>
                      <a:cubicBezTo>
                        <a:pt x="345177" y="1496993"/>
                        <a:pt x="296113" y="1473379"/>
                        <a:pt x="241240" y="1471865"/>
                      </a:cubicBezTo>
                      <a:lnTo>
                        <a:pt x="0" y="1465207"/>
                      </a:lnTo>
                      <a:lnTo>
                        <a:pt x="599" y="1425420"/>
                      </a:lnTo>
                      <a:lnTo>
                        <a:pt x="34606" y="193306"/>
                      </a:lnTo>
                      <a:cubicBezTo>
                        <a:pt x="37635" y="83560"/>
                        <a:pt x="129058" y="-2952"/>
                        <a:pt x="238804" y="77"/>
                      </a:cubicBezTo>
                      <a:lnTo>
                        <a:pt x="1371420" y="31337"/>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A5C40E80-D49B-7475-6CE3-E489A902AE40}"/>
                    </a:ext>
                  </a:extLst>
                </p:cNvPr>
                <p:cNvSpPr/>
                <p:nvPr/>
              </p:nvSpPr>
              <p:spPr>
                <a:xfrm rot="18805141">
                  <a:off x="1868169" y="1545298"/>
                  <a:ext cx="1371640" cy="1657560"/>
                </a:xfrm>
                <a:custGeom>
                  <a:avLst/>
                  <a:gdLst>
                    <a:gd name="connsiteX0" fmla="*/ 1371640 w 1371640"/>
                    <a:gd name="connsiteY0" fmla="*/ 192279 h 1657560"/>
                    <a:gd name="connsiteX1" fmla="*/ 1371640 w 1371640"/>
                    <a:gd name="connsiteY1" fmla="*/ 307346 h 1657560"/>
                    <a:gd name="connsiteX2" fmla="*/ 1339709 w 1371640"/>
                    <a:gd name="connsiteY2" fmla="*/ 1464253 h 1657560"/>
                    <a:gd name="connsiteX3" fmla="*/ 1135510 w 1371640"/>
                    <a:gd name="connsiteY3" fmla="*/ 1657483 h 1657560"/>
                    <a:gd name="connsiteX4" fmla="*/ 1488 w 1371640"/>
                    <a:gd name="connsiteY4" fmla="*/ 1626182 h 1657560"/>
                    <a:gd name="connsiteX5" fmla="*/ 0 w 1371640"/>
                    <a:gd name="connsiteY5" fmla="*/ 1198098 h 1657560"/>
                    <a:gd name="connsiteX6" fmla="*/ 803030 w 1371640"/>
                    <a:gd name="connsiteY6" fmla="*/ 1220262 h 1657560"/>
                    <a:gd name="connsiteX7" fmla="*/ 915710 w 1371640"/>
                    <a:gd name="connsiteY7" fmla="*/ 1113635 h 1657560"/>
                    <a:gd name="connsiteX8" fmla="*/ 937938 w 1371640"/>
                    <a:gd name="connsiteY8" fmla="*/ 308312 h 1657560"/>
                    <a:gd name="connsiteX9" fmla="*/ 938408 w 1371640"/>
                    <a:gd name="connsiteY9" fmla="*/ 308319 h 1657560"/>
                    <a:gd name="connsiteX10" fmla="*/ 943053 w 1371640"/>
                    <a:gd name="connsiteY10" fmla="*/ 0 h 1657560"/>
                    <a:gd name="connsiteX11" fmla="*/ 953326 w 1371640"/>
                    <a:gd name="connsiteY11" fmla="*/ 59275 h 1657560"/>
                    <a:gd name="connsiteX12" fmla="*/ 1133074 w 1371640"/>
                    <a:gd name="connsiteY12" fmla="*/ 185694 h 1657560"/>
                    <a:gd name="connsiteX13" fmla="*/ 1371640 w 1371640"/>
                    <a:gd name="connsiteY13" fmla="*/ 192279 h 1657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1640" h="1657560">
                      <a:moveTo>
                        <a:pt x="1371640" y="192279"/>
                      </a:moveTo>
                      <a:lnTo>
                        <a:pt x="1371640" y="307346"/>
                      </a:lnTo>
                      <a:lnTo>
                        <a:pt x="1339709" y="1464253"/>
                      </a:lnTo>
                      <a:cubicBezTo>
                        <a:pt x="1336679" y="1573999"/>
                        <a:pt x="1245257" y="1660510"/>
                        <a:pt x="1135510" y="1657483"/>
                      </a:cubicBezTo>
                      <a:lnTo>
                        <a:pt x="1488" y="1626182"/>
                      </a:lnTo>
                      <a:lnTo>
                        <a:pt x="0" y="1198098"/>
                      </a:lnTo>
                      <a:lnTo>
                        <a:pt x="803030" y="1220262"/>
                      </a:lnTo>
                      <a:cubicBezTo>
                        <a:pt x="863590" y="1221933"/>
                        <a:pt x="914038" y="1174194"/>
                        <a:pt x="915710" y="1113635"/>
                      </a:cubicBezTo>
                      <a:lnTo>
                        <a:pt x="937938" y="308312"/>
                      </a:lnTo>
                      <a:lnTo>
                        <a:pt x="938408" y="308319"/>
                      </a:lnTo>
                      <a:lnTo>
                        <a:pt x="943053" y="0"/>
                      </a:lnTo>
                      <a:lnTo>
                        <a:pt x="953326" y="59275"/>
                      </a:lnTo>
                      <a:cubicBezTo>
                        <a:pt x="981524" y="131428"/>
                        <a:pt x="1050765" y="183422"/>
                        <a:pt x="1133074" y="185694"/>
                      </a:cubicBezTo>
                      <a:lnTo>
                        <a:pt x="1371640" y="192279"/>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Shape 59">
                  <a:extLst>
                    <a:ext uri="{FF2B5EF4-FFF2-40B4-BE49-F238E27FC236}">
                      <a16:creationId xmlns:a16="http://schemas.microsoft.com/office/drawing/2014/main" id="{5A6E4C1B-84EE-B010-8869-EE81FEFA7ED9}"/>
                    </a:ext>
                  </a:extLst>
                </p:cNvPr>
                <p:cNvSpPr/>
                <p:nvPr/>
              </p:nvSpPr>
              <p:spPr>
                <a:xfrm rot="18805141">
                  <a:off x="1249702" y="1772998"/>
                  <a:ext cx="1340857" cy="1580599"/>
                </a:xfrm>
                <a:custGeom>
                  <a:avLst/>
                  <a:gdLst>
                    <a:gd name="connsiteX0" fmla="*/ 1340857 w 1340857"/>
                    <a:gd name="connsiteY0" fmla="*/ 30581 h 1580599"/>
                    <a:gd name="connsiteX1" fmla="*/ 1334419 w 1340857"/>
                    <a:gd name="connsiteY1" fmla="*/ 457960 h 1580599"/>
                    <a:gd name="connsiteX2" fmla="*/ 556470 w 1340857"/>
                    <a:gd name="connsiteY2" fmla="*/ 436488 h 1580599"/>
                    <a:gd name="connsiteX3" fmla="*/ 443789 w 1340857"/>
                    <a:gd name="connsiteY3" fmla="*/ 543115 h 1580599"/>
                    <a:gd name="connsiteX4" fmla="*/ 420790 w 1340857"/>
                    <a:gd name="connsiteY4" fmla="*/ 1376446 h 1580599"/>
                    <a:gd name="connsiteX5" fmla="*/ 428230 w 1340857"/>
                    <a:gd name="connsiteY5" fmla="*/ 1419366 h 1580599"/>
                    <a:gd name="connsiteX6" fmla="*/ 435129 w 1340857"/>
                    <a:gd name="connsiteY6" fmla="*/ 1430234 h 1580599"/>
                    <a:gd name="connsiteX7" fmla="*/ 435651 w 1340857"/>
                    <a:gd name="connsiteY7" fmla="*/ 1580599 h 1580599"/>
                    <a:gd name="connsiteX8" fmla="*/ 435281 w 1340857"/>
                    <a:gd name="connsiteY8" fmla="*/ 1578463 h 1580599"/>
                    <a:gd name="connsiteX9" fmla="*/ 255534 w 1340857"/>
                    <a:gd name="connsiteY9" fmla="*/ 1452044 h 1580599"/>
                    <a:gd name="connsiteX10" fmla="*/ 382 w 1340857"/>
                    <a:gd name="connsiteY10" fmla="*/ 1445002 h 1580599"/>
                    <a:gd name="connsiteX11" fmla="*/ 0 w 1340857"/>
                    <a:gd name="connsiteY11" fmla="*/ 1335307 h 1580599"/>
                    <a:gd name="connsiteX12" fmla="*/ 31520 w 1340857"/>
                    <a:gd name="connsiteY12" fmla="*/ 193308 h 1580599"/>
                    <a:gd name="connsiteX13" fmla="*/ 235718 w 1340857"/>
                    <a:gd name="connsiteY13" fmla="*/ 78 h 1580599"/>
                    <a:gd name="connsiteX14" fmla="*/ 1340857 w 1340857"/>
                    <a:gd name="connsiteY14" fmla="*/ 30581 h 158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0857" h="1580599">
                      <a:moveTo>
                        <a:pt x="1340857" y="30581"/>
                      </a:moveTo>
                      <a:lnTo>
                        <a:pt x="1334419" y="457960"/>
                      </a:lnTo>
                      <a:lnTo>
                        <a:pt x="556470" y="436488"/>
                      </a:lnTo>
                      <a:cubicBezTo>
                        <a:pt x="495910" y="434817"/>
                        <a:pt x="445462" y="482555"/>
                        <a:pt x="443789" y="543115"/>
                      </a:cubicBezTo>
                      <a:lnTo>
                        <a:pt x="420790" y="1376446"/>
                      </a:lnTo>
                      <a:cubicBezTo>
                        <a:pt x="420371" y="1391586"/>
                        <a:pt x="423042" y="1406094"/>
                        <a:pt x="428230" y="1419366"/>
                      </a:cubicBezTo>
                      <a:lnTo>
                        <a:pt x="435129" y="1430234"/>
                      </a:lnTo>
                      <a:lnTo>
                        <a:pt x="435651" y="1580599"/>
                      </a:lnTo>
                      <a:lnTo>
                        <a:pt x="435281" y="1578463"/>
                      </a:lnTo>
                      <a:cubicBezTo>
                        <a:pt x="407082" y="1506309"/>
                        <a:pt x="337843" y="1454315"/>
                        <a:pt x="255534" y="1452044"/>
                      </a:cubicBezTo>
                      <a:lnTo>
                        <a:pt x="382" y="1445002"/>
                      </a:lnTo>
                      <a:lnTo>
                        <a:pt x="0" y="1335307"/>
                      </a:lnTo>
                      <a:lnTo>
                        <a:pt x="31520" y="193308"/>
                      </a:lnTo>
                      <a:cubicBezTo>
                        <a:pt x="34549" y="83560"/>
                        <a:pt x="125971" y="-2951"/>
                        <a:pt x="235718" y="78"/>
                      </a:cubicBezTo>
                      <a:lnTo>
                        <a:pt x="1340857" y="30581"/>
                      </a:lnTo>
                      <a:close/>
                    </a:path>
                  </a:pathLst>
                </a:custGeom>
                <a:solidFill>
                  <a:srgbClr val="FFC000"/>
                </a:solidFill>
                <a:ln>
                  <a:noFill/>
                </a:ln>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27" name="Rectangle: Rounded Corners 26">
              <a:extLst>
                <a:ext uri="{FF2B5EF4-FFF2-40B4-BE49-F238E27FC236}">
                  <a16:creationId xmlns:a16="http://schemas.microsoft.com/office/drawing/2014/main" id="{65E32D9A-8CB5-5939-3F49-90F5BAADE9AE}"/>
                </a:ext>
              </a:extLst>
            </p:cNvPr>
            <p:cNvSpPr/>
            <p:nvPr/>
          </p:nvSpPr>
          <p:spPr>
            <a:xfrm rot="2783698">
              <a:off x="2458262" y="2112640"/>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33221228-7403-8620-C50B-5743B32CCB8E}"/>
                </a:ext>
              </a:extLst>
            </p:cNvPr>
            <p:cNvSpPr/>
            <p:nvPr/>
          </p:nvSpPr>
          <p:spPr>
            <a:xfrm rot="2783698">
              <a:off x="2458261" y="4160496"/>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17E4D405-4C2E-25C1-EEE8-C4F6454AFDBE}"/>
                </a:ext>
              </a:extLst>
            </p:cNvPr>
            <p:cNvSpPr/>
            <p:nvPr/>
          </p:nvSpPr>
          <p:spPr>
            <a:xfrm rot="2783698">
              <a:off x="2439446" y="6208352"/>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1B306299-7F39-200F-DC5D-4BF05035ACA3}"/>
                </a:ext>
              </a:extLst>
            </p:cNvPr>
            <p:cNvSpPr/>
            <p:nvPr/>
          </p:nvSpPr>
          <p:spPr>
            <a:xfrm rot="2783698">
              <a:off x="2497495" y="8256207"/>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0E8F3EC0-FE35-9455-D4DE-D492CB9D16C4}"/>
                </a:ext>
              </a:extLst>
            </p:cNvPr>
            <p:cNvSpPr/>
            <p:nvPr/>
          </p:nvSpPr>
          <p:spPr>
            <a:xfrm rot="2783698">
              <a:off x="2497494" y="10304063"/>
              <a:ext cx="1117674" cy="1117674"/>
            </a:xfrm>
            <a:prstGeom prst="roundRect">
              <a:avLst>
                <a:gd name="adj" fmla="val 15727"/>
              </a:avLst>
            </a:prstGeom>
            <a:solidFill>
              <a:schemeClr val="tx1"/>
            </a:solidFill>
            <a:ln>
              <a:noFill/>
            </a:ln>
            <a:effectLst>
              <a:outerShdw blurRad="50800" dist="50800" dir="5400000" algn="ctr" rotWithShape="0">
                <a:srgbClr val="000000">
                  <a:alpha val="6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7700D8A6-161B-2B3C-6101-833FCDF04B9B}"/>
              </a:ext>
            </a:extLst>
          </p:cNvPr>
          <p:cNvSpPr/>
          <p:nvPr/>
        </p:nvSpPr>
        <p:spPr>
          <a:xfrm rot="2841638" flipH="1">
            <a:off x="8259198" y="3140531"/>
            <a:ext cx="728482" cy="720173"/>
          </a:xfrm>
          <a:prstGeom prst="rect">
            <a:avLst/>
          </a:prstGeom>
          <a:solidFill>
            <a:srgbClr val="FFC000"/>
          </a:solidFill>
          <a:ln>
            <a:noFill/>
          </a:ln>
          <a:effectLst>
            <a:outerShdw blurRad="50800" dist="50800" dir="5400000" algn="ctr" rotWithShape="0">
              <a:srgbClr val="000000">
                <a:alpha val="9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E6D48AB-8961-6506-57F4-F888DF170E8B}"/>
              </a:ext>
            </a:extLst>
          </p:cNvPr>
          <p:cNvSpPr/>
          <p:nvPr/>
        </p:nvSpPr>
        <p:spPr>
          <a:xfrm rot="8382519" flipH="1">
            <a:off x="8622348" y="3150462"/>
            <a:ext cx="729428" cy="725669"/>
          </a:xfrm>
          <a:prstGeom prst="rect">
            <a:avLst/>
          </a:prstGeom>
          <a:solidFill>
            <a:schemeClr val="tx1"/>
          </a:solidFill>
          <a:ln>
            <a:noFill/>
          </a:ln>
          <a:effectLst>
            <a:outerShdw blurRad="50800" dist="50800" dir="5400000" algn="ctr" rotWithShape="0">
              <a:srgbClr val="000000">
                <a:alpha val="8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0293AF1-289A-6850-4A53-9C99DDD44443}"/>
              </a:ext>
            </a:extLst>
          </p:cNvPr>
          <p:cNvSpPr/>
          <p:nvPr/>
        </p:nvSpPr>
        <p:spPr>
          <a:xfrm rot="19063259" flipH="1">
            <a:off x="8992347" y="3144506"/>
            <a:ext cx="722213" cy="718490"/>
          </a:xfrm>
          <a:prstGeom prst="rect">
            <a:avLst/>
          </a:prstGeom>
          <a:solidFill>
            <a:schemeClr val="bg1"/>
          </a:solidFill>
          <a:ln>
            <a:noFill/>
          </a:ln>
          <a:effectLst>
            <a:outerShdw blurRad="50800" dist="50800" dir="5400000" algn="ctr" rotWithShape="0">
              <a:srgbClr val="000000">
                <a:alpha val="9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3E89641-3F69-ABE7-759D-33963DB7CD93}"/>
              </a:ext>
            </a:extLst>
          </p:cNvPr>
          <p:cNvSpPr/>
          <p:nvPr/>
        </p:nvSpPr>
        <p:spPr>
          <a:xfrm rot="2770338" flipH="1">
            <a:off x="9283175" y="3155945"/>
            <a:ext cx="722162" cy="71844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ED5813C0-57D4-5073-7197-C832B902E79A}"/>
              </a:ext>
            </a:extLst>
          </p:cNvPr>
          <p:cNvSpPr txBox="1"/>
          <p:nvPr/>
        </p:nvSpPr>
        <p:spPr>
          <a:xfrm>
            <a:off x="5114114" y="3096234"/>
            <a:ext cx="3550423" cy="830997"/>
          </a:xfrm>
          <a:prstGeom prst="rect">
            <a:avLst/>
          </a:prstGeom>
          <a:noFill/>
        </p:spPr>
        <p:txBody>
          <a:bodyPr wrap="square" rtlCol="0">
            <a:spAutoFit/>
          </a:bodyPr>
          <a:lstStyle/>
          <a:p>
            <a:r>
              <a:rPr lang="en-US" sz="4800" b="1" dirty="0"/>
              <a:t>Thank You</a:t>
            </a:r>
          </a:p>
        </p:txBody>
      </p:sp>
      <p:sp>
        <p:nvSpPr>
          <p:cNvPr id="66" name="Rectangle 65">
            <a:extLst>
              <a:ext uri="{FF2B5EF4-FFF2-40B4-BE49-F238E27FC236}">
                <a16:creationId xmlns:a16="http://schemas.microsoft.com/office/drawing/2014/main" id="{217BA41C-0DE8-D26C-277E-829FC0424D96}"/>
              </a:ext>
            </a:extLst>
          </p:cNvPr>
          <p:cNvSpPr/>
          <p:nvPr/>
        </p:nvSpPr>
        <p:spPr>
          <a:xfrm>
            <a:off x="11233803" y="9827"/>
            <a:ext cx="5679660" cy="7148128"/>
          </a:xfrm>
          <a:prstGeom prst="rect">
            <a:avLst/>
          </a:prstGeom>
          <a:solidFill>
            <a:schemeClr val="bg1">
              <a:alpha val="77000"/>
            </a:schemeClr>
          </a:solidFill>
          <a:ln>
            <a:noFill/>
          </a:ln>
          <a:effectLst>
            <a:softEdge rad="431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73824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barn(inVertical)">
                                      <p:cBhvr>
                                        <p:cTn id="7"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2957</TotalTime>
  <Words>4157</Words>
  <Application>Microsoft Office PowerPoint</Application>
  <PresentationFormat>Widescreen</PresentationFormat>
  <Paragraphs>705</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Mg Phyoe Min San</dc:creator>
  <cp:lastModifiedBy>Mg Phyoe Min San</cp:lastModifiedBy>
  <cp:revision>37</cp:revision>
  <dcterms:created xsi:type="dcterms:W3CDTF">2026-02-01T06:10:29Z</dcterms:created>
  <dcterms:modified xsi:type="dcterms:W3CDTF">2026-02-19T15:15:02Z</dcterms:modified>
</cp:coreProperties>
</file>